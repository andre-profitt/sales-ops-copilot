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lsb" ContentType="application/vnd.ms-excel.sheet.binary.macroEnabled.12"/>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4.xml" ContentType="application/xml"/>
  <Override PartName="/customXml/itemProps4.xml" ContentType="application/vnd.openxmlformats-officedocument.customXmlPropertie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84" r:id="rId47"/>
    <p:sldId id="259" r:id="rId15"/>
    <p:sldId id="260" r:id="rId14"/>
    <p:sldId id="261" r:id="rId13"/>
    <p:sldId id="262" r:id="rId12"/>
    <p:sldId id="263" r:id="rId11"/>
    <p:sldId id="264" r:id="rId10"/>
    <p:sldId id="265" r:id="rId9"/>
    <p:sldId id="285" r:id="rId48"/>
    <p:sldId id="266" r:id="rId8"/>
    <p:sldId id="267" r:id="rId7"/>
    <p:sldId id="268" r:id="rId6"/>
    <p:sldId id="269" r:id="rId5"/>
    <p:sldId id="270" r:id="rId32"/>
    <p:sldId id="271" r:id="rId33"/>
    <p:sldId id="272" r:id="rId34"/>
    <p:sldId id="273" r:id="rId35"/>
    <p:sldId id="274" r:id="rId36"/>
    <p:sldId id="275" r:id="rId37"/>
    <p:sldId id="286" r:id="rId49"/>
    <p:sldId id="276" r:id="rId38"/>
    <p:sldId id="277" r:id="rId39"/>
    <p:sldId id="278" r:id="rId40"/>
    <p:sldId id="279" r:id="rId41"/>
    <p:sldId id="280" r:id="rId42"/>
    <p:sldId id="287" r:id="rId50"/>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customXml" Target="../customXml/item4.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s>
</file>

<file path=ppt/charts/_rels/chart1.xml.rels><?xml version='1.0' encoding='utf-8'?>
<ns0:Relationships xmlns:ns0="http://schemas.openxmlformats.org/package/2006/relationships"><ns0:Relationship Id="rId1" Type="http://schemas.openxmlformats.org/officeDocument/2006/relationships/package" Target="../embeddings/Microsoft_Excel_Binary_Worksheet.xlsb" /></ns0:Relationships>
</file>

<file path=ppt/charts/_rels/chart2.xml.rels><?xml version='1.0' encoding='utf-8'?>
<ns0:Relationships xmlns:ns0="http://schemas.openxmlformats.org/package/2006/relationships"><ns0:Relationship Id="rId1" Type="http://schemas.openxmlformats.org/officeDocument/2006/relationships/package" Target="../embeddings/Microsoft_Excel_Binary_Worksheet1.xlsb" /></ns0:Relationships>
</file>

<file path=ppt/charts/_rels/chart3.xml.rels><?xml version='1.0' encoding='utf-8'?>
<ns0:Relationships xmlns:ns0="http://schemas.openxmlformats.org/package/2006/relationships"><ns0:Relationship Id="rId1" Type="http://schemas.openxmlformats.org/officeDocument/2006/relationships/package" Target="../embeddings/Microsoft_Excel_Binary_Worksheet2.xlsb" /></ns0:Relationships>
</file>

<file path=ppt/charts/_rels/chart4.xml.rels><?xml version='1.0' encoding='utf-8'?>
<ns0:Relationships xmlns:ns0="http://schemas.openxmlformats.org/package/2006/relationships"><ns0:Relationship Id="rId1" Type="http://schemas.openxmlformats.org/officeDocument/2006/relationships/package" Target="../embeddings/Microsoft_Excel_Binary_Worksheet3.xlsb" /></ns0:Relationships>
</file>

<file path=ppt/charts/_rels/chart5.xml.rels><?xml version='1.0' encoding='utf-8'?>
<ns0:Relationships xmlns:ns0="http://schemas.openxmlformats.org/package/2006/relationships"><ns0:Relationship Id="rId1" Type="http://schemas.openxmlformats.org/officeDocument/2006/relationships/package" Target="../embeddings/Microsoft_Excel_Binary_Worksheet4.xlsb" /></ns0:Relationships>
</file>

<file path=ppt/charts/_rels/chart6.xml.rels><?xml version='1.0' encoding='utf-8'?>
<ns0:Relationships xmlns:ns0="http://schemas.openxmlformats.org/package/2006/relationships"><ns0:Relationship Id="rId1" Type="http://schemas.openxmlformats.org/officeDocument/2006/relationships/package" Target="../embeddings/Microsoft_Excel_Binary_Worksheet5.xlsb" /></ns0:Relationships>
</file>

<file path=ppt/charts/_rels/chart7.xml.rels><?xml version='1.0' encoding='utf-8'?>
<ns0:Relationships xmlns:ns0="http://schemas.openxmlformats.org/package/2006/relationships"><ns0:Relationship Id="rId1" Type="http://schemas.openxmlformats.org/officeDocument/2006/relationships/package" Target="../embeddings/Microsoft_Excel_Binary_Worksheet6.xlsb" /></ns0:Relationships>
</file>

<file path=ppt/charts/_rels/chart8.xml.rels><?xml version='1.0' encoding='utf-8'?>
<ns0:Relationships xmlns:ns0="http://schemas.openxmlformats.org/package/2006/relationships"><ns0:Relationship Id="rId1" Type="http://schemas.openxmlformats.org/officeDocument/2006/relationships/package" Target="../embeddings/Microsoft_Excel_Binary_Worksheet7.xlsb" /></ns0:Relationships>
</file>

<file path=ppt/charts/_rels/chart9.xml.rels><?xml version='1.0' encoding='utf-8'?>
<ns0:Relationships xmlns:ns0="http://schemas.openxmlformats.org/package/2006/relationships"><ns0:Relationship Id="rId1" Type="http://schemas.openxmlformats.org/officeDocument/2006/relationships/package" Target="../embeddings/Microsoft_Excel_Binary_Worksheet8.xlsb" /></ns0:Relationships>
</file>

<file path=ppt/charts/_rels/chart10.xml.rels><?xml version='1.0' encoding='utf-8'?>
<ns0:Relationships xmlns:ns0="http://schemas.openxmlformats.org/package/2006/relationships"><ns0:Relationship Id="rId1" Type="http://schemas.openxmlformats.org/officeDocument/2006/relationships/package" Target="../embeddings/Microsoft_Excel_Binary_Worksheet9.xlsb" /></ns0:Relationships>
</file>

<file path=ppt/charts/_rels/chart11.xml.rels><?xml version='1.0' encoding='utf-8'?>
<ns0:Relationships xmlns:ns0="http://schemas.openxmlformats.org/package/2006/relationships"><ns0:Relationship Id="rId1" Type="http://schemas.openxmlformats.org/officeDocument/2006/relationships/package" Target="../embeddings/Microsoft_Excel_Binary_Worksheet10.xlsb" /></ns0:Relationships>
</file>

<file path=ppt/charts/_rels/chart12.xml.rels><?xml version='1.0' encoding='utf-8'?>
<ns0:Relationships xmlns:ns0="http://schemas.openxmlformats.org/package/2006/relationships"><ns0:Relationship Id="rId1" Type="http://schemas.openxmlformats.org/officeDocument/2006/relationships/package" Target="../embeddings/Microsoft_Excel_Binary_Worksheet11.xlsb" /></ns0: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437662078595649E-2"/>
          <c:y val="9.1599430469862367E-2"/>
          <c:w val="0.92718930779972075"/>
          <c:h val="0.81680113906027529"/>
        </c:manualLayout>
      </c:layout>
      <c:barChart>
        <c:barDir val="col"/>
        <c:grouping val="stacked"/>
        <c:varyColors val="0"/>
        <c:ser>
          <c:idx val="0"/>
          <c:order val="0"/>
          <c:spPr>
            <a:noFill/>
            <a:ln>
              <a:noFill/>
            </a:ln>
          </c:spPr>
          <c:invertIfNegative val="0"/>
          <c:dPt>
            <c:idx val="0"/>
            <c:invertIfNegative val="0"/>
            <c:bubble3D val="0"/>
            <c:spPr>
              <a:solidFill>
                <a:schemeClr val="bg2"/>
              </a:solidFill>
              <a:ln>
                <a:noFill/>
              </a:ln>
            </c:spPr>
            <c:extLst>
              <c:ext xmlns:c16="http://schemas.microsoft.com/office/drawing/2014/chart" uri="{C3380CC4-5D6E-409C-BE32-E72D297353CC}">
                <c16:uniqueId val="{00000000-2612-4E88-A0CF-6C65EEEB5A98}"/>
              </c:ext>
            </c:extLst>
          </c:dPt>
          <c:dPt>
            <c:idx val="5"/>
            <c:invertIfNegative val="0"/>
            <c:bubble3D val="0"/>
            <c:spPr>
              <a:solidFill>
                <a:schemeClr val="accent1"/>
              </a:solidFill>
              <a:ln>
                <a:noFill/>
              </a:ln>
            </c:spPr>
            <c:extLst>
              <c:ext xmlns:c16="http://schemas.microsoft.com/office/drawing/2014/chart" uri="{C3380CC4-5D6E-409C-BE32-E72D297353CC}">
                <c16:uniqueId val="{00000001-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612-4E88-A0CF-6C65EEEB5A98}"/>
                </c:ext>
              </c:extLst>
            </c:dLbl>
            <c:dLbl>
              <c:idx val="5"/>
              <c:layout>
                <c:manualLayout>
                  <c:x val="0"/>
                  <c:y val="-0.25913621262458469"/>
                </c:manualLayout>
              </c:layout>
              <c:numFmt formatCode="0.0;&quot;-&quot;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15</c:v>
                </c:pt>
                <c:pt idx="1">
                  <c:v>33.200000000000003</c:v>
                </c:pt>
                <c:pt idx="2">
                  <c:v>26.200000000000003</c:v>
                </c:pt>
                <c:pt idx="3">
                  <c:v>22</c:v>
                </c:pt>
                <c:pt idx="4">
                  <c:v>21.549999999999997</c:v>
                </c:pt>
                <c:pt idx="5">
                  <c:v>21.54999999999999</c:v>
                </c:pt>
              </c:numCache>
            </c:numRef>
          </c:val>
          <c:extLst>
            <c:ext xmlns:c16="http://schemas.microsoft.com/office/drawing/2014/chart" uri="{C3380CC4-5D6E-409C-BE32-E72D297353CC}">
              <c16:uniqueId val="{00000002-2612-4E88-A0CF-6C65EEEB5A98}"/>
            </c:ext>
          </c:extLst>
        </c:ser>
        <c:ser>
          <c:idx val="1"/>
          <c:order val="1"/>
          <c:spPr>
            <a:solidFill>
              <a:schemeClr val="bg2"/>
            </a:solidFill>
            <a:ln>
              <a:noFill/>
            </a:ln>
          </c:spPr>
          <c:invertIfNegative val="0"/>
          <c:dPt>
            <c:idx val="0"/>
            <c:invertIfNegative val="0"/>
            <c:bubble3D val="0"/>
            <c:spPr>
              <a:solidFill>
                <a:schemeClr val="accent6"/>
              </a:solidFill>
              <a:ln>
                <a:noFill/>
              </a:ln>
            </c:spPr>
            <c:extLst>
              <c:ext xmlns:c16="http://schemas.microsoft.com/office/drawing/2014/chart" uri="{C3380CC4-5D6E-409C-BE32-E72D297353CC}">
                <c16:uniqueId val="{00000003-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612-4E88-A0CF-6C65EEEB5A98}"/>
                </c:ext>
              </c:extLst>
            </c:dLbl>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612-4E88-A0CF-6C65EEEB5A98}"/>
                </c:ext>
              </c:extLst>
            </c:dLbl>
            <c:dLbl>
              <c:idx val="3"/>
              <c:layout>
                <c:manualLayout>
                  <c:x val="-2.1344504288848994E-2"/>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612-4E88-A0CF-6C65EEEB5A98}"/>
                </c:ext>
              </c:extLst>
            </c:dLbl>
            <c:dLbl>
              <c:idx val="4"/>
              <c:layout>
                <c:manualLayout>
                  <c:x val="6.4232994215040889E-2"/>
                  <c:y val="2.5154247745609874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25</c:v>
                </c:pt>
                <c:pt idx="1">
                  <c:v>2.5999999999999943</c:v>
                </c:pt>
                <c:pt idx="2">
                  <c:v>4</c:v>
                </c:pt>
                <c:pt idx="3">
                  <c:v>2.1999999999999993</c:v>
                </c:pt>
                <c:pt idx="4">
                  <c:v>0.25</c:v>
                </c:pt>
              </c:numCache>
            </c:numRef>
          </c:val>
          <c:extLst>
            <c:ext xmlns:c16="http://schemas.microsoft.com/office/drawing/2014/chart" uri="{C3380CC4-5D6E-409C-BE32-E72D297353CC}">
              <c16:uniqueId val="{00000008-2612-4E88-A0CF-6C65EEEB5A98}"/>
            </c:ext>
          </c:extLst>
        </c:ser>
        <c:ser>
          <c:idx val="2"/>
          <c:order val="2"/>
          <c:spPr>
            <a:solidFill>
              <a:schemeClr val="accent6"/>
            </a:solidFill>
            <a:ln>
              <a:noFill/>
            </a:ln>
          </c:spPr>
          <c:invertIfNegative val="0"/>
          <c:dLbls>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612-4E88-A0CF-6C65EEEB5A98}"/>
                </c:ext>
              </c:extLst>
            </c:dLbl>
            <c:dLbl>
              <c:idx val="4"/>
              <c:layout>
                <c:manualLayout>
                  <c:x val="6.4232994215040889E-2"/>
                  <c:y val="-2.8001898433792121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Sheet1!$A$3:$F$3</c:f>
              <c:numCache>
                <c:formatCode>General</c:formatCode>
                <c:ptCount val="6"/>
                <c:pt idx="1">
                  <c:v>4.2000000000000028</c:v>
                </c:pt>
                <c:pt idx="2">
                  <c:v>3</c:v>
                </c:pt>
                <c:pt idx="3">
                  <c:v>2</c:v>
                </c:pt>
                <c:pt idx="4">
                  <c:v>0.19999999999999929</c:v>
                </c:pt>
              </c:numCache>
            </c:numRef>
          </c:val>
          <c:extLst>
            <c:ext xmlns:c16="http://schemas.microsoft.com/office/drawing/2014/chart" uri="{C3380CC4-5D6E-409C-BE32-E72D297353CC}">
              <c16:uniqueId val="{0000000C-2612-4E88-A0CF-6C65EEEB5A98}"/>
            </c:ext>
          </c:extLst>
        </c:ser>
        <c:dLbls>
          <c:showLegendKey val="0"/>
          <c:showVal val="0"/>
          <c:showCatName val="0"/>
          <c:showSerName val="0"/>
          <c:showPercent val="0"/>
          <c:showBubbleSize val="0"/>
        </c:dLbls>
        <c:gapWidth val="80"/>
        <c:overlap val="100"/>
        <c:axId val="449170192"/>
        <c:axId val="1"/>
      </c:barChart>
      <c:catAx>
        <c:axId val="44917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49170192"/>
        <c:crosses val="min"/>
        <c:crossBetween val="between"/>
        <c:majorUnit val="5"/>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358671909130624E-2"/>
          <c:y val="6.5202702702702703E-2"/>
          <c:w val="0.97728265618173871"/>
          <c:h val="0.86959459459459465"/>
        </c:manualLayout>
      </c:layout>
      <c:barChart>
        <c:barDir val="bar"/>
        <c:grouping val="stacked"/>
        <c:varyColors val="0"/>
        <c:ser>
          <c:idx val="0"/>
          <c:order val="0"/>
          <c:spPr>
            <a:solidFill>
              <a:schemeClr val="bg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9AD-48EC-BC38-384B2347B690}"/>
                </c:ext>
              </c:extLst>
            </c:dLbl>
            <c:dLbl>
              <c:idx val="1"/>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AD-48EC-BC38-384B2347B690}"/>
                </c:ext>
              </c:extLst>
            </c:dLbl>
            <c:dLbl>
              <c:idx val="2"/>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15</c:v>
                </c:pt>
                <c:pt idx="2">
                  <c:v>50</c:v>
                </c:pt>
              </c:numCache>
            </c:numRef>
          </c:val>
          <c:extLst>
            <c:ext xmlns:c16="http://schemas.microsoft.com/office/drawing/2014/chart" uri="{C3380CC4-5D6E-409C-BE32-E72D297353CC}">
              <c16:uniqueId val="{00000003-C9AD-48EC-BC38-384B2347B690}"/>
            </c:ext>
          </c:extLst>
        </c:ser>
        <c:ser>
          <c:idx val="1"/>
          <c:order val="1"/>
          <c:spPr>
            <a:solidFill>
              <a:schemeClr val="accent6"/>
            </a:solidFill>
            <a:ln>
              <a:noFill/>
            </a:ln>
          </c:spPr>
          <c:invertIfNegative val="0"/>
          <c:dLbls>
            <c:dLbl>
              <c:idx val="0"/>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40.000000000000007</c:v>
                </c:pt>
                <c:pt idx="1">
                  <c:v>25</c:v>
                </c:pt>
                <c:pt idx="2">
                  <c:v>19.999999999999996</c:v>
                </c:pt>
              </c:numCache>
            </c:numRef>
          </c:val>
          <c:extLst>
            <c:ext xmlns:c16="http://schemas.microsoft.com/office/drawing/2014/chart" uri="{C3380CC4-5D6E-409C-BE32-E72D297353CC}">
              <c16:uniqueId val="{00000007-C9AD-48EC-BC38-384B2347B690}"/>
            </c:ext>
          </c:extLst>
        </c:ser>
        <c:ser>
          <c:idx val="2"/>
          <c:order val="2"/>
          <c:spPr>
            <a:solidFill>
              <a:schemeClr val="accent1"/>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39.999999999999993</c:v>
                </c:pt>
                <c:pt idx="1">
                  <c:v>60</c:v>
                </c:pt>
                <c:pt idx="2">
                  <c:v>30.000000000000004</c:v>
                </c:pt>
              </c:numCache>
            </c:numRef>
          </c:val>
          <c:extLst>
            <c:ext xmlns:c16="http://schemas.microsoft.com/office/drawing/2014/chart" uri="{C3380CC4-5D6E-409C-BE32-E72D297353CC}">
              <c16:uniqueId val="{0000000B-C9AD-48EC-BC38-384B2347B690}"/>
            </c:ext>
          </c:extLst>
        </c:ser>
        <c:dLbls>
          <c:showLegendKey val="0"/>
          <c:showVal val="0"/>
          <c:showCatName val="0"/>
          <c:showSerName val="0"/>
          <c:showPercent val="0"/>
          <c:showBubbleSize val="0"/>
        </c:dLbls>
        <c:gapWidth val="80"/>
        <c:overlap val="100"/>
        <c:axId val="416869440"/>
        <c:axId val="1"/>
      </c:barChart>
      <c:catAx>
        <c:axId val="416869440"/>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4168694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cxnSp>
        <p:nvCxnSpPr>
          <p:cNvPr id="5" name="PolishMasterFooterLine"/>
          <p:cNvCxnSpPr/>
          <p:nvPr userDrawn="1"/>
        </p:nvCxnSpPr>
        <p:spPr>
          <a:xfrm>
            <a:off x="380000" y="6338000"/>
            <a:ext cx="11432000" cy="0"/>
          </a:xfrm>
          <a:prstGeom prst="line">
            <a:avLst/>
          </a:prstGeom>
          <a:ln w="6350">
            <a:solidFill>
              <a:schemeClr val="accent1"/>
            </a:solidFill>
          </a:ln>
        </p:spPr>
      </p:cxnSp>
      <p:sp>
        <p:nvSpPr>
          <p:cNvPr id="6" name="PolishMasterFooter"/>
          <p:cNvSpPr txBox="1"/>
          <p:nvPr userDrawn="1"/>
        </p:nvSpPr>
        <p:spPr>
          <a:xfrm>
            <a:off x="380000" y="6368000"/>
            <a:ext cx="11432000" cy="250000"/>
          </a:xfrm>
          <a:prstGeom prst="rect">
            <a:avLst/>
          </a:prstGeom>
          <a:noFill/>
          <a:ln>
            <a:noFill/>
          </a:ln>
        </p:spPr>
        <p:txBody>
          <a:bodyPr wrap="square" anchor="ctr" lIns="0" tIns="0" rIns="0" bIns="0"/>
          <a:lstStyle/>
          <a:p>
            <a:pPr algn="r"/>
            <a:r>
              <a:rPr lang="en-US" sz="900">
                <a:solidFill>
                  <a:srgbClr val="6B7280"/>
                </a:solidFill>
                <a:latin typeface="Microsoft Sans Serif"/>
              </a:rPr>
              <a:t>{director_name} | {period} | </a:t>
            </a:r>
            <a:fld id="{B0F4D8E4-1111-4444-9999-123456789006}" type="slidenum">
              <a:rPr lang="en-US" sz="900">
                <a:solidFill>
                  <a:srgbClr val="6B7280"/>
                </a:solidFill>
                <a:latin typeface="Microsoft Sans Serif"/>
              </a:rPr>
              <a:t>#</a:t>
            </a:fld>
            <a:r>
              <a:rPr lang="en-US" sz="900">
                <a:solidFill>
                  <a:srgbClr val="6B7280"/>
                </a:solidFill>
                <a:latin typeface="Microsoft Sans Serif"/>
              </a:rPr>
              <a:t>/</a:t>
            </a:r>
            <a:fld id="{B0F4D8E4-2222-4444-9999-123456789006}" type="slidecount">
              <a:rPr lang="en-US" sz="900">
                <a:solidFill>
                  <a:srgbClr val="6B7280"/>
                </a:solidFill>
                <a:latin typeface="Microsoft Sans Serif"/>
              </a:rPr>
              <a:t>#</a:t>
            </a:fld>
          </a:p>
        </p:txBody>
      </p:sp>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ns0:Relationships xmlns:ns0="http://schemas.openxmlformats.org/package/2006/relationships"><ns0:Relationship Id="rId13" Type="http://schemas.openxmlformats.org/officeDocument/2006/relationships/tags" Target="../tags/tag16.xml" /><ns0:Relationship Id="rId18" Type="http://schemas.openxmlformats.org/officeDocument/2006/relationships/tags" Target="../tags/tag21.xml" /><ns0:Relationship Id="rId26" Type="http://schemas.openxmlformats.org/officeDocument/2006/relationships/tags" Target="../tags/tag29.xml" /><ns0:Relationship Id="rId3" Type="http://schemas.openxmlformats.org/officeDocument/2006/relationships/tags" Target="../tags/tag6.xml" /><ns0:Relationship Id="rId21" Type="http://schemas.openxmlformats.org/officeDocument/2006/relationships/tags" Target="../tags/tag24.xml" /><ns0:Relationship Id="rId34" Type="http://schemas.openxmlformats.org/officeDocument/2006/relationships/chart" Target="../charts/chart1.xml" /><ns0:Relationship Id="rId7" Type="http://schemas.openxmlformats.org/officeDocument/2006/relationships/tags" Target="../tags/tag10.xml" /><ns0:Relationship Id="rId12" Type="http://schemas.openxmlformats.org/officeDocument/2006/relationships/tags" Target="../tags/tag15.xml" /><ns0:Relationship Id="rId17" Type="http://schemas.openxmlformats.org/officeDocument/2006/relationships/tags" Target="../tags/tag20.xml" /><ns0:Relationship Id="rId25" Type="http://schemas.openxmlformats.org/officeDocument/2006/relationships/tags" Target="../tags/tag28.xml" /><ns0:Relationship Id="rId33" Type="http://schemas.openxmlformats.org/officeDocument/2006/relationships/image" Target="../media/image1.emf" /><ns0:Relationship Id="rId2" Type="http://schemas.openxmlformats.org/officeDocument/2006/relationships/tags" Target="../tags/tag5.xml" /><ns0:Relationship Id="rId16" Type="http://schemas.openxmlformats.org/officeDocument/2006/relationships/tags" Target="../tags/tag19.xml" /><ns0:Relationship Id="rId20" Type="http://schemas.openxmlformats.org/officeDocument/2006/relationships/tags" Target="../tags/tag23.xml" /><ns0:Relationship Id="rId29" Type="http://schemas.openxmlformats.org/officeDocument/2006/relationships/tags" Target="../tags/tag32.xml" /><ns0:Relationship Id="rId1" Type="http://schemas.openxmlformats.org/officeDocument/2006/relationships/tags" Target="../tags/tag4.xml" /><ns0:Relationship Id="rId6" Type="http://schemas.openxmlformats.org/officeDocument/2006/relationships/tags" Target="../tags/tag9.xml" /><ns0:Relationship Id="rId11" Type="http://schemas.openxmlformats.org/officeDocument/2006/relationships/tags" Target="../tags/tag14.xml" /><ns0:Relationship Id="rId24" Type="http://schemas.openxmlformats.org/officeDocument/2006/relationships/tags" Target="../tags/tag27.xml" /><ns0:Relationship Id="rId32" Type="http://schemas.openxmlformats.org/officeDocument/2006/relationships/oleObject" Target="../embeddings/oleObject3.bin" /><ns0:Relationship Id="rId5" Type="http://schemas.openxmlformats.org/officeDocument/2006/relationships/tags" Target="../tags/tag8.xml" /><ns0:Relationship Id="rId15" Type="http://schemas.openxmlformats.org/officeDocument/2006/relationships/tags" Target="../tags/tag18.xml" /><ns0:Relationship Id="rId23" Type="http://schemas.openxmlformats.org/officeDocument/2006/relationships/tags" Target="../tags/tag26.xml" /><ns0:Relationship Id="rId28" Type="http://schemas.openxmlformats.org/officeDocument/2006/relationships/tags" Target="../tags/tag31.xml" /><ns0:Relationship Id="rId10" Type="http://schemas.openxmlformats.org/officeDocument/2006/relationships/tags" Target="../tags/tag13.xml" /><ns0:Relationship Id="rId19" Type="http://schemas.openxmlformats.org/officeDocument/2006/relationships/tags" Target="../tags/tag22.xml" /><ns0:Relationship Id="rId4" Type="http://schemas.openxmlformats.org/officeDocument/2006/relationships/tags" Target="../tags/tag7.xml" /><ns0:Relationship Id="rId9" Type="http://schemas.openxmlformats.org/officeDocument/2006/relationships/tags" Target="../tags/tag12.xml" /><ns0:Relationship Id="rId14" Type="http://schemas.openxmlformats.org/officeDocument/2006/relationships/tags" Target="../tags/tag17.xml" /><ns0:Relationship Id="rId22" Type="http://schemas.openxmlformats.org/officeDocument/2006/relationships/tags" Target="../tags/tag25.xml" /><ns0:Relationship Id="rId27" Type="http://schemas.openxmlformats.org/officeDocument/2006/relationships/tags" Target="../tags/tag30.xml" /><ns0:Relationship Id="rId30" Type="http://schemas.openxmlformats.org/officeDocument/2006/relationships/slideLayout" Target="../slideLayouts/slideLayout7.xml" /><ns0:Relationship Id="rId8" Type="http://schemas.openxmlformats.org/officeDocument/2006/relationships/tags" Target="../tags/tag11.xml" /></ns0:Relationships>
</file>

<file path=ppt/slides/_rels/slide5.xml.rels><?xml version='1.0' encoding='utf-8'?>
<ns0:Relationships xmlns:ns0="http://schemas.openxmlformats.org/package/2006/relationships"><ns0:Relationship Id="rId8" Type="http://schemas.openxmlformats.org/officeDocument/2006/relationships/tags" Target="../tags/tag249.xml" /><ns0:Relationship Id="rId13" Type="http://schemas.openxmlformats.org/officeDocument/2006/relationships/tags" Target="../tags/tag254.xml" /><ns0:Relationship Id="rId18" Type="http://schemas.openxmlformats.org/officeDocument/2006/relationships/tags" Target="../tags/tag259.xml" /><ns0:Relationship Id="rId26" Type="http://schemas.openxmlformats.org/officeDocument/2006/relationships/chart" Target="../charts/chart9.xml" /><ns0:Relationship Id="rId3" Type="http://schemas.openxmlformats.org/officeDocument/2006/relationships/tags" Target="../tags/tag244.xml" /><ns0:Relationship Id="rId21" Type="http://schemas.openxmlformats.org/officeDocument/2006/relationships/tags" Target="../tags/tag262.xml" /><ns0:Relationship Id="rId7" Type="http://schemas.openxmlformats.org/officeDocument/2006/relationships/tags" Target="../tags/tag248.xml" /><ns0:Relationship Id="rId12" Type="http://schemas.openxmlformats.org/officeDocument/2006/relationships/tags" Target="../tags/tag253.xml" /><ns0:Relationship Id="rId17" Type="http://schemas.openxmlformats.org/officeDocument/2006/relationships/tags" Target="../tags/tag258.xml" /><ns0:Relationship Id="rId25" Type="http://schemas.openxmlformats.org/officeDocument/2006/relationships/image" Target="../media/image2.emf" /><ns0:Relationship Id="rId2" Type="http://schemas.openxmlformats.org/officeDocument/2006/relationships/tags" Target="../tags/tag243.xml" /><ns0:Relationship Id="rId16" Type="http://schemas.openxmlformats.org/officeDocument/2006/relationships/tags" Target="../tags/tag257.xml" /><ns0:Relationship Id="rId20" Type="http://schemas.openxmlformats.org/officeDocument/2006/relationships/tags" Target="../tags/tag261.xml" /><ns0:Relationship Id="rId1" Type="http://schemas.openxmlformats.org/officeDocument/2006/relationships/tags" Target="../tags/tag242.xml" /><ns0:Relationship Id="rId6" Type="http://schemas.openxmlformats.org/officeDocument/2006/relationships/tags" Target="../tags/tag247.xml" /><ns0:Relationship Id="rId11" Type="http://schemas.openxmlformats.org/officeDocument/2006/relationships/tags" Target="../tags/tag252.xml" /><ns0:Relationship Id="rId24" Type="http://schemas.openxmlformats.org/officeDocument/2006/relationships/oleObject" Target="../embeddings/oleObject8.bin" /><ns0:Relationship Id="rId5" Type="http://schemas.openxmlformats.org/officeDocument/2006/relationships/tags" Target="../tags/tag246.xml" /><ns0:Relationship Id="rId15" Type="http://schemas.openxmlformats.org/officeDocument/2006/relationships/tags" Target="../tags/tag256.xml" /><ns0:Relationship Id="rId10" Type="http://schemas.openxmlformats.org/officeDocument/2006/relationships/tags" Target="../tags/tag251.xml" /><ns0:Relationship Id="rId19" Type="http://schemas.openxmlformats.org/officeDocument/2006/relationships/tags" Target="../tags/tag260.xml" /><ns0:Relationship Id="rId4" Type="http://schemas.openxmlformats.org/officeDocument/2006/relationships/tags" Target="../tags/tag245.xml" /><ns0:Relationship Id="rId9" Type="http://schemas.openxmlformats.org/officeDocument/2006/relationships/tags" Target="../tags/tag250.xml" /><ns0:Relationship Id="rId14" Type="http://schemas.openxmlformats.org/officeDocument/2006/relationships/tags" Target="../tags/tag255.xml" /><ns0:Relationship Id="rId22" Type="http://schemas.openxmlformats.org/officeDocument/2006/relationships/slideLayout" Target="../slideLayouts/slideLayout7.xml" /></ns0:Relationships>
</file>

<file path=ppt/slides/_rels/slide6.xml.rels><?xml version='1.0' encoding='utf-8'?>
<ns0:Relationships xmlns:ns0="http://schemas.openxmlformats.org/package/2006/relationships"><ns0:Relationship Id="rId8" Type="http://schemas.openxmlformats.org/officeDocument/2006/relationships/tags" Target="../tags/tag2.xml" /><ns0:Relationship Id="rId13" Type="http://schemas.openxmlformats.org/officeDocument/2006/relationships/tags" Target="../tags/tag3.xml" /><ns0:Relationship Id="rId18" Type="http://schemas.openxmlformats.org/officeDocument/2006/relationships/tags" Target="../tags/tag33.xml" /><ns0:Relationship Id="rId26" Type="http://schemas.openxmlformats.org/officeDocument/2006/relationships/chart" Target="../charts/chart2.xml" /><ns0:Relationship Id="rId3" Type="http://schemas.openxmlformats.org/officeDocument/2006/relationships/tags" Target="../tags/tag34.xml" /><ns0:Relationship Id="rId21" Type="http://schemas.openxmlformats.org/officeDocument/2006/relationships/tags" Target="../tags/tag35.xml" /><ns0:Relationship Id="rId7" Type="http://schemas.openxmlformats.org/officeDocument/2006/relationships/tags" Target="../tags/tag36.xml" /><ns0:Relationship Id="rId12" Type="http://schemas.openxmlformats.org/officeDocument/2006/relationships/tags" Target="../tags/tag37.xml" /><ns0:Relationship Id="rId17" Type="http://schemas.openxmlformats.org/officeDocument/2006/relationships/tags" Target="../tags/tag38.xml" /><ns0:Relationship Id="rId25" Type="http://schemas.openxmlformats.org/officeDocument/2006/relationships/image" Target="../media/image3.emf" /><ns0:Relationship Id="rId2" Type="http://schemas.openxmlformats.org/officeDocument/2006/relationships/tags" Target="../tags/tag39.xml" /><ns0:Relationship Id="rId16" Type="http://schemas.openxmlformats.org/officeDocument/2006/relationships/tags" Target="../tags/tag40.xml" /><ns0:Relationship Id="rId20" Type="http://schemas.openxmlformats.org/officeDocument/2006/relationships/tags" Target="../tags/tag41.xml" /><ns0:Relationship Id="rId1" Type="http://schemas.openxmlformats.org/officeDocument/2006/relationships/tags" Target="../tags/tag42.xml" /><ns0:Relationship Id="rId6" Type="http://schemas.openxmlformats.org/officeDocument/2006/relationships/tags" Target="../tags/tag43.xml" /><ns0:Relationship Id="rId11" Type="http://schemas.openxmlformats.org/officeDocument/2006/relationships/tags" Target="../tags/tag44.xml" /><ns0:Relationship Id="rId24" Type="http://schemas.openxmlformats.org/officeDocument/2006/relationships/oleObject" Target="../embeddings/oleObject1.bin" /><ns0:Relationship Id="rId5" Type="http://schemas.openxmlformats.org/officeDocument/2006/relationships/tags" Target="../tags/tag45.xml" /><ns0:Relationship Id="rId15" Type="http://schemas.openxmlformats.org/officeDocument/2006/relationships/tags" Target="../tags/tag46.xml" /><ns0:Relationship Id="rId10" Type="http://schemas.openxmlformats.org/officeDocument/2006/relationships/tags" Target="../tags/tag47.xml" /><ns0:Relationship Id="rId19" Type="http://schemas.openxmlformats.org/officeDocument/2006/relationships/tags" Target="../tags/tag48.xml" /><ns0:Relationship Id="rId4" Type="http://schemas.openxmlformats.org/officeDocument/2006/relationships/tags" Target="../tags/tag49.xml" /><ns0:Relationship Id="rId9" Type="http://schemas.openxmlformats.org/officeDocument/2006/relationships/tags" Target="../tags/tag50.xml" /><ns0:Relationship Id="rId14" Type="http://schemas.openxmlformats.org/officeDocument/2006/relationships/tags" Target="../tags/tag51.xml" /><ns0:Relationship Id="rId22" Type="http://schemas.openxmlformats.org/officeDocument/2006/relationships/slideLayout" Target="../slideLayouts/slideLayout7.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ns0:Relationships xmlns:ns0="http://schemas.openxmlformats.org/package/2006/relationships"><ns0:Relationship Id="rId13" Type="http://schemas.openxmlformats.org/officeDocument/2006/relationships/tags" Target="../tags/tag76.xml" /><ns0:Relationship Id="rId18" Type="http://schemas.openxmlformats.org/officeDocument/2006/relationships/tags" Target="../tags/tag81.xml" /><ns0:Relationship Id="rId26" Type="http://schemas.openxmlformats.org/officeDocument/2006/relationships/tags" Target="../tags/tag89.xml" /><ns0:Relationship Id="rId21" Type="http://schemas.openxmlformats.org/officeDocument/2006/relationships/tags" Target="../tags/tag84.xml" /><ns0:Relationship Id="rId34" Type="http://schemas.openxmlformats.org/officeDocument/2006/relationships/slideLayout" Target="../slideLayouts/slideLayout7.xml" /><ns0:Relationship Id="rId7" Type="http://schemas.openxmlformats.org/officeDocument/2006/relationships/tags" Target="../tags/tag70.xml" /><ns0:Relationship Id="rId12" Type="http://schemas.openxmlformats.org/officeDocument/2006/relationships/tags" Target="../tags/tag75.xml" /><ns0:Relationship Id="rId17" Type="http://schemas.openxmlformats.org/officeDocument/2006/relationships/tags" Target="../tags/tag80.xml" /><ns0:Relationship Id="rId25" Type="http://schemas.openxmlformats.org/officeDocument/2006/relationships/tags" Target="../tags/tag88.xml" /><ns0:Relationship Id="rId33" Type="http://schemas.openxmlformats.org/officeDocument/2006/relationships/tags" Target="../tags/tag96.xml" /><ns0:Relationship Id="rId38" Type="http://schemas.openxmlformats.org/officeDocument/2006/relationships/chart" Target="../charts/chart3.xml" /><ns0:Relationship Id="rId2" Type="http://schemas.openxmlformats.org/officeDocument/2006/relationships/tags" Target="../tags/tag65.xml" /><ns0:Relationship Id="rId16" Type="http://schemas.openxmlformats.org/officeDocument/2006/relationships/tags" Target="../tags/tag79.xml" /><ns0:Relationship Id="rId20" Type="http://schemas.openxmlformats.org/officeDocument/2006/relationships/tags" Target="../tags/tag83.xml" /><ns0:Relationship Id="rId29" Type="http://schemas.openxmlformats.org/officeDocument/2006/relationships/tags" Target="../tags/tag92.xml" /><ns0:Relationship Id="rId1" Type="http://schemas.openxmlformats.org/officeDocument/2006/relationships/tags" Target="../tags/tag64.xml" /><ns0:Relationship Id="rId6" Type="http://schemas.openxmlformats.org/officeDocument/2006/relationships/tags" Target="../tags/tag69.xml" /><ns0:Relationship Id="rId11" Type="http://schemas.openxmlformats.org/officeDocument/2006/relationships/tags" Target="../tags/tag74.xml" /><ns0:Relationship Id="rId24" Type="http://schemas.openxmlformats.org/officeDocument/2006/relationships/tags" Target="../tags/tag87.xml" /><ns0:Relationship Id="rId32" Type="http://schemas.openxmlformats.org/officeDocument/2006/relationships/tags" Target="../tags/tag95.xml" /><ns0:Relationship Id="rId37" Type="http://schemas.openxmlformats.org/officeDocument/2006/relationships/image" Target="../media/image4.emf" /><ns0:Relationship Id="rId5" Type="http://schemas.openxmlformats.org/officeDocument/2006/relationships/tags" Target="../tags/tag68.xml" /><ns0:Relationship Id="rId15" Type="http://schemas.openxmlformats.org/officeDocument/2006/relationships/tags" Target="../tags/tag78.xml" /><ns0:Relationship Id="rId23" Type="http://schemas.openxmlformats.org/officeDocument/2006/relationships/tags" Target="../tags/tag86.xml" /><ns0:Relationship Id="rId28" Type="http://schemas.openxmlformats.org/officeDocument/2006/relationships/tags" Target="../tags/tag91.xml" /><ns0:Relationship Id="rId36" Type="http://schemas.openxmlformats.org/officeDocument/2006/relationships/oleObject" Target="../embeddings/oleObject5.bin" /><ns0:Relationship Id="rId10" Type="http://schemas.openxmlformats.org/officeDocument/2006/relationships/tags" Target="../tags/tag73.xml" /><ns0:Relationship Id="rId19" Type="http://schemas.openxmlformats.org/officeDocument/2006/relationships/tags" Target="../tags/tag82.xml" /><ns0:Relationship Id="rId31" Type="http://schemas.openxmlformats.org/officeDocument/2006/relationships/tags" Target="../tags/tag94.xml" /><ns0:Relationship Id="rId4" Type="http://schemas.openxmlformats.org/officeDocument/2006/relationships/tags" Target="../tags/tag67.xml" /><ns0:Relationship Id="rId9" Type="http://schemas.openxmlformats.org/officeDocument/2006/relationships/tags" Target="../tags/tag72.xml" /><ns0:Relationship Id="rId14" Type="http://schemas.openxmlformats.org/officeDocument/2006/relationships/tags" Target="../tags/tag77.xml" /><ns0:Relationship Id="rId22" Type="http://schemas.openxmlformats.org/officeDocument/2006/relationships/tags" Target="../tags/tag85.xml" /><ns0:Relationship Id="rId27" Type="http://schemas.openxmlformats.org/officeDocument/2006/relationships/tags" Target="../tags/tag90.xml" /><ns0:Relationship Id="rId30" Type="http://schemas.openxmlformats.org/officeDocument/2006/relationships/tags" Target="../tags/tag93.xml" /><ns0:Relationship Id="rId8" Type="http://schemas.openxmlformats.org/officeDocument/2006/relationships/tags" Target="../tags/tag71.xml" /><ns0:Relationship Id="rId3" Type="http://schemas.openxmlformats.org/officeDocument/2006/relationships/tags" Target="../tags/tag66.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ns0:Relationships xmlns:ns0="http://schemas.openxmlformats.org/package/2006/relationships"><ns0:Relationship Id="rId8" Type="http://schemas.openxmlformats.org/officeDocument/2006/relationships/tags" Target="../tags/tag52.xml" /><ns0:Relationship Id="rId13" Type="http://schemas.openxmlformats.org/officeDocument/2006/relationships/tags" Target="../tags/tag53.xml" /><ns0:Relationship Id="rId18" Type="http://schemas.openxmlformats.org/officeDocument/2006/relationships/tags" Target="../tags/tag54.xml" /><ns0:Relationship Id="rId26" Type="http://schemas.openxmlformats.org/officeDocument/2006/relationships/chart" Target="../charts/chart4.xml" /><ns0:Relationship Id="rId3" Type="http://schemas.openxmlformats.org/officeDocument/2006/relationships/tags" Target="../tags/tag55.xml" /><ns0:Relationship Id="rId21" Type="http://schemas.openxmlformats.org/officeDocument/2006/relationships/tags" Target="../tags/tag56.xml" /><ns0:Relationship Id="rId7" Type="http://schemas.openxmlformats.org/officeDocument/2006/relationships/tags" Target="../tags/tag57.xml" /><ns0:Relationship Id="rId12" Type="http://schemas.openxmlformats.org/officeDocument/2006/relationships/tags" Target="../tags/tag58.xml" /><ns0:Relationship Id="rId17" Type="http://schemas.openxmlformats.org/officeDocument/2006/relationships/tags" Target="../tags/tag59.xml" /><ns0:Relationship Id="rId25" Type="http://schemas.openxmlformats.org/officeDocument/2006/relationships/image" Target="../media/image5.emf" /><ns0:Relationship Id="rId2" Type="http://schemas.openxmlformats.org/officeDocument/2006/relationships/tags" Target="../tags/tag60.xml" /><ns0:Relationship Id="rId16" Type="http://schemas.openxmlformats.org/officeDocument/2006/relationships/tags" Target="../tags/tag61.xml" /><ns0:Relationship Id="rId20" Type="http://schemas.openxmlformats.org/officeDocument/2006/relationships/tags" Target="../tags/tag62.xml" /><ns0:Relationship Id="rId1" Type="http://schemas.openxmlformats.org/officeDocument/2006/relationships/tags" Target="../tags/tag63.xml" /><ns0:Relationship Id="rId6" Type="http://schemas.openxmlformats.org/officeDocument/2006/relationships/tags" Target="../tags/tag97.xml" /><ns0:Relationship Id="rId11" Type="http://schemas.openxmlformats.org/officeDocument/2006/relationships/tags" Target="../tags/tag98.xml" /><ns0:Relationship Id="rId24" Type="http://schemas.openxmlformats.org/officeDocument/2006/relationships/oleObject" Target="../embeddings/oleObject2.bin" /><ns0:Relationship Id="rId5" Type="http://schemas.openxmlformats.org/officeDocument/2006/relationships/tags" Target="../tags/tag99.xml" /><ns0:Relationship Id="rId15" Type="http://schemas.openxmlformats.org/officeDocument/2006/relationships/tags" Target="../tags/tag100.xml" /><ns0:Relationship Id="rId10" Type="http://schemas.openxmlformats.org/officeDocument/2006/relationships/tags" Target="../tags/tag101.xml" /><ns0:Relationship Id="rId19" Type="http://schemas.openxmlformats.org/officeDocument/2006/relationships/tags" Target="../tags/tag102.xml" /><ns0:Relationship Id="rId4" Type="http://schemas.openxmlformats.org/officeDocument/2006/relationships/tags" Target="../tags/tag103.xml" /><ns0:Relationship Id="rId9" Type="http://schemas.openxmlformats.org/officeDocument/2006/relationships/tags" Target="../tags/tag104.xml" /><ns0:Relationship Id="rId14" Type="http://schemas.openxmlformats.org/officeDocument/2006/relationships/tags" Target="../tags/tag105.xml" /><ns0:Relationship Id="rId22" Type="http://schemas.openxmlformats.org/officeDocument/2006/relationships/slideLayout" Target="../slideLayouts/slideLayout7.xml" /></ns0:Relationships>
</file>

<file path=ppt/slides/_rels/slide16.xml.rels><?xml version='1.0' encoding='utf-8'?>
<ns0:Relationships xmlns:ns0="http://schemas.openxmlformats.org/package/2006/relationships"><ns0:Relationship Id="rId8" Type="http://schemas.openxmlformats.org/officeDocument/2006/relationships/tags" Target="../tags/tag288.xml" /><ns0:Relationship Id="rId13" Type="http://schemas.openxmlformats.org/officeDocument/2006/relationships/chart" Target="../charts/chart12.xml" /><ns0:Relationship Id="rId3" Type="http://schemas.openxmlformats.org/officeDocument/2006/relationships/tags" Target="../tags/tag283.xml" /><ns0:Relationship Id="rId7" Type="http://schemas.openxmlformats.org/officeDocument/2006/relationships/tags" Target="../tags/tag287.xml" /><ns0:Relationship Id="rId12" Type="http://schemas.openxmlformats.org/officeDocument/2006/relationships/image" Target="../media/image6.emf" /><ns0:Relationship Id="rId2" Type="http://schemas.openxmlformats.org/officeDocument/2006/relationships/tags" Target="../tags/tag282.xml" /><ns0:Relationship Id="rId1" Type="http://schemas.openxmlformats.org/officeDocument/2006/relationships/tags" Target="../tags/tag281.xml" /><ns0:Relationship Id="rId6" Type="http://schemas.openxmlformats.org/officeDocument/2006/relationships/tags" Target="../tags/tag286.xml" /><ns0:Relationship Id="rId11" Type="http://schemas.openxmlformats.org/officeDocument/2006/relationships/oleObject" Target="../embeddings/oleObject10.bin" /><ns0:Relationship Id="rId5" Type="http://schemas.openxmlformats.org/officeDocument/2006/relationships/tags" Target="../tags/tag285.xml" /><ns0:Relationship Id="rId4" Type="http://schemas.openxmlformats.org/officeDocument/2006/relationships/tags" Target="../tags/tag284.xml" /><ns0:Relationship Id="rId9" Type="http://schemas.openxmlformats.org/officeDocument/2006/relationships/slideLayout" Target="../slideLayouts/slideLayout7.xml" /></ns0:Relationships>
</file>

<file path=ppt/slides/_rels/slide17.xml.rels><?xml version='1.0' encoding='utf-8'?>
<ns0:Relationships xmlns:ns0="http://schemas.openxmlformats.org/package/2006/relationships"><ns0:Relationship Id="rId8" Type="http://schemas.openxmlformats.org/officeDocument/2006/relationships/tags" Target="../tags/tag106.xml" /><ns0:Relationship Id="rId13" Type="http://schemas.openxmlformats.org/officeDocument/2006/relationships/tags" Target="../tags/tag107.xml" /><ns0:Relationship Id="rId18" Type="http://schemas.openxmlformats.org/officeDocument/2006/relationships/tags" Target="../tags/tag108.xml" /><ns0:Relationship Id="rId26" Type="http://schemas.openxmlformats.org/officeDocument/2006/relationships/chart" Target="../charts/chart5.xml" /><ns0:Relationship Id="rId3" Type="http://schemas.openxmlformats.org/officeDocument/2006/relationships/tags" Target="../tags/tag109.xml" /><ns0:Relationship Id="rId21" Type="http://schemas.openxmlformats.org/officeDocument/2006/relationships/tags" Target="../tags/tag110.xml" /><ns0:Relationship Id="rId7" Type="http://schemas.openxmlformats.org/officeDocument/2006/relationships/tags" Target="../tags/tag111.xml" /><ns0:Relationship Id="rId12" Type="http://schemas.openxmlformats.org/officeDocument/2006/relationships/tags" Target="../tags/tag112.xml" /><ns0:Relationship Id="rId17" Type="http://schemas.openxmlformats.org/officeDocument/2006/relationships/tags" Target="../tags/tag113.xml" /><ns0:Relationship Id="rId25" Type="http://schemas.openxmlformats.org/officeDocument/2006/relationships/image" Target="../media/image7.emf" /><ns0:Relationship Id="rId2" Type="http://schemas.openxmlformats.org/officeDocument/2006/relationships/tags" Target="../tags/tag114.xml" /><ns0:Relationship Id="rId16" Type="http://schemas.openxmlformats.org/officeDocument/2006/relationships/tags" Target="../tags/tag115.xml" /><ns0:Relationship Id="rId20" Type="http://schemas.openxmlformats.org/officeDocument/2006/relationships/tags" Target="../tags/tag116.xml" /><ns0:Relationship Id="rId1" Type="http://schemas.openxmlformats.org/officeDocument/2006/relationships/tags" Target="../tags/tag117.xml" /><ns0:Relationship Id="rId6" Type="http://schemas.openxmlformats.org/officeDocument/2006/relationships/tags" Target="../tags/tag118.xml" /><ns0:Relationship Id="rId11" Type="http://schemas.openxmlformats.org/officeDocument/2006/relationships/tags" Target="../tags/tag119.xml" /><ns0:Relationship Id="rId24" Type="http://schemas.openxmlformats.org/officeDocument/2006/relationships/oleObject" Target="../embeddings/oleObject4.bin" /><ns0:Relationship Id="rId5" Type="http://schemas.openxmlformats.org/officeDocument/2006/relationships/tags" Target="../tags/tag120.xml" /><ns0:Relationship Id="rId15" Type="http://schemas.openxmlformats.org/officeDocument/2006/relationships/tags" Target="../tags/tag121.xml" /><ns0:Relationship Id="rId10" Type="http://schemas.openxmlformats.org/officeDocument/2006/relationships/tags" Target="../tags/tag122.xml" /><ns0:Relationship Id="rId19" Type="http://schemas.openxmlformats.org/officeDocument/2006/relationships/tags" Target="../tags/tag123.xml" /><ns0:Relationship Id="rId4" Type="http://schemas.openxmlformats.org/officeDocument/2006/relationships/tags" Target="../tags/tag124.xml" /><ns0:Relationship Id="rId9" Type="http://schemas.openxmlformats.org/officeDocument/2006/relationships/tags" Target="../tags/tag125.xml" /><ns0:Relationship Id="rId14" Type="http://schemas.openxmlformats.org/officeDocument/2006/relationships/tags" Target="../tags/tag126.xml" /><ns0:Relationship Id="rId22" Type="http://schemas.openxmlformats.org/officeDocument/2006/relationships/slideLayout" Target="../slideLayouts/slideLayout7.xml" /></ns0:Relationships>
</file>

<file path=ppt/slides/_rels/slide18.xml.rels><?xml version='1.0' encoding='utf-8'?>
<ns0:Relationships xmlns:ns0="http://schemas.openxmlformats.org/package/2006/relationships"><ns0:Relationship Id="rId13" Type="http://schemas.openxmlformats.org/officeDocument/2006/relationships/tags" Target="../tags/tag127.xml" /><ns0:Relationship Id="rId18" Type="http://schemas.openxmlformats.org/officeDocument/2006/relationships/tags" Target="../tags/tag128.xml" /><ns0:Relationship Id="rId26" Type="http://schemas.openxmlformats.org/officeDocument/2006/relationships/tags" Target="../tags/tag129.xml" /><ns0:Relationship Id="rId21" Type="http://schemas.openxmlformats.org/officeDocument/2006/relationships/tags" Target="../tags/tag130.xml" /><ns0:Relationship Id="rId34" Type="http://schemas.openxmlformats.org/officeDocument/2006/relationships/slideLayout" Target="../slideLayouts/slideLayout7.xml" /><ns0:Relationship Id="rId7" Type="http://schemas.openxmlformats.org/officeDocument/2006/relationships/tags" Target="../tags/tag131.xml" /><ns0:Relationship Id="rId12" Type="http://schemas.openxmlformats.org/officeDocument/2006/relationships/tags" Target="../tags/tag132.xml" /><ns0:Relationship Id="rId17" Type="http://schemas.openxmlformats.org/officeDocument/2006/relationships/tags" Target="../tags/tag133.xml" /><ns0:Relationship Id="rId25" Type="http://schemas.openxmlformats.org/officeDocument/2006/relationships/tags" Target="../tags/tag134.xml" /><ns0:Relationship Id="rId33" Type="http://schemas.openxmlformats.org/officeDocument/2006/relationships/tags" Target="../tags/tag135.xml" /><ns0:Relationship Id="rId38" Type="http://schemas.openxmlformats.org/officeDocument/2006/relationships/chart" Target="../charts/chart6.xml" /><ns0:Relationship Id="rId2" Type="http://schemas.openxmlformats.org/officeDocument/2006/relationships/tags" Target="../tags/tag136.xml" /><ns0:Relationship Id="rId16" Type="http://schemas.openxmlformats.org/officeDocument/2006/relationships/tags" Target="../tags/tag137.xml" /><ns0:Relationship Id="rId20" Type="http://schemas.openxmlformats.org/officeDocument/2006/relationships/tags" Target="../tags/tag138.xml" /><ns0:Relationship Id="rId29" Type="http://schemas.openxmlformats.org/officeDocument/2006/relationships/tags" Target="../tags/tag139.xml" /><ns0:Relationship Id="rId1" Type="http://schemas.openxmlformats.org/officeDocument/2006/relationships/tags" Target="../tags/tag140.xml" /><ns0:Relationship Id="rId6" Type="http://schemas.openxmlformats.org/officeDocument/2006/relationships/tags" Target="../tags/tag141.xml" /><ns0:Relationship Id="rId11" Type="http://schemas.openxmlformats.org/officeDocument/2006/relationships/tags" Target="../tags/tag142.xml" /><ns0:Relationship Id="rId24" Type="http://schemas.openxmlformats.org/officeDocument/2006/relationships/tags" Target="../tags/tag143.xml" /><ns0:Relationship Id="rId32" Type="http://schemas.openxmlformats.org/officeDocument/2006/relationships/tags" Target="../tags/tag144.xml" /><ns0:Relationship Id="rId37" Type="http://schemas.openxmlformats.org/officeDocument/2006/relationships/image" Target="../media/image8.emf" /><ns0:Relationship Id="rId5" Type="http://schemas.openxmlformats.org/officeDocument/2006/relationships/tags" Target="../tags/tag145.xml" /><ns0:Relationship Id="rId15" Type="http://schemas.openxmlformats.org/officeDocument/2006/relationships/tags" Target="../tags/tag146.xml" /><ns0:Relationship Id="rId23" Type="http://schemas.openxmlformats.org/officeDocument/2006/relationships/tags" Target="../tags/tag147.xml" /><ns0:Relationship Id="rId28" Type="http://schemas.openxmlformats.org/officeDocument/2006/relationships/tags" Target="../tags/tag148.xml" /><ns0:Relationship Id="rId36" Type="http://schemas.openxmlformats.org/officeDocument/2006/relationships/oleObject" Target="../embeddings/oleObject6.bin" /><ns0:Relationship Id="rId10" Type="http://schemas.openxmlformats.org/officeDocument/2006/relationships/tags" Target="../tags/tag149.xml" /><ns0:Relationship Id="rId19" Type="http://schemas.openxmlformats.org/officeDocument/2006/relationships/tags" Target="../tags/tag150.xml" /><ns0:Relationship Id="rId31" Type="http://schemas.openxmlformats.org/officeDocument/2006/relationships/tags" Target="../tags/tag151.xml" /><ns0:Relationship Id="rId4" Type="http://schemas.openxmlformats.org/officeDocument/2006/relationships/tags" Target="../tags/tag152.xml" /><ns0:Relationship Id="rId9" Type="http://schemas.openxmlformats.org/officeDocument/2006/relationships/tags" Target="../tags/tag153.xml" /><ns0:Relationship Id="rId14" Type="http://schemas.openxmlformats.org/officeDocument/2006/relationships/tags" Target="../tags/tag154.xml" /><ns0:Relationship Id="rId22" Type="http://schemas.openxmlformats.org/officeDocument/2006/relationships/tags" Target="../tags/tag155.xml" /><ns0:Relationship Id="rId27" Type="http://schemas.openxmlformats.org/officeDocument/2006/relationships/tags" Target="../tags/tag156.xml" /><ns0:Relationship Id="rId30" Type="http://schemas.openxmlformats.org/officeDocument/2006/relationships/tags" Target="../tags/tag157.xml" /><ns0:Relationship Id="rId8" Type="http://schemas.openxmlformats.org/officeDocument/2006/relationships/tags" Target="../tags/tag158.xml" /><ns0:Relationship Id="rId3" Type="http://schemas.openxmlformats.org/officeDocument/2006/relationships/tags" Target="../tags/tag159.xml" /></ns0:Relationships>
</file>

<file path=ppt/slides/_rels/slide19.xml.rels><?xml version='1.0' encoding='utf-8'?>
<ns0:Relationships xmlns:ns0="http://schemas.openxmlformats.org/package/2006/relationships"><ns0:Relationship Id="rId13" Type="http://schemas.openxmlformats.org/officeDocument/2006/relationships/tags" Target="../tags/tag160.xml" /><ns0:Relationship Id="rId18" Type="http://schemas.openxmlformats.org/officeDocument/2006/relationships/tags" Target="../tags/tag161.xml" /><ns0:Relationship Id="rId26" Type="http://schemas.openxmlformats.org/officeDocument/2006/relationships/tags" Target="../tags/tag162.xml" /><ns0:Relationship Id="rId21" Type="http://schemas.openxmlformats.org/officeDocument/2006/relationships/tags" Target="../tags/tag163.xml" /><ns0:Relationship Id="rId34" Type="http://schemas.openxmlformats.org/officeDocument/2006/relationships/slideLayout" Target="../slideLayouts/slideLayout7.xml" /><ns0:Relationship Id="rId7" Type="http://schemas.openxmlformats.org/officeDocument/2006/relationships/tags" Target="../tags/tag164.xml" /><ns0:Relationship Id="rId12" Type="http://schemas.openxmlformats.org/officeDocument/2006/relationships/tags" Target="../tags/tag165.xml" /><ns0:Relationship Id="rId17" Type="http://schemas.openxmlformats.org/officeDocument/2006/relationships/tags" Target="../tags/tag166.xml" /><ns0:Relationship Id="rId25" Type="http://schemas.openxmlformats.org/officeDocument/2006/relationships/tags" Target="../tags/tag167.xml" /><ns0:Relationship Id="rId33" Type="http://schemas.openxmlformats.org/officeDocument/2006/relationships/tags" Target="../tags/tag168.xml" /><ns0:Relationship Id="rId38" Type="http://schemas.openxmlformats.org/officeDocument/2006/relationships/chart" Target="../charts/chart7.xml" /><ns0:Relationship Id="rId2" Type="http://schemas.openxmlformats.org/officeDocument/2006/relationships/tags" Target="../tags/tag169.xml" /><ns0:Relationship Id="rId16" Type="http://schemas.openxmlformats.org/officeDocument/2006/relationships/tags" Target="../tags/tag170.xml" /><ns0:Relationship Id="rId20" Type="http://schemas.openxmlformats.org/officeDocument/2006/relationships/tags" Target="../tags/tag171.xml" /><ns0:Relationship Id="rId29" Type="http://schemas.openxmlformats.org/officeDocument/2006/relationships/tags" Target="../tags/tag172.xml" /><ns0:Relationship Id="rId1" Type="http://schemas.openxmlformats.org/officeDocument/2006/relationships/tags" Target="../tags/tag173.xml" /><ns0:Relationship Id="rId6" Type="http://schemas.openxmlformats.org/officeDocument/2006/relationships/tags" Target="../tags/tag174.xml" /><ns0:Relationship Id="rId11" Type="http://schemas.openxmlformats.org/officeDocument/2006/relationships/tags" Target="../tags/tag175.xml" /><ns0:Relationship Id="rId24" Type="http://schemas.openxmlformats.org/officeDocument/2006/relationships/tags" Target="../tags/tag176.xml" /><ns0:Relationship Id="rId32" Type="http://schemas.openxmlformats.org/officeDocument/2006/relationships/tags" Target="../tags/tag177.xml" /><ns0:Relationship Id="rId37" Type="http://schemas.openxmlformats.org/officeDocument/2006/relationships/image" Target="../media/image9.emf" /><ns0:Relationship Id="rId5" Type="http://schemas.openxmlformats.org/officeDocument/2006/relationships/tags" Target="../tags/tag178.xml" /><ns0:Relationship Id="rId15" Type="http://schemas.openxmlformats.org/officeDocument/2006/relationships/tags" Target="../tags/tag179.xml" /><ns0:Relationship Id="rId23" Type="http://schemas.openxmlformats.org/officeDocument/2006/relationships/tags" Target="../tags/tag180.xml" /><ns0:Relationship Id="rId28" Type="http://schemas.openxmlformats.org/officeDocument/2006/relationships/tags" Target="../tags/tag181.xml" /><ns0:Relationship Id="rId36" Type="http://schemas.openxmlformats.org/officeDocument/2006/relationships/oleObject" Target="../embeddings/oleObject7.bin" /><ns0:Relationship Id="rId10" Type="http://schemas.openxmlformats.org/officeDocument/2006/relationships/tags" Target="../tags/tag182.xml" /><ns0:Relationship Id="rId19" Type="http://schemas.openxmlformats.org/officeDocument/2006/relationships/tags" Target="../tags/tag183.xml" /><ns0:Relationship Id="rId31" Type="http://schemas.openxmlformats.org/officeDocument/2006/relationships/tags" Target="../tags/tag184.xml" /><ns0:Relationship Id="rId4" Type="http://schemas.openxmlformats.org/officeDocument/2006/relationships/tags" Target="../tags/tag185.xml" /><ns0:Relationship Id="rId9" Type="http://schemas.openxmlformats.org/officeDocument/2006/relationships/tags" Target="../tags/tag186.xml" /><ns0:Relationship Id="rId14" Type="http://schemas.openxmlformats.org/officeDocument/2006/relationships/tags" Target="../tags/tag187.xml" /><ns0:Relationship Id="rId22" Type="http://schemas.openxmlformats.org/officeDocument/2006/relationships/tags" Target="../tags/tag188.xml" /><ns0:Relationship Id="rId27" Type="http://schemas.openxmlformats.org/officeDocument/2006/relationships/tags" Target="../tags/tag189.xml" /><ns0:Relationship Id="rId30" Type="http://schemas.openxmlformats.org/officeDocument/2006/relationships/tags" Target="../tags/tag190.xml" /><ns0:Relationship Id="rId8" Type="http://schemas.openxmlformats.org/officeDocument/2006/relationships/tags" Target="../tags/tag191.xml" /><ns0:Relationship Id="rId3" Type="http://schemas.openxmlformats.org/officeDocument/2006/relationships/tags" Target="../tags/tag19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ns0:Relationships xmlns:ns0="http://schemas.openxmlformats.org/package/2006/relationships"><ns0:Relationship Id="rId13" Type="http://schemas.openxmlformats.org/officeDocument/2006/relationships/tags" Target="../tags/tag193.xml" /><ns0:Relationship Id="rId18" Type="http://schemas.openxmlformats.org/officeDocument/2006/relationships/tags" Target="../tags/tag194.xml" /><ns0:Relationship Id="rId26" Type="http://schemas.openxmlformats.org/officeDocument/2006/relationships/tags" Target="../tags/tag195.xml" /><ns0:Relationship Id="rId21" Type="http://schemas.openxmlformats.org/officeDocument/2006/relationships/tags" Target="../tags/tag196.xml" /><ns0:Relationship Id="rId34" Type="http://schemas.openxmlformats.org/officeDocument/2006/relationships/slideLayout" Target="../slideLayouts/slideLayout7.xml" /><ns0:Relationship Id="rId7" Type="http://schemas.openxmlformats.org/officeDocument/2006/relationships/tags" Target="../tags/tag197.xml" /><ns0:Relationship Id="rId12" Type="http://schemas.openxmlformats.org/officeDocument/2006/relationships/tags" Target="../tags/tag198.xml" /><ns0:Relationship Id="rId17" Type="http://schemas.openxmlformats.org/officeDocument/2006/relationships/tags" Target="../tags/tag199.xml" /><ns0:Relationship Id="rId25" Type="http://schemas.openxmlformats.org/officeDocument/2006/relationships/tags" Target="../tags/tag200.xml" /><ns0:Relationship Id="rId33" Type="http://schemas.openxmlformats.org/officeDocument/2006/relationships/tags" Target="../tags/tag201.xml" /><ns0:Relationship Id="rId38" Type="http://schemas.openxmlformats.org/officeDocument/2006/relationships/chart" Target="../charts/chart8.xml" /><ns0:Relationship Id="rId2" Type="http://schemas.openxmlformats.org/officeDocument/2006/relationships/tags" Target="../tags/tag202.xml" /><ns0:Relationship Id="rId16" Type="http://schemas.openxmlformats.org/officeDocument/2006/relationships/tags" Target="../tags/tag203.xml" /><ns0:Relationship Id="rId20" Type="http://schemas.openxmlformats.org/officeDocument/2006/relationships/tags" Target="../tags/tag204.xml" /><ns0:Relationship Id="rId29" Type="http://schemas.openxmlformats.org/officeDocument/2006/relationships/tags" Target="../tags/tag205.xml" /><ns0:Relationship Id="rId1" Type="http://schemas.openxmlformats.org/officeDocument/2006/relationships/tags" Target="../tags/tag206.xml" /><ns0:Relationship Id="rId6" Type="http://schemas.openxmlformats.org/officeDocument/2006/relationships/tags" Target="../tags/tag207.xml" /><ns0:Relationship Id="rId11" Type="http://schemas.openxmlformats.org/officeDocument/2006/relationships/tags" Target="../tags/tag208.xml" /><ns0:Relationship Id="rId24" Type="http://schemas.openxmlformats.org/officeDocument/2006/relationships/tags" Target="../tags/tag209.xml" /><ns0:Relationship Id="rId32" Type="http://schemas.openxmlformats.org/officeDocument/2006/relationships/tags" Target="../tags/tag210.xml" /><ns0:Relationship Id="rId37" Type="http://schemas.openxmlformats.org/officeDocument/2006/relationships/image" Target="../media/image10.emf" /><ns0:Relationship Id="rId5" Type="http://schemas.openxmlformats.org/officeDocument/2006/relationships/tags" Target="../tags/tag211.xml" /><ns0:Relationship Id="rId15" Type="http://schemas.openxmlformats.org/officeDocument/2006/relationships/tags" Target="../tags/tag212.xml" /><ns0:Relationship Id="rId23" Type="http://schemas.openxmlformats.org/officeDocument/2006/relationships/tags" Target="../tags/tag213.xml" /><ns0:Relationship Id="rId28" Type="http://schemas.openxmlformats.org/officeDocument/2006/relationships/tags" Target="../tags/tag214.xml" /><ns0:Relationship Id="rId36" Type="http://schemas.openxmlformats.org/officeDocument/2006/relationships/oleObject" Target="../embeddings/oleObject9.bin" /><ns0:Relationship Id="rId10" Type="http://schemas.openxmlformats.org/officeDocument/2006/relationships/tags" Target="../tags/tag215.xml" /><ns0:Relationship Id="rId19" Type="http://schemas.openxmlformats.org/officeDocument/2006/relationships/tags" Target="../tags/tag216.xml" /><ns0:Relationship Id="rId31" Type="http://schemas.openxmlformats.org/officeDocument/2006/relationships/tags" Target="../tags/tag217.xml" /><ns0:Relationship Id="rId4" Type="http://schemas.openxmlformats.org/officeDocument/2006/relationships/tags" Target="../tags/tag218.xml" /><ns0:Relationship Id="rId9" Type="http://schemas.openxmlformats.org/officeDocument/2006/relationships/tags" Target="../tags/tag219.xml" /><ns0:Relationship Id="rId14" Type="http://schemas.openxmlformats.org/officeDocument/2006/relationships/tags" Target="../tags/tag220.xml" /><ns0:Relationship Id="rId22" Type="http://schemas.openxmlformats.org/officeDocument/2006/relationships/tags" Target="../tags/tag221.xml" /><ns0:Relationship Id="rId27" Type="http://schemas.openxmlformats.org/officeDocument/2006/relationships/tags" Target="../tags/tag222.xml" /><ns0:Relationship Id="rId30" Type="http://schemas.openxmlformats.org/officeDocument/2006/relationships/tags" Target="../tags/tag223.xml" /><ns0:Relationship Id="rId8" Type="http://schemas.openxmlformats.org/officeDocument/2006/relationships/tags" Target="../tags/tag224.xml" /><ns0:Relationship Id="rId3" Type="http://schemas.openxmlformats.org/officeDocument/2006/relationships/tags" Target="../tags/tag225.xml" /></ns0:Relationships>
</file>

<file path=ppt/slides/_rels/slide22.xml.rels><?xml version='1.0' encoding='utf-8'?>
<ns0:Relationships xmlns:ns0="http://schemas.openxmlformats.org/package/2006/relationships"><ns0:Relationship Id="rId8" Type="http://schemas.openxmlformats.org/officeDocument/2006/relationships/tags" Target="../tags/tag226.xml" /><ns0:Relationship Id="rId13" Type="http://schemas.openxmlformats.org/officeDocument/2006/relationships/tags" Target="../tags/tag227.xml" /><ns0:Relationship Id="rId18" Type="http://schemas.openxmlformats.org/officeDocument/2006/relationships/tags" Target="../tags/tag228.xml" /><ns0:Relationship Id="rId26" Type="http://schemas.openxmlformats.org/officeDocument/2006/relationships/chart" Target="../charts/chart10.xml" /><ns0:Relationship Id="rId3" Type="http://schemas.openxmlformats.org/officeDocument/2006/relationships/tags" Target="../tags/tag229.xml" /><ns0:Relationship Id="rId21" Type="http://schemas.openxmlformats.org/officeDocument/2006/relationships/tags" Target="../tags/tag230.xml" /><ns0:Relationship Id="rId7" Type="http://schemas.openxmlformats.org/officeDocument/2006/relationships/tags" Target="../tags/tag231.xml" /><ns0:Relationship Id="rId12" Type="http://schemas.openxmlformats.org/officeDocument/2006/relationships/tags" Target="../tags/tag232.xml" /><ns0:Relationship Id="rId17" Type="http://schemas.openxmlformats.org/officeDocument/2006/relationships/tags" Target="../tags/tag233.xml" /><ns0:Relationship Id="rId25" Type="http://schemas.openxmlformats.org/officeDocument/2006/relationships/image" Target="../media/image11.emf" /><ns0:Relationship Id="rId2" Type="http://schemas.openxmlformats.org/officeDocument/2006/relationships/tags" Target="../tags/tag234.xml" /><ns0:Relationship Id="rId16" Type="http://schemas.openxmlformats.org/officeDocument/2006/relationships/tags" Target="../tags/tag235.xml" /><ns0:Relationship Id="rId20" Type="http://schemas.openxmlformats.org/officeDocument/2006/relationships/tags" Target="../tags/tag236.xml" /><ns0:Relationship Id="rId1" Type="http://schemas.openxmlformats.org/officeDocument/2006/relationships/tags" Target="../tags/tag237.xml" /><ns0:Relationship Id="rId6" Type="http://schemas.openxmlformats.org/officeDocument/2006/relationships/tags" Target="../tags/tag238.xml" /><ns0:Relationship Id="rId11" Type="http://schemas.openxmlformats.org/officeDocument/2006/relationships/tags" Target="../tags/tag239.xml" /><ns0:Relationship Id="rId24" Type="http://schemas.openxmlformats.org/officeDocument/2006/relationships/oleObject" Target="../embeddings/oleObject11.bin" /><ns0:Relationship Id="rId5" Type="http://schemas.openxmlformats.org/officeDocument/2006/relationships/tags" Target="../tags/tag240.xml" /><ns0:Relationship Id="rId15" Type="http://schemas.openxmlformats.org/officeDocument/2006/relationships/tags" Target="../tags/tag241.xml" /><ns0:Relationship Id="rId10" Type="http://schemas.openxmlformats.org/officeDocument/2006/relationships/tags" Target="../tags/tag263.xml" /><ns0:Relationship Id="rId19" Type="http://schemas.openxmlformats.org/officeDocument/2006/relationships/tags" Target="../tags/tag264.xml" /><ns0:Relationship Id="rId4" Type="http://schemas.openxmlformats.org/officeDocument/2006/relationships/tags" Target="../tags/tag265.xml" /><ns0:Relationship Id="rId9" Type="http://schemas.openxmlformats.org/officeDocument/2006/relationships/tags" Target="../tags/tag266.xml" /><ns0:Relationship Id="rId14" Type="http://schemas.openxmlformats.org/officeDocument/2006/relationships/tags" Target="../tags/tag267.xml" /><ns0:Relationship Id="rId22" Type="http://schemas.openxmlformats.org/officeDocument/2006/relationships/slideLayout" Target="../slideLayouts/slideLayout7.xml" /></ns0: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ns0:Relationships xmlns:ns0="http://schemas.openxmlformats.org/package/2006/relationships"><ns0:Relationship Id="rId13" Type="http://schemas.openxmlformats.org/officeDocument/2006/relationships/tags" Target="../tags/tag268.xml" /><ns0:Relationship Id="rId18" Type="http://schemas.openxmlformats.org/officeDocument/2006/relationships/tags" Target="../tags/tag269.xml" /><ns0:Relationship Id="rId26" Type="http://schemas.openxmlformats.org/officeDocument/2006/relationships/tags" Target="../tags/tag270.xml" /><ns0:Relationship Id="rId21" Type="http://schemas.openxmlformats.org/officeDocument/2006/relationships/tags" Target="../tags/tag271.xml" /><ns0:Relationship Id="rId34" Type="http://schemas.openxmlformats.org/officeDocument/2006/relationships/slideLayout" Target="../slideLayouts/slideLayout7.xml" /><ns0:Relationship Id="rId7" Type="http://schemas.openxmlformats.org/officeDocument/2006/relationships/tags" Target="../tags/tag272.xml" /><ns0:Relationship Id="rId12" Type="http://schemas.openxmlformats.org/officeDocument/2006/relationships/tags" Target="../tags/tag273.xml" /><ns0:Relationship Id="rId17" Type="http://schemas.openxmlformats.org/officeDocument/2006/relationships/tags" Target="../tags/tag274.xml" /><ns0:Relationship Id="rId25" Type="http://schemas.openxmlformats.org/officeDocument/2006/relationships/tags" Target="../tags/tag275.xml" /><ns0:Relationship Id="rId33" Type="http://schemas.openxmlformats.org/officeDocument/2006/relationships/tags" Target="../tags/tag276.xml" /><ns0:Relationship Id="rId38" Type="http://schemas.openxmlformats.org/officeDocument/2006/relationships/chart" Target="../charts/chart11.xml" /><ns0:Relationship Id="rId2" Type="http://schemas.openxmlformats.org/officeDocument/2006/relationships/tags" Target="../tags/tag277.xml" /><ns0:Relationship Id="rId16" Type="http://schemas.openxmlformats.org/officeDocument/2006/relationships/tags" Target="../tags/tag278.xml" /><ns0:Relationship Id="rId20" Type="http://schemas.openxmlformats.org/officeDocument/2006/relationships/tags" Target="../tags/tag279.xml" /><ns0:Relationship Id="rId29" Type="http://schemas.openxmlformats.org/officeDocument/2006/relationships/tags" Target="../tags/tag280.xml" /><ns0:Relationship Id="rId1" Type="http://schemas.openxmlformats.org/officeDocument/2006/relationships/tags" Target="../tags/tag289.xml" /><ns0:Relationship Id="rId6" Type="http://schemas.openxmlformats.org/officeDocument/2006/relationships/tags" Target="../tags/tag290.xml" /><ns0:Relationship Id="rId11" Type="http://schemas.openxmlformats.org/officeDocument/2006/relationships/tags" Target="../tags/tag291.xml" /><ns0:Relationship Id="rId24" Type="http://schemas.openxmlformats.org/officeDocument/2006/relationships/tags" Target="../tags/tag292.xml" /><ns0:Relationship Id="rId32" Type="http://schemas.openxmlformats.org/officeDocument/2006/relationships/tags" Target="../tags/tag293.xml" /><ns0:Relationship Id="rId37" Type="http://schemas.openxmlformats.org/officeDocument/2006/relationships/image" Target="../media/image12.emf" /><ns0:Relationship Id="rId5" Type="http://schemas.openxmlformats.org/officeDocument/2006/relationships/tags" Target="../tags/tag294.xml" /><ns0:Relationship Id="rId15" Type="http://schemas.openxmlformats.org/officeDocument/2006/relationships/tags" Target="../tags/tag295.xml" /><ns0:Relationship Id="rId23" Type="http://schemas.openxmlformats.org/officeDocument/2006/relationships/tags" Target="../tags/tag296.xml" /><ns0:Relationship Id="rId28" Type="http://schemas.openxmlformats.org/officeDocument/2006/relationships/tags" Target="../tags/tag297.xml" /><ns0:Relationship Id="rId36" Type="http://schemas.openxmlformats.org/officeDocument/2006/relationships/oleObject" Target="../embeddings/oleObject12.bin" /><ns0:Relationship Id="rId10" Type="http://schemas.openxmlformats.org/officeDocument/2006/relationships/tags" Target="../tags/tag298.xml" /><ns0:Relationship Id="rId19" Type="http://schemas.openxmlformats.org/officeDocument/2006/relationships/tags" Target="../tags/tag299.xml" /><ns0:Relationship Id="rId31" Type="http://schemas.openxmlformats.org/officeDocument/2006/relationships/tags" Target="../tags/tag300.xml" /><ns0:Relationship Id="rId4" Type="http://schemas.openxmlformats.org/officeDocument/2006/relationships/tags" Target="../tags/tag301.xml" /><ns0:Relationship Id="rId9" Type="http://schemas.openxmlformats.org/officeDocument/2006/relationships/tags" Target="../tags/tag302.xml" /><ns0:Relationship Id="rId14" Type="http://schemas.openxmlformats.org/officeDocument/2006/relationships/tags" Target="../tags/tag303.xml" /><ns0:Relationship Id="rId22" Type="http://schemas.openxmlformats.org/officeDocument/2006/relationships/tags" Target="../tags/tag304.xml" /><ns0:Relationship Id="rId27" Type="http://schemas.openxmlformats.org/officeDocument/2006/relationships/tags" Target="../tags/tag305.xml" /><ns0:Relationship Id="rId30" Type="http://schemas.openxmlformats.org/officeDocument/2006/relationships/tags" Target="../tags/tag306.xml" /><ns0:Relationship Id="rId8" Type="http://schemas.openxmlformats.org/officeDocument/2006/relationships/tags" Target="../tags/tag307.xml" /><ns0:Relationship Id="rId3" Type="http://schemas.openxmlformats.org/officeDocument/2006/relationships/tags" Target="../tags/tag308.xml" /></ns0: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Text Placeholder 1"/>
          <p:cNvSpPr>
            <a:spLocks noGrp="1"/>
          </p:cNvSpPr>
          <p:nvPr>
            <p:ph type="body" idx="20" sz="quarter"/>
          </p:nvPr>
        </p:nvSpPr>
        <p:spPr/>
        <p:txBody>
          <a:bodyPr/>
          <a:lstStyle/>
          <a:p>
            <a:r>
              <a:t>LAND review</a:t>
            </a:r>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a:r>
              <a:t/>
            </a:r>
          </a:p>
        </p:txBody>
      </p:sp>
      <p:sp>
        <p:nvSpPr>
          <p:cNvPr id="5" name="tcfield_S01_DirectorName"/>
          <p:cNvSpPr txBox="1"/>
          <p:nvPr/>
        </p:nvSpPr>
        <p:spPr>
          <a:xfrm>
            <a:off x="650000" y="1000000"/>
            <a:ext cx="8000000" cy="430000"/>
          </a:xfrm>
          <a:prstGeom prst="rect">
            <a:avLst/>
          </a:prstGeom>
          <a:noFill/>
          <a:ln>
            <a:noFill/>
          </a:ln>
        </p:spPr>
        <p:txBody>
          <a:bodyPr wrap="square" rtlCol="0">
            <a:spAutoFit/>
          </a:bodyPr>
          <a:lstStyle/>
          <a:p>
            <a:fld id="{ea036dde-b668-4a44-bddc-2d5dd9da1d9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DirectorName&lt;/m_strName&gt;&lt;/PersistentType&gt;&lt;/root&gt;">
              <a:rPr lang="en-US" sz="1800"/>
              <a:t>&lt;S01_DirectorName&gt;</a:t>
            </a:fld>
            <a:endParaRPr lang="en-US" sz="1800"/>
          </a:p>
        </p:txBody>
      </p:sp>
      <p:sp>
        <p:nvSpPr>
          <p:cNvPr id="6" name="tcfield_S01_Period"/>
          <p:cNvSpPr txBox="1"/>
          <p:nvPr/>
        </p:nvSpPr>
        <p:spPr>
          <a:xfrm>
            <a:off x="650000" y="1520000"/>
            <a:ext cx="8000000" cy="430000"/>
          </a:xfrm>
          <a:prstGeom prst="rect">
            <a:avLst/>
          </a:prstGeom>
          <a:noFill/>
          <a:ln>
            <a:noFill/>
          </a:ln>
        </p:spPr>
        <p:txBody>
          <a:bodyPr wrap="square" rtlCol="0">
            <a:spAutoFit/>
          </a:bodyPr>
          <a:lstStyle/>
          <a:p>
            <a:fld id="{0960bcf5-11d3-4af0-98e1-a04bfb3f42b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Period&lt;/m_strName&gt;&lt;/PersistentType&gt;&lt;/root&gt;">
              <a:rPr lang="en-US" sz="1800"/>
              <a:t>&lt;S01_Period&gt;</a:t>
            </a:fld>
            <a:endParaRPr lang="en-US" sz="1800"/>
          </a:p>
        </p:txBody>
      </p:sp>
      <p:sp>
        <p:nvSpPr>
          <p:cNvPr id="7" name="tcfield_S01_ScopeLabel"/>
          <p:cNvSpPr txBox="1"/>
          <p:nvPr/>
        </p:nvSpPr>
        <p:spPr>
          <a:xfrm>
            <a:off x="650000" y="2040000"/>
            <a:ext cx="8000000" cy="430000"/>
          </a:xfrm>
          <a:prstGeom prst="rect">
            <a:avLst/>
          </a:prstGeom>
          <a:noFill/>
          <a:ln>
            <a:noFill/>
          </a:ln>
        </p:spPr>
        <p:txBody>
          <a:bodyPr wrap="square" rtlCol="0">
            <a:spAutoFit/>
          </a:bodyPr>
          <a:lstStyle/>
          <a:p>
            <a:fld id="{ed6a94cb-64c2-4f9e-b00d-08f32a0147b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ScopeLabel&lt;/m_strName&gt;&lt;/PersistentType&gt;&lt;/root&gt;">
              <a:rPr lang="en-US" sz="1800"/>
              <a:t>&lt;S01_ScopeLabel&gt;</a:t>
            </a:fld>
            <a:endParaRPr lang="en-US"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Highlights and risks —</a:t>
            </a:r>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a:r>
              <a:t>Exec summary</a:t>
            </a:r>
          </a:p>
        </p:txBody>
      </p:sp>
      <p:sp>
        <p:nvSpPr>
          <p:cNvPr id="9" name="Text Placeholder 8"/>
          <p:cNvSpPr>
            <a:spLocks noGrp="1"/>
          </p:cNvSpPr>
          <p:nvPr>
            <p:ph type="body" idx="145" sz="quarter"/>
          </p:nvPr>
        </p:nvSpPr>
        <p:spPr/>
        <p:txBody>
          <a:bodyPr/>
          <a:lstStyle/>
          <a:p/>
        </p:txBody>
      </p:sp>
      <p:sp>
        <p:nvSpPr>
          <p:cNvPr id="10" name="Rectangle 9"/>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[Exec summary — manual paste for Phase 1]</a:t>
            </a:r>
          </a:p>
          <a:p>
            <a:r>
              <a:rPr sz="1100" b="0">
                <a:solidFill>
                  <a:srgbClr val="1A1D31"/>
                </a:solidFill>
                <a:latin typeface="Arial"/>
              </a:rPr>
              <a:t>Source: state/&lt;period&gt;/&lt;director&gt;/trends.json</a:t>
            </a:r>
          </a:p>
          <a:p>
            <a:r>
              <a:rPr sz="1100" b="0">
                <a:solidFill>
                  <a:srgbClr val="1A1D31"/>
                </a:solidFill>
                <a:latin typeface="Arial"/>
              </a:rPr>
              <a:t>  highlights[] (each: claim + rule_id)</a:t>
            </a:r>
          </a:p>
          <a:p>
            <a:r>
              <a:rPr sz="1100" b="0">
                <a:solidFill>
                  <a:srgbClr val="1A1D31"/>
                </a:solidFill>
                <a:latin typeface="Arial"/>
              </a:rPr>
              <a:t>  risks[]      (each: claim + rule_id)</a:t>
            </a:r>
          </a:p>
          <a:p>
            <a:r>
              <a:rPr sz="1100" b="0">
                <a:solidFill>
                  <a:srgbClr val="1A1D31"/>
                </a:solidFill>
                <a:latin typeface="Arial"/>
              </a:rPr>
              <a:t>Phase 1: copy/paste from state/&lt;period&gt;/&lt;director&gt;/brief.md</a:t>
            </a:r>
          </a:p>
          <a:p>
            <a:r>
              <a:rPr sz="1100" b="0">
                <a:solidFill>
                  <a:srgbClr val="1A1D31"/>
                </a:solidFill>
                <a:latin typeface="Arial"/>
              </a:rPr>
              <a:t>  '## Highlights' bullets into the LEFT content column</a:t>
            </a:r>
          </a:p>
          <a:p>
            <a:r>
              <a:rPr sz="1100" b="0">
                <a:solidFill>
                  <a:srgbClr val="1A1D31"/>
                </a:solidFill>
                <a:latin typeface="Arial"/>
              </a:rPr>
              <a:t>  '## Risks' bullets into the RIGHT content column.</a:t>
            </a:r>
          </a:p>
          <a:p>
            <a:r>
              <a:rPr sz="1100" b="0">
                <a:solidFill>
                  <a:srgbClr val="1A1D31"/>
                </a:solidFill>
                <a:latin typeface="Arial"/>
              </a:rPr>
              <a:t>Phase 2: build a HighlightsSummary sheet in model.xlsx that</a:t>
            </a:r>
          </a:p>
          <a:p>
            <a:r>
              <a:rPr sz="1100" b="0">
                <a:solidFill>
                  <a:srgbClr val="1A1D31"/>
                </a:solidFill>
                <a:latin typeface="Arial"/>
              </a:rPr>
              <a:t>materializes the envelope arrays into bindable cells, then</a:t>
            </a:r>
          </a:p>
          <a:p>
            <a:r>
              <a:rPr sz="1100" b="0">
                <a:solidFill>
                  <a:srgbClr val="1A1D31"/>
                </a:solidFill>
                <a:latin typeface="Arial"/>
              </a:rPr>
              <a:t>wire two think-cell 'Text Linked to Excel' bindings here</a:t>
            </a:r>
          </a:p>
          <a:p>
            <a:r>
              <a:rPr sz="1100" b="0">
                <a:solidFill>
                  <a:srgbClr val="1A1D31"/>
                </a:solidFill>
                <a:latin typeface="Arial"/>
              </a:rPr>
              <a:t>(one per column) pointing at HighlightsSummary!A:A and</a:t>
            </a:r>
          </a:p>
          <a:p>
            <a:r>
              <a:rPr sz="1100" b="0">
                <a:solidFill>
                  <a:srgbClr val="1A1D31"/>
                </a:solidFill>
                <a:latin typeface="Arial"/>
              </a:rPr>
              <a:t>HighlightsSummary!B:B.</a:t>
            </a:r>
          </a:p>
        </p:txBody>
      </p:sp>
      <p:sp>
        <p:nvSpPr>
          <p:cNvPr id="11" name="tcfield_S02_ExecSummaryLeft"/>
          <p:cNvSpPr txBox="1"/>
          <p:nvPr/>
        </p:nvSpPr>
        <p:spPr>
          <a:xfrm>
            <a:off x="650000" y="1350000"/>
            <a:ext cx="4200000" cy="2300000"/>
          </a:xfrm>
          <a:prstGeom prst="rect">
            <a:avLst/>
          </a:prstGeom>
          <a:noFill/>
          <a:ln>
            <a:noFill/>
          </a:ln>
        </p:spPr>
        <p:txBody>
          <a:bodyPr wrap="square" rtlCol="0">
            <a:spAutoFit/>
          </a:bodyPr>
          <a:lstStyle/>
          <a:p>
            <a:fld id="{a7e964ce-18e5-41dc-a4ce-3fd616cde73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Left&lt;/m_strName&gt;&lt;/PersistentType&gt;&lt;/root&gt;">
              <a:rPr lang="en-US" sz="1400"/>
              <a:t>&lt;S02_ExecSummaryLeft&gt;</a:t>
            </a:fld>
            <a:endParaRPr lang="en-US" sz="1400"/>
          </a:p>
        </p:txBody>
      </p:sp>
      <p:sp>
        <p:nvSpPr>
          <p:cNvPr id="12" name="tcfield_S02_ExecSummaryRight"/>
          <p:cNvSpPr txBox="1"/>
          <p:nvPr/>
        </p:nvSpPr>
        <p:spPr>
          <a:xfrm>
            <a:off x="5250000" y="1350000"/>
            <a:ext cx="4200000" cy="2300000"/>
          </a:xfrm>
          <a:prstGeom prst="rect">
            <a:avLst/>
          </a:prstGeom>
          <a:noFill/>
          <a:ln>
            <a:noFill/>
          </a:ln>
        </p:spPr>
        <p:txBody>
          <a:bodyPr wrap="square" rtlCol="0">
            <a:spAutoFit/>
          </a:bodyPr>
          <a:lstStyle/>
          <a:p>
            <a:fld id="{2d3cc297-decf-4f11-98aa-abb617f5aca9}"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Right&lt;/m_strName&gt;&lt;/PersistentType&gt;&lt;/root&gt;">
              <a:rPr lang="en-US" sz="1400"/>
              <a:t>&lt;S02_ExecSummaryRight&gt;</a:t>
            </a:fld>
            <a:endParaRPr lang="en-US"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C9FF831-1F24-130B-ABA6-61BF709382C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9B468AF-DEDA-9B09-4D65-7CB0F7D430B7}"/>
              </a:ext>
            </a:extLst>
          </p:cNvPr>
          <p:cNvGraphicFramePr>
            <a:graphicFrameLocks/>
          </p:cNvGraphicFramePr>
          <p:nvPr>
            <p:custDataLst>
              <p:tags r:id="rId1"/>
            </p:custDataLst>
            <p:extLst>
              <p:ext uri="{D42A27DB-BD31-4B8C-83A1-F6EECF244321}">
                <p14:modId xmlns:p14="http://schemas.microsoft.com/office/powerpoint/2010/main" val="1028081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49" imgH="350" progId="TCLayout.ActiveDocument.1">
                  <p:embed/>
                </p:oleObj>
              </mc:Choice>
              <mc:Fallback>
                <p:oleObj name="think-cell Slide" r:id="rId32" imgW="349" imgH="350" progId="TCLayout.ActiveDocument.1">
                  <p:embed/>
                  <p:pic>
                    <p:nvPicPr>
                      <p:cNvPr id="10" name="think-cell data - do not delete" hidden="1">
                        <a:extLst>
                          <a:ext uri="{FF2B5EF4-FFF2-40B4-BE49-F238E27FC236}">
                            <a16:creationId xmlns:a16="http://schemas.microsoft.com/office/drawing/2014/main" id="{F9B468AF-DEDA-9B09-4D65-7CB0F7D430B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CC06159-4BF2-5333-C99F-B621E9273E12}"/>
              </a:ext>
            </a:extLst>
          </p:cNvPr>
          <p:cNvSpPr>
            <a:spLocks noGrp="1"/>
          </p:cNvSpPr>
          <p:nvPr>
            <p:ph type="title"/>
          </p:nvPr>
        </p:nvSpPr>
        <p:spPr/>
        <p:txBody>
          <a:bodyPr vert="horz"/>
          <a:lstStyle/>
          <a:p>
            <a:r>
              <a:rPr lang="en-US" spc="-30" dirty="0"/>
              <a:t>Contribution to change: Build-down w</a:t>
            </a:r>
            <a:r>
              <a:rPr lang="en-US" altLang="en-US" spc="-30" dirty="0"/>
              <a:t>aterfall</a:t>
            </a:r>
            <a:endParaRPr lang="en-US" dirty="0"/>
          </a:p>
        </p:txBody>
      </p:sp>
      <p:cxnSp>
        <p:nvCxnSpPr>
          <p:cNvPr id="99" name="Straight Connector 98">
            <a:extLst>
              <a:ext uri="{FF2B5EF4-FFF2-40B4-BE49-F238E27FC236}">
                <a16:creationId xmlns:a16="http://schemas.microsoft.com/office/drawing/2014/main" id="{AB1CA902-74C5-611C-FDFD-6EB84EC4B733}"/>
              </a:ext>
            </a:extLst>
          </p:cNvPr>
          <p:cNvCxnSpPr>
            <a:cxnSpLocks/>
          </p:cNvCxnSpPr>
          <p:nvPr>
            <p:custDataLst>
              <p:tags r:id="rId2"/>
            </p:custDataLst>
          </p:nvPr>
        </p:nvCxnSpPr>
        <p:spPr bwMode="auto">
          <a:xfrm>
            <a:off x="1733549" y="2381250"/>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42A85082-B7AE-0A16-A7FF-C85DBEF62D01}"/>
              </a:ext>
            </a:extLst>
          </p:cNvPr>
          <p:cNvCxnSpPr/>
          <p:nvPr>
            <p:custDataLst>
              <p:tags r:id="rId3"/>
            </p:custDataLst>
          </p:nvPr>
        </p:nvCxnSpPr>
        <p:spPr bwMode="auto">
          <a:xfrm>
            <a:off x="2962275" y="2846388"/>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C658EDFF-CEED-AFA0-44E1-39FD326AE4A5}"/>
              </a:ext>
            </a:extLst>
          </p:cNvPr>
          <p:cNvCxnSpPr/>
          <p:nvPr>
            <p:custDataLst>
              <p:tags r:id="rId4"/>
            </p:custDataLst>
          </p:nvPr>
        </p:nvCxnSpPr>
        <p:spPr bwMode="auto">
          <a:xfrm>
            <a:off x="4192587" y="332422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BFF9269F-F6D6-CB61-FFB8-5CF09C7A301B}"/>
              </a:ext>
            </a:extLst>
          </p:cNvPr>
          <p:cNvCxnSpPr/>
          <p:nvPr>
            <p:custDataLst>
              <p:tags r:id="rId5"/>
            </p:custDataLst>
          </p:nvPr>
        </p:nvCxnSpPr>
        <p:spPr bwMode="auto">
          <a:xfrm>
            <a:off x="5422900" y="360997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A6DF5985-4630-FB17-2323-3CEDF30565FA}"/>
              </a:ext>
            </a:extLst>
          </p:cNvPr>
          <p:cNvCxnSpPr>
            <a:cxnSpLocks/>
          </p:cNvCxnSpPr>
          <p:nvPr>
            <p:custDataLst>
              <p:tags r:id="rId6"/>
            </p:custDataLst>
          </p:nvPr>
        </p:nvCxnSpPr>
        <p:spPr bwMode="auto">
          <a:xfrm>
            <a:off x="6651626" y="3641725"/>
            <a:ext cx="222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BB38B69-6CA2-94FF-AACE-7C76EADAB0AA}"/>
              </a:ext>
            </a:extLst>
          </p:cNvPr>
          <p:cNvCxnSpPr/>
          <p:nvPr>
            <p:custDataLst>
              <p:tags r:id="rId7"/>
            </p:custDataLst>
          </p:nvPr>
        </p:nvCxnSpPr>
        <p:spPr bwMode="auto">
          <a:xfrm>
            <a:off x="6970713" y="3641725"/>
            <a:ext cx="227012"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B974DC09-7D53-C17F-8901-78C1476C2F56}"/>
              </a:ext>
            </a:extLst>
          </p:cNvPr>
          <p:cNvGraphicFramePr/>
          <p:nvPr>
            <p:custDataLst>
              <p:tags r:id="rId8"/>
            </p:custDataLst>
            <p:extLst>
              <p:ext uri="{D42A27DB-BD31-4B8C-83A1-F6EECF244321}">
                <p14:modId xmlns:p14="http://schemas.microsoft.com/office/powerpoint/2010/main" val="1331882988"/>
              </p:ext>
            </p:extLst>
          </p:nvPr>
        </p:nvGraphicFramePr>
        <p:xfrm>
          <a:off x="279400" y="2074863"/>
          <a:ext cx="7958138" cy="3344862"/>
        </p:xfrm>
        <a:graphic>
          <a:graphicData uri="http://schemas.openxmlformats.org/drawingml/2006/chart">
            <c:chart xmlns:c="http://schemas.openxmlformats.org/drawingml/2006/chart" xmlns:r="http://schemas.openxmlformats.org/officeDocument/2006/relationships" r:id="rId34"/>
          </a:graphicData>
        </a:graphic>
      </p:graphicFrame>
      <p:cxnSp>
        <p:nvCxnSpPr>
          <p:cNvPr id="27" name="Straight Connector 26">
            <a:extLst>
              <a:ext uri="{FF2B5EF4-FFF2-40B4-BE49-F238E27FC236}">
                <a16:creationId xmlns:a16="http://schemas.microsoft.com/office/drawing/2014/main" id="{4A7BD513-E863-92C7-A3D1-CED4362BB4E4}"/>
              </a:ext>
            </a:extLst>
          </p:cNvPr>
          <p:cNvCxnSpPr>
            <a:cxnSpLocks/>
          </p:cNvCxnSpPr>
          <p:nvPr>
            <p:custDataLst>
              <p:tags r:id="rId9"/>
            </p:custDataLst>
          </p:nvPr>
        </p:nvCxnSpPr>
        <p:spPr bwMode="auto">
          <a:xfrm flipH="1">
            <a:off x="6575425" y="3529013"/>
            <a:ext cx="98425" cy="8731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EB9AB67A-A550-9F76-BF0F-AC0E355B4E70}"/>
              </a:ext>
            </a:extLst>
          </p:cNvPr>
          <p:cNvCxnSpPr>
            <a:cxnSpLocks/>
          </p:cNvCxnSpPr>
          <p:nvPr>
            <p:custDataLst>
              <p:tags r:id="rId10"/>
            </p:custDataLst>
          </p:nvPr>
        </p:nvCxnSpPr>
        <p:spPr bwMode="auto">
          <a:xfrm flipH="1" flipV="1">
            <a:off x="6575425" y="3632200"/>
            <a:ext cx="98425" cy="889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Rectangle 140">
            <a:extLst>
              <a:ext uri="{FF2B5EF4-FFF2-40B4-BE49-F238E27FC236}">
                <a16:creationId xmlns:a16="http://schemas.microsoft.com/office/drawing/2014/main" id="{3CCB1E30-A955-3F6B-4E52-937A5E49640B}"/>
              </a:ext>
            </a:extLst>
          </p:cNvPr>
          <p:cNvSpPr>
            <a:spLocks/>
          </p:cNvSpPr>
          <p:nvPr>
            <p:custDataLst>
              <p:tags r:id="rId11"/>
            </p:custDataLst>
          </p:nvPr>
        </p:nvSpPr>
        <p:spPr bwMode="auto">
          <a:xfrm>
            <a:off x="403225" y="1919288"/>
            <a:ext cx="25542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altLang="en-US" sz="1400" dirty="0">
                <a:solidFill>
                  <a:schemeClr val="tx1"/>
                </a:solidFill>
                <a:effectLst/>
              </a:rPr>
              <a:t>Revenues, costs, </a:t>
            </a:r>
            <a:r>
              <a:rPr lang="en-US" altLang="en-US" sz="1400" dirty="0">
                <a:solidFill>
                  <a:schemeClr val="tx1"/>
                </a:solidFill>
              </a:rPr>
              <a:t>t</a:t>
            </a:r>
            <a:r>
              <a:rPr lang="en-US" altLang="en-US" sz="1400" dirty="0">
                <a:solidFill>
                  <a:schemeClr val="tx1"/>
                </a:solidFill>
                <a:effectLst/>
              </a:rPr>
              <a:t>otals [USD </a:t>
            </a:r>
            <a:r>
              <a:rPr lang="en-US" altLang="en-US" sz="1400" dirty="0">
                <a:solidFill>
                  <a:schemeClr val="tx1"/>
                </a:solidFill>
              </a:rPr>
              <a:t>m</a:t>
            </a:r>
            <a:r>
              <a:rPr lang="en-US" altLang="en-US" sz="1400" dirty="0">
                <a:solidFill>
                  <a:schemeClr val="tx1"/>
                </a:solidFill>
                <a:effectLst/>
              </a:rPr>
              <a:t>]</a:t>
            </a:r>
            <a:endParaRPr lang="en-US" sz="1400" dirty="0">
              <a:solidFill>
                <a:schemeClr val="tx1"/>
              </a:solidFill>
            </a:endParaRPr>
          </a:p>
        </p:txBody>
      </p:sp>
      <p:sp>
        <p:nvSpPr>
          <p:cNvPr id="28" name="Rectangle 47">
            <a:extLst>
              <a:ext uri="{FF2B5EF4-FFF2-40B4-BE49-F238E27FC236}">
                <a16:creationId xmlns:a16="http://schemas.microsoft.com/office/drawing/2014/main" id="{BE6A26F7-37DD-9D24-CFBC-DF825D99B0CD}"/>
              </a:ext>
            </a:extLst>
          </p:cNvPr>
          <p:cNvSpPr>
            <a:spLocks/>
          </p:cNvSpPr>
          <p:nvPr>
            <p:custDataLst>
              <p:tags r:id="rId12"/>
            </p:custDataLst>
          </p:nvPr>
        </p:nvSpPr>
        <p:spPr bwMode="auto">
          <a:xfrm>
            <a:off x="1030288" y="5172075"/>
            <a:ext cx="7223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13B58C1-3C05-4553-959A-BA2DE82E084A}" type="datetime'R''''''''''''''''''''''''''eve''n''ue'''''''''''''''''''">
              <a:rPr lang="en-US" altLang="en-US" sz="1400" smtClean="0">
                <a:solidFill>
                  <a:schemeClr val="tx1"/>
                </a:solidFill>
              </a:rPr>
              <a:pPr algn="ctr">
                <a:spcBef>
                  <a:spcPct val="0"/>
                </a:spcBef>
                <a:spcAft>
                  <a:spcPct val="0"/>
                </a:spcAft>
              </a:pPr>
              <a:t>Revenue</a:t>
            </a:fld>
            <a:endParaRPr lang="en-US" sz="1400">
              <a:solidFill>
                <a:schemeClr val="tx1"/>
              </a:solidFill>
            </a:endParaRPr>
          </a:p>
        </p:txBody>
      </p:sp>
      <p:sp>
        <p:nvSpPr>
          <p:cNvPr id="31" name="Rectangle 48">
            <a:extLst>
              <a:ext uri="{FF2B5EF4-FFF2-40B4-BE49-F238E27FC236}">
                <a16:creationId xmlns:a16="http://schemas.microsoft.com/office/drawing/2014/main" id="{3F4B8C53-3F38-6501-2D4F-3E1A6A4E7219}"/>
              </a:ext>
            </a:extLst>
          </p:cNvPr>
          <p:cNvSpPr>
            <a:spLocks/>
          </p:cNvSpPr>
          <p:nvPr>
            <p:custDataLst>
              <p:tags r:id="rId13"/>
            </p:custDataLst>
          </p:nvPr>
        </p:nvSpPr>
        <p:spPr bwMode="auto">
          <a:xfrm>
            <a:off x="2352675" y="5172075"/>
            <a:ext cx="536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B73269A6-A8FD-4AE9-B2DE-CA7E948D3409}" type="datetime'''''''''''''''''''''''''''''C''''''''''O''''''G''''''''S'''''">
              <a:rPr lang="en-US" altLang="en-US" sz="1400" smtClean="0">
                <a:solidFill>
                  <a:schemeClr val="tx1"/>
                </a:solidFill>
              </a:rPr>
              <a:pPr algn="ctr">
                <a:spcBef>
                  <a:spcPct val="0"/>
                </a:spcBef>
                <a:spcAft>
                  <a:spcPct val="0"/>
                </a:spcAft>
              </a:pPr>
              <a:t>COGS</a:t>
            </a:fld>
            <a:endParaRPr lang="en-US" sz="1400">
              <a:solidFill>
                <a:schemeClr val="tx1"/>
              </a:solidFill>
            </a:endParaRPr>
          </a:p>
        </p:txBody>
      </p:sp>
      <p:sp>
        <p:nvSpPr>
          <p:cNvPr id="105" name="Rectangle 48">
            <a:extLst>
              <a:ext uri="{FF2B5EF4-FFF2-40B4-BE49-F238E27FC236}">
                <a16:creationId xmlns:a16="http://schemas.microsoft.com/office/drawing/2014/main" id="{167FD01D-ADD5-57F9-7EFD-3AA94AE5476A}"/>
              </a:ext>
            </a:extLst>
          </p:cNvPr>
          <p:cNvSpPr>
            <a:spLocks/>
          </p:cNvSpPr>
          <p:nvPr>
            <p:custDataLst>
              <p:tags r:id="rId14"/>
            </p:custDataLst>
          </p:nvPr>
        </p:nvSpPr>
        <p:spPr bwMode="auto">
          <a:xfrm>
            <a:off x="3570288" y="5172075"/>
            <a:ext cx="5588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846FACA-0681-466A-9210-2FED20FDFA0E}" type="datetime'''''W''''''''a''''g''''''''''''e''''''''s'''''''''''''''''''">
              <a:rPr lang="en-US" altLang="en-US" sz="1400" smtClean="0">
                <a:solidFill>
                  <a:schemeClr val="tx1"/>
                </a:solidFill>
              </a:rPr>
              <a:pPr algn="ctr">
                <a:spcBef>
                  <a:spcPct val="0"/>
                </a:spcBef>
                <a:spcAft>
                  <a:spcPct val="0"/>
                </a:spcAft>
              </a:pPr>
              <a:t>Wages</a:t>
            </a:fld>
            <a:endParaRPr lang="en-US" sz="1400">
              <a:solidFill>
                <a:schemeClr val="tx1"/>
              </a:solidFill>
            </a:endParaRPr>
          </a:p>
        </p:txBody>
      </p:sp>
      <p:sp>
        <p:nvSpPr>
          <p:cNvPr id="118" name="Text Placeholder 2">
            <a:extLst>
              <a:ext uri="{FF2B5EF4-FFF2-40B4-BE49-F238E27FC236}">
                <a16:creationId xmlns:a16="http://schemas.microsoft.com/office/drawing/2014/main" id="{A36AD9A7-A470-4248-33C2-9AE6FF8B56DA}"/>
              </a:ext>
            </a:extLst>
          </p:cNvPr>
          <p:cNvSpPr>
            <a:spLocks/>
          </p:cNvSpPr>
          <p:nvPr>
            <p:custDataLst>
              <p:tags r:id="rId15"/>
            </p:custDataLst>
          </p:nvPr>
        </p:nvSpPr>
        <p:spPr bwMode="gray">
          <a:xfrm>
            <a:off x="5103813" y="3297238"/>
            <a:ext cx="296863" cy="192088"/>
          </a:xfrm>
          <a:prstGeom prst="rect">
            <a:avLst/>
          </a:prstGeom>
          <a:solidFill>
            <a:schemeClr val="accent6"/>
          </a:solidFill>
          <a:ln>
            <a:noFill/>
          </a:ln>
          <a:effectLst/>
        </p:spPr>
        <p:txBody>
          <a:bodyPr vert="horz" wrap="none" lIns="25400" tIns="0" rIns="2540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90000"/>
              </a:lnSpc>
              <a:spcBef>
                <a:spcPct val="0"/>
              </a:spcBef>
              <a:spcAft>
                <a:spcPct val="0"/>
              </a:spcAft>
              <a:buNone/>
            </a:pPr>
            <a:fld id="{C13CDDB6-2BEA-404E-8479-99FC5A1E8D07}" type="datetime'''''''''''''''''''2''''''''''.''''''0'''''''''''''''">
              <a:rPr lang="en-US" altLang="en-US" sz="1400" smtClean="0">
                <a:effectLst/>
              </a:rPr>
              <a:pPr marL="0" lvl="0" indent="0" algn="ctr">
                <a:lnSpc>
                  <a:spcPct val="90000"/>
                </a:lnSpc>
                <a:spcBef>
                  <a:spcPct val="0"/>
                </a:spcBef>
                <a:spcAft>
                  <a:spcPct val="0"/>
                </a:spcAft>
                <a:buNone/>
              </a:pPr>
              <a:t>2.0</a:t>
            </a:fld>
            <a:endParaRPr lang="en-US" sz="1400" dirty="0"/>
          </a:p>
        </p:txBody>
      </p:sp>
      <p:sp>
        <p:nvSpPr>
          <p:cNvPr id="110" name="Rectangle 48">
            <a:extLst>
              <a:ext uri="{FF2B5EF4-FFF2-40B4-BE49-F238E27FC236}">
                <a16:creationId xmlns:a16="http://schemas.microsoft.com/office/drawing/2014/main" id="{4FC410EE-6F8D-F307-2C6E-98D4889A3097}"/>
              </a:ext>
            </a:extLst>
          </p:cNvPr>
          <p:cNvSpPr>
            <a:spLocks/>
          </p:cNvSpPr>
          <p:nvPr>
            <p:custDataLst>
              <p:tags r:id="rId16"/>
            </p:custDataLst>
          </p:nvPr>
        </p:nvSpPr>
        <p:spPr bwMode="auto">
          <a:xfrm>
            <a:off x="4684713" y="5172075"/>
            <a:ext cx="790575"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spcCol="0" rtlCol="0" anchor="t" anchorCtr="0">
            <a:noAutofit/>
          </a:bodyPr>
          <a:lstStyle/>
          <a:p>
            <a:pPr algn="ctr">
              <a:spcBef>
                <a:spcPct val="0"/>
              </a:spcBef>
              <a:spcAft>
                <a:spcPct val="0"/>
              </a:spcAft>
            </a:pPr>
            <a:fld id="{3B8D2C3E-E0F3-471C-97A5-0BB97FECDEC6}" type="datetime'Op''''''''er''a''ti''''''''''''''n''g'' c''''''o''s''''ts'''">
              <a:rPr lang="en-US" altLang="en-US" sz="1400" smtClean="0">
                <a:solidFill>
                  <a:schemeClr val="tx1"/>
                </a:solidFill>
              </a:rPr>
              <a:pPr algn="ctr">
                <a:spcBef>
                  <a:spcPct val="0"/>
                </a:spcBef>
                <a:spcAft>
                  <a:spcPct val="0"/>
                </a:spcAft>
              </a:pPr>
              <a:t>Operating costs</a:t>
            </a:fld>
            <a:endParaRPr lang="en-US" sz="1400">
              <a:solidFill>
                <a:schemeClr val="tx1"/>
              </a:solidFill>
            </a:endParaRPr>
          </a:p>
        </p:txBody>
      </p:sp>
      <p:sp>
        <p:nvSpPr>
          <p:cNvPr id="117" name="Rectangle 48">
            <a:extLst>
              <a:ext uri="{FF2B5EF4-FFF2-40B4-BE49-F238E27FC236}">
                <a16:creationId xmlns:a16="http://schemas.microsoft.com/office/drawing/2014/main" id="{F63AA08A-9837-A292-9B5E-EA56C6656319}"/>
              </a:ext>
            </a:extLst>
          </p:cNvPr>
          <p:cNvSpPr>
            <a:spLocks/>
          </p:cNvSpPr>
          <p:nvPr>
            <p:custDataLst>
              <p:tags r:id="rId17"/>
            </p:custDataLst>
          </p:nvPr>
        </p:nvSpPr>
        <p:spPr bwMode="auto">
          <a:xfrm>
            <a:off x="5915025" y="5172075"/>
            <a:ext cx="790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1518976-9009-4B89-832F-4167B2792417}" type="datetime'''''M''''ar''''ke''''''''''''''ti''''''''''''n''g'">
              <a:rPr lang="en-US" altLang="en-US" sz="1400" smtClean="0">
                <a:solidFill>
                  <a:schemeClr val="tx1"/>
                </a:solidFill>
              </a:rPr>
              <a:pPr algn="ctr">
                <a:spcBef>
                  <a:spcPct val="0"/>
                </a:spcBef>
                <a:spcAft>
                  <a:spcPct val="0"/>
                </a:spcAft>
              </a:pPr>
              <a:t>Marketing</a:t>
            </a:fld>
            <a:endParaRPr lang="en-US" sz="1400">
              <a:solidFill>
                <a:schemeClr val="tx1"/>
              </a:solidFill>
            </a:endParaRPr>
          </a:p>
        </p:txBody>
      </p:sp>
      <p:sp>
        <p:nvSpPr>
          <p:cNvPr id="141" name="Rectangle 48">
            <a:extLst>
              <a:ext uri="{FF2B5EF4-FFF2-40B4-BE49-F238E27FC236}">
                <a16:creationId xmlns:a16="http://schemas.microsoft.com/office/drawing/2014/main" id="{B50AD9A2-643D-9C14-89AF-10E5585FA536}"/>
              </a:ext>
            </a:extLst>
          </p:cNvPr>
          <p:cNvSpPr>
            <a:spLocks/>
          </p:cNvSpPr>
          <p:nvPr>
            <p:custDataLst>
              <p:tags r:id="rId18"/>
            </p:custDataLst>
          </p:nvPr>
        </p:nvSpPr>
        <p:spPr bwMode="auto">
          <a:xfrm>
            <a:off x="7085013" y="5172075"/>
            <a:ext cx="9096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75B6920D-08EE-4C12-B144-2564E5650645}" type="datetime'''''''''N''''''''''e''t'''''''''' ''''in''c''o''m''''''e'''''">
              <a:rPr lang="en-US" altLang="en-US" sz="1400" smtClean="0">
                <a:solidFill>
                  <a:schemeClr val="tx1"/>
                </a:solidFill>
              </a:rPr>
              <a:pPr algn="ctr">
                <a:spcBef>
                  <a:spcPct val="0"/>
                </a:spcBef>
                <a:spcAft>
                  <a:spcPct val="0"/>
                </a:spcAft>
              </a:pPr>
              <a:t>Net income</a:t>
            </a:fld>
            <a:endParaRPr lang="en-US" sz="1400" dirty="0">
              <a:solidFill>
                <a:schemeClr val="tx1"/>
              </a:solidFill>
            </a:endParaRPr>
          </a:p>
        </p:txBody>
      </p:sp>
      <p:sp>
        <p:nvSpPr>
          <p:cNvPr id="41" name="Rectangle 60">
            <a:extLst>
              <a:ext uri="{FF2B5EF4-FFF2-40B4-BE49-F238E27FC236}">
                <a16:creationId xmlns:a16="http://schemas.microsoft.com/office/drawing/2014/main" id="{48892C81-8003-8517-2754-349647CF85F4}"/>
              </a:ext>
            </a:extLst>
          </p:cNvPr>
          <p:cNvSpPr>
            <a:spLocks/>
          </p:cNvSpPr>
          <p:nvPr>
            <p:custDataLst>
              <p:tags r:id="rId19"/>
            </p:custDataLst>
          </p:nvPr>
        </p:nvSpPr>
        <p:spPr bwMode="gray">
          <a:xfrm>
            <a:off x="1193800" y="2163763"/>
            <a:ext cx="395288"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970AD857-A022-4F23-B0BC-3FB30D30E548}" type="datetime'''''4''0''''''''''''''''''''''''.''''''''0'''''">
              <a:rPr lang="en-US" altLang="en-US" sz="1400" smtClean="0">
                <a:solidFill>
                  <a:schemeClr val="tx1"/>
                </a:solidFill>
              </a:rPr>
              <a:pPr/>
              <a:t>40.0</a:t>
            </a:fld>
            <a:endParaRPr lang="en-US" sz="1400" dirty="0">
              <a:solidFill>
                <a:schemeClr val="tx1"/>
              </a:solidFill>
            </a:endParaRPr>
          </a:p>
        </p:txBody>
      </p:sp>
      <p:sp>
        <p:nvSpPr>
          <p:cNvPr id="42" name="Rectangle 61">
            <a:extLst>
              <a:ext uri="{FF2B5EF4-FFF2-40B4-BE49-F238E27FC236}">
                <a16:creationId xmlns:a16="http://schemas.microsoft.com/office/drawing/2014/main" id="{10DDCD0E-F8E9-EF16-5145-84546E18DC40}"/>
              </a:ext>
            </a:extLst>
          </p:cNvPr>
          <p:cNvSpPr>
            <a:spLocks/>
          </p:cNvSpPr>
          <p:nvPr>
            <p:custDataLst>
              <p:tags r:id="rId20"/>
            </p:custDataLst>
          </p:nvPr>
        </p:nvSpPr>
        <p:spPr bwMode="gray">
          <a:xfrm>
            <a:off x="2443163" y="2871788"/>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8A9B7A91-3F07-4A0E-A838-24619F6B83FB}" type="datetime'-''''''''''''''''6''''.''''''''8'''''''''''">
              <a:rPr lang="en-US" altLang="en-US" sz="1400" smtClean="0">
                <a:solidFill>
                  <a:schemeClr val="tx1"/>
                </a:solidFill>
              </a:rPr>
              <a:pPr/>
              <a:t>-6.8</a:t>
            </a:fld>
            <a:endParaRPr lang="en-US" sz="1400">
              <a:solidFill>
                <a:schemeClr val="tx1"/>
              </a:solidFill>
            </a:endParaRPr>
          </a:p>
        </p:txBody>
      </p:sp>
      <p:sp>
        <p:nvSpPr>
          <p:cNvPr id="126" name="Rectangle 61">
            <a:extLst>
              <a:ext uri="{FF2B5EF4-FFF2-40B4-BE49-F238E27FC236}">
                <a16:creationId xmlns:a16="http://schemas.microsoft.com/office/drawing/2014/main" id="{BFBDFAB1-A5F8-2E8F-F5F8-65436934188E}"/>
              </a:ext>
            </a:extLst>
          </p:cNvPr>
          <p:cNvSpPr>
            <a:spLocks/>
          </p:cNvSpPr>
          <p:nvPr>
            <p:custDataLst>
              <p:tags r:id="rId21"/>
            </p:custDataLst>
          </p:nvPr>
        </p:nvSpPr>
        <p:spPr bwMode="gray">
          <a:xfrm>
            <a:off x="3671888" y="33496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4CFC117F-577F-4C1B-B194-9BCDF0B4EDDF}" type="datetime'''''''''''''-''7''''''''''''''.''0'''''''''''''">
              <a:rPr lang="en-US" altLang="en-US" sz="1400" smtClean="0">
                <a:solidFill>
                  <a:schemeClr val="tx1"/>
                </a:solidFill>
              </a:rPr>
              <a:pPr/>
              <a:t>-7.0</a:t>
            </a:fld>
            <a:endParaRPr lang="en-US" sz="1400" dirty="0">
              <a:solidFill>
                <a:schemeClr val="tx1"/>
              </a:solidFill>
            </a:endParaRPr>
          </a:p>
        </p:txBody>
      </p:sp>
      <p:sp>
        <p:nvSpPr>
          <p:cNvPr id="163" name="Rectangle 61">
            <a:extLst>
              <a:ext uri="{FF2B5EF4-FFF2-40B4-BE49-F238E27FC236}">
                <a16:creationId xmlns:a16="http://schemas.microsoft.com/office/drawing/2014/main" id="{2E719C97-885A-3053-EAC9-2E743BDAD770}"/>
              </a:ext>
            </a:extLst>
          </p:cNvPr>
          <p:cNvSpPr>
            <a:spLocks/>
          </p:cNvSpPr>
          <p:nvPr>
            <p:custDataLst>
              <p:tags r:id="rId22"/>
            </p:custDataLst>
          </p:nvPr>
        </p:nvSpPr>
        <p:spPr bwMode="gray">
          <a:xfrm>
            <a:off x="4902200" y="363537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DFF31C7F-AD4C-4F03-AA0A-1B9FB340F736}" type="datetime'''''''''''-4''''''''''.''''''''''''''''''2'''''''''''">
              <a:rPr lang="en-US" altLang="en-US" sz="1400" smtClean="0">
                <a:solidFill>
                  <a:schemeClr val="tx1"/>
                </a:solidFill>
              </a:rPr>
              <a:pPr/>
              <a:t>-4.2</a:t>
            </a:fld>
            <a:endParaRPr lang="en-US" sz="1400">
              <a:solidFill>
                <a:schemeClr val="tx1"/>
              </a:solidFill>
            </a:endParaRPr>
          </a:p>
        </p:txBody>
      </p:sp>
      <p:sp>
        <p:nvSpPr>
          <p:cNvPr id="135" name="Rectangle 61">
            <a:extLst>
              <a:ext uri="{FF2B5EF4-FFF2-40B4-BE49-F238E27FC236}">
                <a16:creationId xmlns:a16="http://schemas.microsoft.com/office/drawing/2014/main" id="{6C5CFC8A-F1E1-B3C3-F425-C6A64066EB0C}"/>
              </a:ext>
            </a:extLst>
          </p:cNvPr>
          <p:cNvSpPr>
            <a:spLocks/>
          </p:cNvSpPr>
          <p:nvPr>
            <p:custDataLst>
              <p:tags r:id="rId23"/>
            </p:custDataLst>
          </p:nvPr>
        </p:nvSpPr>
        <p:spPr bwMode="gray">
          <a:xfrm>
            <a:off x="6132513" y="36671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C3EA75AA-76F4-4576-9C52-D66D6B36AB45}" type="datetime'''''-''''''''0''''.''''''''''''''''''''''''''''5'''">
              <a:rPr lang="en-US" altLang="en-US" sz="1400" smtClean="0">
                <a:solidFill>
                  <a:schemeClr val="tx1"/>
                </a:solidFill>
              </a:rPr>
              <a:pPr/>
              <a:t>-0.5</a:t>
            </a:fld>
            <a:endParaRPr lang="en-US" sz="1400">
              <a:solidFill>
                <a:schemeClr val="tx1"/>
              </a:solidFill>
            </a:endParaRPr>
          </a:p>
        </p:txBody>
      </p:sp>
      <p:sp>
        <p:nvSpPr>
          <p:cNvPr id="47" name="Rectangle 6">
            <a:extLst>
              <a:ext uri="{FF2B5EF4-FFF2-40B4-BE49-F238E27FC236}">
                <a16:creationId xmlns:a16="http://schemas.microsoft.com/office/drawing/2014/main" id="{1A821689-3F0B-471B-740D-801E43B4C178}"/>
              </a:ext>
            </a:extLst>
          </p:cNvPr>
          <p:cNvSpPr>
            <a:spLocks/>
          </p:cNvSpPr>
          <p:nvPr>
            <p:custDataLst>
              <p:tags r:id="rId24"/>
            </p:custDataLst>
          </p:nvPr>
        </p:nvSpPr>
        <p:spPr bwMode="auto">
          <a:xfrm>
            <a:off x="33337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30">
            <a:extLst>
              <a:ext uri="{FF2B5EF4-FFF2-40B4-BE49-F238E27FC236}">
                <a16:creationId xmlns:a16="http://schemas.microsoft.com/office/drawing/2014/main" id="{974BFE12-C505-5A79-BCC9-81A717221668}"/>
              </a:ext>
            </a:extLst>
          </p:cNvPr>
          <p:cNvSpPr>
            <a:spLocks/>
          </p:cNvSpPr>
          <p:nvPr>
            <p:custDataLst>
              <p:tags r:id="rId25"/>
            </p:custDataLst>
          </p:nvPr>
        </p:nvSpPr>
        <p:spPr bwMode="auto">
          <a:xfrm>
            <a:off x="4083050"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10">
            <a:extLst>
              <a:ext uri="{FF2B5EF4-FFF2-40B4-BE49-F238E27FC236}">
                <a16:creationId xmlns:a16="http://schemas.microsoft.com/office/drawing/2014/main" id="{AF4F247E-87F1-7458-6A31-4EFD5F4F803F}"/>
              </a:ext>
            </a:extLst>
          </p:cNvPr>
          <p:cNvSpPr>
            <a:spLocks/>
          </p:cNvSpPr>
          <p:nvPr>
            <p:custDataLst>
              <p:tags r:id="rId26"/>
            </p:custDataLst>
          </p:nvPr>
        </p:nvSpPr>
        <p:spPr bwMode="auto">
          <a:xfrm>
            <a:off x="4832350" y="5778500"/>
            <a:ext cx="250825" cy="187325"/>
          </a:xfrm>
          <a:prstGeom prst="rect">
            <a:avLst/>
          </a:prstGeom>
          <a:solidFill>
            <a:schemeClr val="accent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1">
            <a:extLst>
              <a:ext uri="{FF2B5EF4-FFF2-40B4-BE49-F238E27FC236}">
                <a16:creationId xmlns:a16="http://schemas.microsoft.com/office/drawing/2014/main" id="{C62F821E-2F86-2EE4-2676-E7516E43A273}"/>
              </a:ext>
            </a:extLst>
          </p:cNvPr>
          <p:cNvSpPr>
            <a:spLocks/>
          </p:cNvSpPr>
          <p:nvPr>
            <p:custDataLst>
              <p:tags r:id="rId27"/>
            </p:custDataLst>
          </p:nvPr>
        </p:nvSpPr>
        <p:spPr bwMode="auto">
          <a:xfrm>
            <a:off x="36353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07028A10-4DC0-4EB3-B377-522D24522D91}" type="datetime'''B''''''''''U1'''''''''''''''''''''''''''''''''''''''''''''''">
              <a:rPr lang="en-US" altLang="en-US" sz="1400" smtClean="0">
                <a:solidFill>
                  <a:schemeClr val="tx1"/>
                </a:solidFill>
              </a:rPr>
              <a:pPr>
                <a:spcBef>
                  <a:spcPct val="0"/>
                </a:spcBef>
                <a:spcAft>
                  <a:spcPct val="0"/>
                </a:spcAft>
              </a:pPr>
              <a:t>Additions</a:t>
            </a:fld>
            <a:endParaRPr lang="en-US" sz="1400">
              <a:solidFill>
                <a:schemeClr val="tx1"/>
              </a:solidFill>
            </a:endParaRPr>
          </a:p>
        </p:txBody>
      </p:sp>
      <p:sp>
        <p:nvSpPr>
          <p:cNvPr id="54" name="Rectangle 26">
            <a:extLst>
              <a:ext uri="{FF2B5EF4-FFF2-40B4-BE49-F238E27FC236}">
                <a16:creationId xmlns:a16="http://schemas.microsoft.com/office/drawing/2014/main" id="{A1D3298E-F556-0113-AA75-97E0E65AB597}"/>
              </a:ext>
            </a:extLst>
          </p:cNvPr>
          <p:cNvSpPr>
            <a:spLocks/>
          </p:cNvSpPr>
          <p:nvPr>
            <p:custDataLst>
              <p:tags r:id="rId28"/>
            </p:custDataLst>
          </p:nvPr>
        </p:nvSpPr>
        <p:spPr bwMode="auto">
          <a:xfrm>
            <a:off x="43846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FF9FCBA8-48E6-4D7C-AD27-F9568F1B0B17}" type="datetime'''''''''''''''''''''''B''''''U''''''''''2'''''''''''''''''''''">
              <a:rPr lang="en-US" altLang="en-US" sz="1400" smtClean="0">
                <a:solidFill>
                  <a:schemeClr val="tx1"/>
                </a:solidFill>
              </a:rPr>
              <a:pPr>
                <a:spcBef>
                  <a:spcPct val="0"/>
                </a:spcBef>
                <a:spcAft>
                  <a:spcPct val="0"/>
                </a:spcAft>
              </a:pPr>
              <a:t>Outflows</a:t>
            </a:fld>
            <a:endParaRPr lang="en-US" sz="1400" dirty="0">
              <a:solidFill>
                <a:schemeClr val="tx1"/>
              </a:solidFill>
            </a:endParaRPr>
          </a:p>
        </p:txBody>
      </p:sp>
      <p:sp>
        <p:nvSpPr>
          <p:cNvPr id="55" name="Rectangle 3">
            <a:extLst>
              <a:ext uri="{FF2B5EF4-FFF2-40B4-BE49-F238E27FC236}">
                <a16:creationId xmlns:a16="http://schemas.microsoft.com/office/drawing/2014/main" id="{D2B08500-5573-0211-3A75-DD892D8533AD}"/>
              </a:ext>
            </a:extLst>
          </p:cNvPr>
          <p:cNvSpPr>
            <a:spLocks/>
          </p:cNvSpPr>
          <p:nvPr>
            <p:custDataLst>
              <p:tags r:id="rId29"/>
            </p:custDataLst>
          </p:nvPr>
        </p:nvSpPr>
        <p:spPr bwMode="auto">
          <a:xfrm>
            <a:off x="5133975" y="5773738"/>
            <a:ext cx="463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47D6A284-C9E4-46A7-8BED-A1121107C9D5}" type="datetime'''T''''o''t''''''''''''''''a''''''''''''''''''l''s'''">
              <a:rPr lang="en-US" altLang="en-US" sz="1400" smtClean="0">
                <a:solidFill>
                  <a:schemeClr val="tx1"/>
                </a:solidFill>
              </a:rPr>
              <a:pPr>
                <a:spcBef>
                  <a:spcPct val="0"/>
                </a:spcBef>
                <a:spcAft>
                  <a:spcPct val="0"/>
                </a:spcAft>
              </a:pPr>
              <a:t>Total</a:t>
            </a:fld>
            <a:endParaRPr lang="en-US" sz="1400" dirty="0">
              <a:solidFill>
                <a:schemeClr val="tx1"/>
              </a:solidFill>
            </a:endParaRPr>
          </a:p>
        </p:txBody>
      </p:sp>
      <p:sp>
        <p:nvSpPr>
          <p:cNvPr id="6" name="Text Placeholder 15">
            <a:extLst>
              <a:ext uri="{FF2B5EF4-FFF2-40B4-BE49-F238E27FC236}">
                <a16:creationId xmlns:a16="http://schemas.microsoft.com/office/drawing/2014/main" id="{2C43E47E-BCAD-9E22-6F6E-1D7E5C2A7652}"/>
              </a:ext>
            </a:extLst>
          </p:cNvPr>
          <p:cNvSpPr txBox="1">
            <a:spLocks/>
          </p:cNvSpPr>
          <p:nvPr/>
        </p:nvSpPr>
        <p:spPr>
          <a:xfrm>
            <a:off x="407988" y="6215906"/>
            <a:ext cx="3361498" cy="153888"/>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000" kern="1200">
                <a:solidFill>
                  <a:schemeClr val="accent6"/>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000" kern="1200">
                <a:solidFill>
                  <a:schemeClr val="accent6"/>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solidFill>
                  <a:schemeClr val="tx2"/>
                </a:solidFill>
              </a:rPr>
              <a:t>Keywords: think-cell, chart, charts, graph, graphs, comment</a:t>
            </a:r>
          </a:p>
        </p:txBody>
      </p:sp>
      <p:sp>
        <p:nvSpPr>
          <p:cNvPr id="4" name="tc_columnhead">
            <a:extLst>
              <a:ext uri="{FF2B5EF4-FFF2-40B4-BE49-F238E27FC236}">
                <a16:creationId xmlns:a16="http://schemas.microsoft.com/office/drawing/2014/main" id="{D3246310-F1D8-721B-18FE-080B42943DCA}"/>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7" name="tc_columnheadline">
            <a:extLst>
              <a:ext uri="{FF2B5EF4-FFF2-40B4-BE49-F238E27FC236}">
                <a16:creationId xmlns:a16="http://schemas.microsoft.com/office/drawing/2014/main" id="{766F9AD6-9102-EA60-82A3-A2D4DFDFF754}"/>
              </a:ext>
            </a:extLst>
          </p:cNvPr>
          <p:cNvCxnSpPr>
            <a:cxnSpLocks/>
            <a:stCxn id="4" idx="4"/>
            <a:endCxn id="4"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c_columnhead">
            <a:extLst>
              <a:ext uri="{FF2B5EF4-FFF2-40B4-BE49-F238E27FC236}">
                <a16:creationId xmlns:a16="http://schemas.microsoft.com/office/drawing/2014/main" id="{7BEBA024-3FD8-516B-730C-A9466159D34F}"/>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9" name="tc_columnheadline">
            <a:extLst>
              <a:ext uri="{FF2B5EF4-FFF2-40B4-BE49-F238E27FC236}">
                <a16:creationId xmlns:a16="http://schemas.microsoft.com/office/drawing/2014/main" id="{7E563DB4-BDD0-B222-365D-460065DE0353}"/>
              </a:ext>
            </a:extLst>
          </p:cNvPr>
          <p:cNvCxnSpPr>
            <a:cxnSpLocks/>
            <a:stCxn id="8" idx="4"/>
            <a:endCxn id="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hteck 137">
            <a:extLst>
              <a:ext uri="{FF2B5EF4-FFF2-40B4-BE49-F238E27FC236}">
                <a16:creationId xmlns:a16="http://schemas.microsoft.com/office/drawing/2014/main" id="{0BC0F211-6AE1-9D54-9054-031BC39F112D}"/>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0" name="Rectangle 18">
            <a:extLst>
              <a:ext uri="{FF2B5EF4-FFF2-40B4-BE49-F238E27FC236}">
                <a16:creationId xmlns:a16="http://schemas.microsoft.com/office/drawing/2014/main" id="{EE6D84F9-7F0D-D642-3E81-3B069D883107}"/>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open the chart's internal datasheet</a:t>
            </a:r>
            <a:r>
              <a:rPr lang="en-US" sz="1200" dirty="0">
                <a:solidFill>
                  <a:schemeClr val="tx1"/>
                </a:solidFill>
              </a:rPr>
              <a:t>, double-click any empty space in the chart.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labels), right-click the chart or a chart feature to open the context menu.</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 </a:t>
            </a:r>
            <a:r>
              <a:rPr lang="en-US" sz="1200" dirty="0">
                <a:solidFill>
                  <a:schemeClr val="tx1"/>
                </a:solidFill>
              </a:rPr>
              <a:t>of the chart or a feature, click the chart or feature to open the mini toolbar.</a:t>
            </a:r>
          </a:p>
        </p:txBody>
      </p:sp>
    </p:spTree>
    <p:extLst>
      <p:ext uri="{BB962C8B-B14F-4D97-AF65-F5344CB8AC3E}">
        <p14:creationId xmlns:p14="http://schemas.microsoft.com/office/powerpoint/2010/main" val="202436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Land deals by ARR (named accounts, owners, ages)</a:t>
            </a:r>
          </a:p>
        </p:txBody>
      </p:sp>
      <p:sp>
        <p:nvSpPr>
          <p:cNvPr id="4" name="Text Placeholder 3"/>
          <p:cNvSpPr>
            <a:spLocks noGrp="1"/>
          </p:cNvSpPr>
          <p:nvPr>
            <p:ph type="body" idx="144" sz="quarter"/>
          </p:nvPr>
        </p:nvSpPr>
        <p:spPr/>
        <p:txBody>
          <a:bodyPr/>
          <a:lstStyle/>
          <a:p>
            <a:r>
              <a:t>Top deals — Land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Top_Deals_Land!A1:H11</a:t>
            </a:r>
          </a:p>
          <a:p>
            <a:r>
              <a:rPr sz="1100" b="0">
                <a:solidFill>
                  <a:srgbClr val="1A1D31"/>
                </a:solidFill>
                <a:latin typeface="Arial"/>
              </a:rPr>
              <a:t>  Columns: # / Account / Opportunity / Owner / Stage /</a:t>
            </a:r>
          </a:p>
          <a:p>
            <a:r>
              <a:rPr sz="1100" b="0">
                <a:solidFill>
                  <a:srgbClr val="1A1D31"/>
                </a:solidFill>
                <a:latin typeface="Arial"/>
              </a:rPr>
              <a:t>           Close Date / Age (days) / ARR (EUR)</a:t>
            </a:r>
          </a:p>
          <a:p>
            <a:r>
              <a:rPr sz="1100" b="0">
                <a:solidFill>
                  <a:srgbClr val="1A1D31"/>
                </a:solidFill>
                <a:latin typeface="Arial"/>
              </a:rPr>
              <a:t>Highlight Stage 5+ rows in pale green; flag Age &gt; 365d in coral.</a:t>
            </a:r>
          </a:p>
        </p:txBody>
      </p:sp>
      <p:sp>
        <p:nvSpPr>
          <p:cNvPr id="7" name="tcfield_S07_TopDealsLand"/>
          <p:cNvSpPr txBox="1"/>
          <p:nvPr/>
        </p:nvSpPr>
        <p:spPr>
          <a:xfrm>
            <a:off x="100000" y="7200000"/>
            <a:ext cx="2000000" cy="100000"/>
          </a:xfrm>
          <a:prstGeom prst="rect">
            <a:avLst/>
          </a:prstGeom>
          <a:noFill/>
          <a:ln>
            <a:noFill/>
          </a:ln>
        </p:spPr>
        <p:txBody>
          <a:bodyPr wrap="square" rtlCol="0">
            <a:spAutoFit/>
          </a:bodyPr>
          <a:lstStyle/>
          <a:p>
            <a:fld id="{4fa6f850-ccf0-4926-8510-1782a2b0e93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7_TopDealsLand&lt;/m_strName&gt;&lt;/PersistentType&gt;&lt;/root&gt;">
              <a:rPr lang="en-US" sz="800"/>
              <a:t>&lt;S07_TopDealsLand&gt;</a:t>
            </a:fld>
            <a:endParaRPr lang="en-US" sz="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Expand deals by ARR (existing accounts being grown)</a:t>
            </a:r>
          </a:p>
        </p:txBody>
      </p:sp>
      <p:sp>
        <p:nvSpPr>
          <p:cNvPr id="4" name="Text Placeholder 3"/>
          <p:cNvSpPr>
            <a:spLocks noGrp="1"/>
          </p:cNvSpPr>
          <p:nvPr>
            <p:ph type="body" idx="144" sz="quarter"/>
          </p:nvPr>
        </p:nvSpPr>
        <p:spPr/>
        <p:txBody>
          <a:bodyPr/>
          <a:lstStyle/>
          <a:p>
            <a:r>
              <a:t>Top deals — Expand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Top_Deals_Expand!A1:H11</a:t>
            </a:r>
          </a:p>
          <a:p>
            <a:r>
              <a:rPr sz="1100" b="0">
                <a:solidFill>
                  <a:srgbClr val="1A1D31"/>
                </a:solidFill>
                <a:latin typeface="Arial"/>
              </a:rPr>
              <a:t>Same columns as Top deals — Land slide.</a:t>
            </a:r>
          </a:p>
        </p:txBody>
      </p:sp>
      <p:sp>
        <p:nvSpPr>
          <p:cNvPr id="7" name="tcfield_S08_TopDealsExpand"/>
          <p:cNvSpPr txBox="1"/>
          <p:nvPr/>
        </p:nvSpPr>
        <p:spPr>
          <a:xfrm>
            <a:off x="100000" y="7200000"/>
            <a:ext cx="2000000" cy="100000"/>
          </a:xfrm>
          <a:prstGeom prst="rect">
            <a:avLst/>
          </a:prstGeom>
          <a:noFill/>
          <a:ln>
            <a:noFill/>
          </a:ln>
        </p:spPr>
        <p:txBody>
          <a:bodyPr wrap="square" rtlCol="0">
            <a:spAutoFit/>
          </a:bodyPr>
          <a:lstStyle/>
          <a:p>
            <a:fld id="{4e83a7fd-69d5-45ab-90c8-ddee0a5b54b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8_TopDealsExpand&lt;/m_strName&gt;&lt;/PersistentType&gt;&lt;/root&gt;">
              <a:rPr lang="en-US" sz="800"/>
              <a:t>&lt;S08_TopDealsExpand&gt;</a:t>
            </a:fld>
            <a:endParaRPr lang="en-US" sz="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3+ Land/Expand deals missing the SimCorp Commercial Approval gate</a:t>
            </a:r>
          </a:p>
        </p:txBody>
      </p:sp>
      <p:sp>
        <p:nvSpPr>
          <p:cNvPr id="4" name="Text Placeholder 3"/>
          <p:cNvSpPr>
            <a:spLocks noGrp="1"/>
          </p:cNvSpPr>
          <p:nvPr>
            <p:ph type="body" idx="144" sz="quarter"/>
          </p:nvPr>
        </p:nvSpPr>
        <p:spPr/>
        <p:txBody>
          <a:bodyPr/>
          <a:lstStyle/>
          <a:p>
            <a:r>
              <a:t>Pending Commercial Approval</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Pending_Commercial_Approval!A3:H&lt;last&gt;</a:t>
            </a:r>
          </a:p>
          <a:p>
            <a:r>
              <a:rPr sz="1100" b="0">
                <a:solidFill>
                  <a:srgbClr val="1A1D31"/>
                </a:solidFill>
                <a:latin typeface="Arial"/>
              </a:rPr>
              <a:t>  Columns: # / Account / Opportunity / Owner / Stage /</a:t>
            </a:r>
          </a:p>
          <a:p>
            <a:r>
              <a:rPr sz="1100" b="0">
                <a:solidFill>
                  <a:srgbClr val="1A1D31"/>
                </a:solidFill>
                <a:latin typeface="Arial"/>
              </a:rPr>
              <a:t>           Close Date / Type / ARR (EUR)</a:t>
            </a:r>
          </a:p>
          <a:p>
            <a:r>
              <a:rPr sz="1100" b="0">
                <a:solidFill>
                  <a:srgbClr val="1A1D31"/>
                </a:solidFill>
                <a:latin typeface="Arial"/>
              </a:rPr>
              <a:t>Per Commercial Handbook: Land = ALL deals require approval,</a:t>
            </a:r>
          </a:p>
          <a:p>
            <a:r>
              <a:rPr sz="1100" b="0">
                <a:solidFill>
                  <a:srgbClr val="1A1D31"/>
                </a:solidFill>
                <a:latin typeface="Arial"/>
              </a:rPr>
              <a:t>Expand triggers at AER &gt;= EUR 500k. Flag any rows here for the</a:t>
            </a:r>
          </a:p>
          <a:p>
            <a:r>
              <a:rPr sz="1100" b="0">
                <a:solidFill>
                  <a:srgbClr val="1A1D31"/>
                </a:solidFill>
                <a:latin typeface="Arial"/>
              </a:rPr>
              <a:t>next Commercial Approval committee.</a:t>
            </a:r>
          </a:p>
        </p:txBody>
      </p:sp>
      <p:sp>
        <p:nvSpPr>
          <p:cNvPr id="7" name="tcfield_S09_PendingCommercialApproval"/>
          <p:cNvSpPr txBox="1"/>
          <p:nvPr/>
        </p:nvSpPr>
        <p:spPr>
          <a:xfrm>
            <a:off x="100000" y="7200000"/>
            <a:ext cx="2000000" cy="100000"/>
          </a:xfrm>
          <a:prstGeom prst="rect">
            <a:avLst/>
          </a:prstGeom>
          <a:noFill/>
          <a:ln>
            <a:noFill/>
          </a:ln>
        </p:spPr>
        <p:txBody>
          <a:bodyPr wrap="square" rtlCol="0">
            <a:spAutoFit/>
          </a:bodyPr>
          <a:lstStyle/>
          <a:p>
            <a:fld id="{4f50f01b-f25b-4bbc-bb4a-05f3a47a738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9_PendingCommercialApproval&lt;/m_strName&gt;&lt;/PersistentType&gt;&lt;/root&gt;">
              <a:rPr lang="en-US" sz="800"/>
              <a:t>&lt;S09_PendingCommercialApproval&gt;</a:t>
            </a:fld>
            <a:endParaRPr lang="en-US" sz="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Retention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Renewal opps in scope — risk-of-termination flagged</a:t>
            </a:r>
          </a:p>
        </p:txBody>
      </p:sp>
      <p:sp>
        <p:nvSpPr>
          <p:cNvPr id="4" name="Text Placeholder 3"/>
          <p:cNvSpPr>
            <a:spLocks noGrp="1"/>
          </p:cNvSpPr>
          <p:nvPr>
            <p:ph type="body" idx="144" sz="quarter"/>
          </p:nvPr>
        </p:nvSpPr>
        <p:spPr/>
        <p:txBody>
          <a:bodyPr/>
          <a:lstStyle/>
          <a:p>
            <a:r>
              <a:t>Renewal Pipeline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HARVEY BALLS]</a:t>
            </a:r>
          </a:p>
          <a:p>
            <a:r>
              <a:rPr sz="1100" b="0">
                <a:solidFill>
                  <a:srgbClr val="1A1D31"/>
                </a:solidFill>
                <a:latin typeface="Arial"/>
              </a:rPr>
              <a:t>Source: legacy land.xlsx (NOT model.xlsx)</a:t>
            </a:r>
          </a:p>
          <a:p>
            <a:r>
              <a:rPr sz="1100" b="0">
                <a:solidFill>
                  <a:srgbClr val="1A1D31"/>
                </a:solidFill>
                <a:latin typeface="Arial"/>
              </a:rPr>
              <a:t>Range: At_Risk_Renewals!A1:H&lt;last&gt;</a:t>
            </a:r>
          </a:p>
          <a:p>
            <a:r>
              <a:rPr sz="1100" b="0">
                <a:solidFill>
                  <a:srgbClr val="1A1D31"/>
                </a:solidFill>
                <a:latin typeface="Arial"/>
              </a:rPr>
              <a:t>  Columns: # / Account / Owner / Stage / Close Date / ACV /</a:t>
            </a:r>
          </a:p>
          <a:p>
            <a:r>
              <a:rPr sz="1100" b="0">
                <a:solidFill>
                  <a:srgbClr val="1A1D31"/>
                </a:solidFill>
                <a:latin typeface="Arial"/>
              </a:rPr>
              <a:t>           Risk / Risk score (0-4)</a:t>
            </a:r>
          </a:p>
          <a:p>
            <a:r>
              <a:rPr sz="1100" b="0">
                <a:solidFill>
                  <a:srgbClr val="1A1D31"/>
                </a:solidFill>
                <a:latin typeface="Arial"/>
              </a:rPr>
              <a:t>Insert a think-cell HARVEY BALL (Insert &gt; think-cell &gt; Elements &gt;</a:t>
            </a:r>
          </a:p>
          <a:p>
            <a:r>
              <a:rPr sz="1100" b="0">
                <a:solidFill>
                  <a:srgbClr val="1A1D31"/>
                </a:solidFill>
                <a:latin typeface="Arial"/>
              </a:rPr>
              <a:t>Harvey ball) in a new column to the right of Risk score. Bind the</a:t>
            </a:r>
          </a:p>
          <a:p>
            <a:r>
              <a:rPr sz="1100" b="0">
                <a:solidFill>
                  <a:srgbClr val="1A1D31"/>
                </a:solidFill>
                <a:latin typeface="Arial"/>
              </a:rPr>
              <a:t>ball value to the Risk score column (0=empty, 4=full).</a:t>
            </a:r>
          </a:p>
        </p:txBody>
      </p:sp>
      <p:sp>
        <p:nvSpPr>
          <p:cNvPr id="7" name="tcfield_S11_RenewalPipeline"/>
          <p:cNvSpPr txBox="1"/>
          <p:nvPr/>
        </p:nvSpPr>
        <p:spPr>
          <a:xfrm>
            <a:off x="100000" y="7200000"/>
            <a:ext cx="2000000" cy="100000"/>
          </a:xfrm>
          <a:prstGeom prst="rect">
            <a:avLst/>
          </a:prstGeom>
          <a:noFill/>
          <a:ln>
            <a:noFill/>
          </a:ln>
        </p:spPr>
        <p:txBody>
          <a:bodyPr wrap="square" rtlCol="0">
            <a:spAutoFit/>
          </a:bodyPr>
          <a:lstStyle/>
          <a:p>
            <a:fld id="{7670980b-5c7b-46bd-96e9-dfb4a28ac9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1_RenewalPipeline&lt;/m_strName&gt;&lt;/PersistentType&gt;&lt;/root&gt;">
              <a:rPr lang="en-US" sz="800"/>
              <a:t>&lt;S11_RenewalPipeline&gt;</a:t>
            </a:fld>
            <a:endParaRPr lang="en-US" sz="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renewal save rate — proxy from closed Renewal opps last 12mo</a:t>
            </a:r>
          </a:p>
        </p:txBody>
      </p:sp>
      <p:sp>
        <p:nvSpPr>
          <p:cNvPr id="4" name="Text Placeholder 3"/>
          <p:cNvSpPr>
            <a:spLocks noGrp="1"/>
          </p:cNvSpPr>
          <p:nvPr>
            <p:ph type="body" idx="144" sz="quarter"/>
          </p:nvPr>
        </p:nvSpPr>
        <p:spPr/>
        <p:txBody>
          <a:bodyPr/>
          <a:lstStyle/>
          <a:p>
            <a:r>
              <a:t>GRR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Retention!A1:B4</a:t>
            </a:r>
          </a:p>
          <a:p>
            <a:r>
              <a:rPr sz="1100" b="0">
                <a:solidFill>
                  <a:srgbClr val="1A1D31"/>
                </a:solidFill>
                <a:latin typeface="Arial"/>
              </a:rPr>
              <a:t>  Cols: Metric / Value</a:t>
            </a:r>
          </a:p>
          <a:p>
            <a:r>
              <a:rPr sz="1100" b="0">
                <a:solidFill>
                  <a:srgbClr val="1A1D31"/>
                </a:solidFill>
                <a:latin typeface="Arial"/>
              </a:rPr>
              <a:t>  Rows: Won Renewal ACV (last 12mo), Lost Renewal ACV (last 12mo),</a:t>
            </a:r>
          </a:p>
          <a:p>
            <a:r>
              <a:rPr sz="1100" b="0">
                <a:solidFill>
                  <a:srgbClr val="1A1D31"/>
                </a:solidFill>
                <a:latin typeface="Arial"/>
              </a:rPr>
              <a:t>        GRR proxy %</a:t>
            </a:r>
          </a:p>
          <a:p>
            <a:r>
              <a:rPr sz="1100" b="0">
                <a:solidFill>
                  <a:srgbClr val="1A1D31"/>
                </a:solidFill>
                <a:latin typeface="Arial"/>
              </a:rPr>
              <a:t>Bind cell A5 separately as a footnote text element to surface</a:t>
            </a:r>
          </a:p>
          <a:p>
            <a:r>
              <a:rPr sz="1100" b="0">
                <a:solidFill>
                  <a:srgbClr val="1A1D31"/>
                </a:solidFill>
                <a:latin typeface="Arial"/>
              </a:rPr>
              <a:t>the PROXY caveat (auto-renewals excluded, etc.).</a:t>
            </a:r>
          </a:p>
          <a:p>
            <a:r>
              <a:rPr sz="1100" b="0">
                <a:solidFill>
                  <a:srgbClr val="1A1D31"/>
                </a:solidFill>
                <a:latin typeface="Arial"/>
              </a:rPr>
              <a:t>CAVEAT: this is GRR-proxy-only today. True NRR + churn ACV +</a:t>
            </a:r>
          </a:p>
          <a:p>
            <a:r>
              <a:rPr sz="1100" b="0">
                <a:solidFill>
                  <a:srgbClr val="1A1D31"/>
                </a:solidFill>
                <a:latin typeface="Arial"/>
              </a:rPr>
              <a:t>expansion ACV require Pipeline_Snapshot__c history — Phase 2.</a:t>
            </a:r>
          </a:p>
        </p:txBody>
      </p:sp>
      <p:sp>
        <p:nvSpPr>
          <p:cNvPr id="7" name="tcfield_S12_GRRProxyFootnote"/>
          <p:cNvSpPr txBox="1"/>
          <p:nvPr/>
        </p:nvSpPr>
        <p:spPr>
          <a:xfrm>
            <a:off x="650000" y="5900000"/>
            <a:ext cx="8200000" cy="260000"/>
          </a:xfrm>
          <a:prstGeom prst="rect">
            <a:avLst/>
          </a:prstGeom>
          <a:noFill/>
          <a:ln>
            <a:noFill/>
          </a:ln>
        </p:spPr>
        <p:txBody>
          <a:bodyPr wrap="square" rtlCol="0">
            <a:spAutoFit/>
          </a:bodyPr>
          <a:lstStyle/>
          <a:p>
            <a:fld id="{0dc75b71-3641-4a60-97b5-073c5acf92a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Footnote&lt;/m_strName&gt;&lt;/PersistentType&gt;&lt;/root&gt;">
              <a:rPr lang="en-US" sz="1400"/>
              <a:t>&lt;S12_GRRProxyFootnote&gt;</a:t>
            </a:fld>
            <a:endParaRPr lang="en-US" sz="1400"/>
          </a:p>
        </p:txBody>
      </p:sp>
      <p:sp>
        <p:nvSpPr>
          <p:cNvPr id="8" name="tcfield_S12_GRRProxyTable"/>
          <p:cNvSpPr txBox="1"/>
          <p:nvPr/>
        </p:nvSpPr>
        <p:spPr>
          <a:xfrm>
            <a:off x="100000" y="7200000"/>
            <a:ext cx="2000000" cy="100000"/>
          </a:xfrm>
          <a:prstGeom prst="rect">
            <a:avLst/>
          </a:prstGeom>
          <a:noFill/>
          <a:ln>
            <a:noFill/>
          </a:ln>
        </p:spPr>
        <p:txBody>
          <a:bodyPr wrap="square" rtlCol="0">
            <a:spAutoFit/>
          </a:bodyPr>
          <a:lstStyle/>
          <a:p>
            <a:fld id="{e04ea54c-93f8-45fb-abfd-0123e41a9f0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Table&lt;/m_strName&gt;&lt;/PersistentType&gt;&lt;/root&gt;">
              <a:rPr lang="en-US" sz="800"/>
              <a:t>&lt;S12_GRRProxyTable&gt;</a:t>
            </a:fld>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Territory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448934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9" imgH="350" progId="TCLayout.ActiveDocument.1">
                  <p:embed/>
                </p:oleObj>
              </mc:Choice>
              <mc:Fallback>
                <p:oleObj name="think-cell Slide" r:id="rId11"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Structure, composition: Stacked 100% b</a:t>
            </a:r>
            <a:r>
              <a:rPr lang="en-US" altLang="en-US"/>
              <a:t>ar</a:t>
            </a:r>
            <a:endParaRPr lang="en-US"/>
          </a:p>
        </p:txBody>
      </p:sp>
      <p:graphicFrame>
        <p:nvGraphicFramePr>
          <p:cNvPr id="12" name="Chart 11">
            <a:extLst>
              <a:ext uri="{FF2B5EF4-FFF2-40B4-BE49-F238E27FC236}">
                <a16:creationId xmlns:a16="http://schemas.microsoft.com/office/drawing/2014/main" id="{29A68F81-E7F2-2D0D-FCB5-B175225C397E}"/>
              </a:ext>
            </a:extLst>
          </p:cNvPr>
          <p:cNvGraphicFramePr/>
          <p:nvPr>
            <p:custDataLst>
              <p:tags r:id="rId2"/>
            </p:custDataLst>
            <p:extLst>
              <p:ext uri="{D42A27DB-BD31-4B8C-83A1-F6EECF244321}">
                <p14:modId xmlns:p14="http://schemas.microsoft.com/office/powerpoint/2010/main" val="1982020318"/>
              </p:ext>
            </p:extLst>
          </p:nvPr>
        </p:nvGraphicFramePr>
        <p:xfrm>
          <a:off x="968375" y="1665288"/>
          <a:ext cx="7267575" cy="4699000"/>
        </p:xfrm>
        <a:graphic>
          <a:graphicData uri="http://schemas.openxmlformats.org/drawingml/2006/chart">
            <c:chart xmlns:c="http://schemas.openxmlformats.org/drawingml/2006/chart" xmlns:r="http://schemas.openxmlformats.org/officeDocument/2006/relationships" r:id="rId13"/>
          </a:graphicData>
        </a:graphic>
      </p:graphicFrame>
      <p:sp>
        <p:nvSpPr>
          <p:cNvPr id="67" name="Text Placeholder 2">
            <a:extLst>
              <a:ext uri="{FF2B5EF4-FFF2-40B4-BE49-F238E27FC236}">
                <a16:creationId xmlns:a16="http://schemas.microsoft.com/office/drawing/2014/main" id="{A36AD9A7-A470-4248-33C2-9AE6FF8B56DA}"/>
              </a:ext>
            </a:extLst>
          </p:cNvPr>
          <p:cNvSpPr>
            <a:spLocks/>
          </p:cNvSpPr>
          <p:nvPr>
            <p:custDataLst>
              <p:tags r:id="rId3"/>
            </p:custDataLst>
          </p:nvPr>
        </p:nvSpPr>
        <p:spPr bwMode="auto">
          <a:xfrm>
            <a:off x="428625" y="2544763"/>
            <a:ext cx="5048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C2FDBA-93C3-4C99-9459-EC8419510264}" type="datetime'''E''''''''''''''''''''M''''''''''''E''A'''''''''''''''''">
              <a:rPr lang="en-US" altLang="en-US" sz="1400" smtClean="0"/>
              <a:pPr marL="0" lvl="0" indent="0" algn="r">
                <a:spcBef>
                  <a:spcPct val="0"/>
                </a:spcBef>
                <a:spcAft>
                  <a:spcPct val="0"/>
                </a:spcAft>
                <a:buNone/>
              </a:pPr>
              <a:t>EMEA</a:t>
            </a:fld>
            <a:endParaRPr lang="en-US" sz="1400">
              <a:sym typeface="+mn-lt"/>
            </a:endParaRPr>
          </a:p>
        </p:txBody>
      </p:sp>
      <p:sp>
        <p:nvSpPr>
          <p:cNvPr id="70" name="Text Placeholder 2">
            <a:extLst>
              <a:ext uri="{FF2B5EF4-FFF2-40B4-BE49-F238E27FC236}">
                <a16:creationId xmlns:a16="http://schemas.microsoft.com/office/drawing/2014/main" id="{99A39328-2A35-5C11-69BE-4B1B19F13D58}"/>
              </a:ext>
            </a:extLst>
          </p:cNvPr>
          <p:cNvSpPr>
            <a:spLocks/>
          </p:cNvSpPr>
          <p:nvPr>
            <p:custDataLst>
              <p:tags r:id="rId4"/>
            </p:custDataLst>
          </p:nvPr>
        </p:nvSpPr>
        <p:spPr bwMode="auto">
          <a:xfrm>
            <a:off x="460375" y="3906838"/>
            <a:ext cx="4730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EA0015D-6FFC-47C1-9AE3-4C323B8DFF08}" type="datetime'''''A''''''''''P''''''''A''''''''''''''C'''''''''">
              <a:rPr lang="en-US" altLang="en-US" sz="1400" smtClean="0"/>
              <a:pPr marL="0" lvl="0" indent="0" algn="r">
                <a:spcBef>
                  <a:spcPct val="0"/>
                </a:spcBef>
                <a:spcAft>
                  <a:spcPct val="0"/>
                </a:spcAft>
                <a:buNone/>
              </a:pPr>
              <a:t>APAC</a:t>
            </a:fld>
            <a:endParaRPr lang="en-US" sz="1400">
              <a:sym typeface="+mn-lt"/>
            </a:endParaRPr>
          </a:p>
        </p:txBody>
      </p:sp>
      <p:sp>
        <p:nvSpPr>
          <p:cNvPr id="75" name="Text Placeholder 2">
            <a:extLst>
              <a:ext uri="{FF2B5EF4-FFF2-40B4-BE49-F238E27FC236}">
                <a16:creationId xmlns:a16="http://schemas.microsoft.com/office/drawing/2014/main" id="{7AFCAD7D-F4B6-9CD7-B608-65BE121E1B24}"/>
              </a:ext>
            </a:extLst>
          </p:cNvPr>
          <p:cNvSpPr>
            <a:spLocks/>
          </p:cNvSpPr>
          <p:nvPr>
            <p:custDataLst>
              <p:tags r:id="rId5"/>
            </p:custDataLst>
          </p:nvPr>
        </p:nvSpPr>
        <p:spPr bwMode="auto">
          <a:xfrm>
            <a:off x="490538" y="5268913"/>
            <a:ext cx="4429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EFAF149-FA88-4833-8E28-81D6AF6AE2BF}" type="datetime'O''''''''''''''''''''''''''''''''''''''th''''e''''''''''r'">
              <a:rPr lang="en-US" altLang="en-US" sz="1400" smtClean="0"/>
              <a:pPr marL="0" lvl="0" indent="0" algn="r">
                <a:spcBef>
                  <a:spcPct val="0"/>
                </a:spcBef>
                <a:spcAft>
                  <a:spcPct val="0"/>
                </a:spcAft>
                <a:buNone/>
              </a:pPr>
              <a:t>Other</a:t>
            </a:fld>
            <a:endParaRPr lang="en-US" sz="1400">
              <a:sym typeface="+mn-lt"/>
            </a:endParaRPr>
          </a:p>
        </p:txBody>
      </p:sp>
      <p:sp>
        <p:nvSpPr>
          <p:cNvPr id="84" name="Text Placeholder 2">
            <a:extLst>
              <a:ext uri="{FF2B5EF4-FFF2-40B4-BE49-F238E27FC236}">
                <a16:creationId xmlns:a16="http://schemas.microsoft.com/office/drawing/2014/main" id="{C0E21FE4-5C0A-9260-3BA1-C22D87915551}"/>
              </a:ext>
            </a:extLst>
          </p:cNvPr>
          <p:cNvSpPr>
            <a:spLocks/>
          </p:cNvSpPr>
          <p:nvPr>
            <p:custDataLst>
              <p:tags r:id="rId6"/>
            </p:custDataLst>
          </p:nvPr>
        </p:nvSpPr>
        <p:spPr bwMode="auto">
          <a:xfrm>
            <a:off x="6338888" y="1917700"/>
            <a:ext cx="788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E74541C-8EFD-4956-A7E2-AA181C80764B}" type="datetime'''''P''r''''''''''o''''''''du''''''''''''''''ct'''' ''C'''''''">
              <a:rPr lang="en-US" altLang="en-US" sz="1400" smtClean="0"/>
              <a:pPr marL="0" lvl="0" indent="0" algn="ctr">
                <a:spcBef>
                  <a:spcPct val="0"/>
                </a:spcBef>
                <a:spcAft>
                  <a:spcPct val="0"/>
                </a:spcAft>
                <a:buNone/>
              </a:pPr>
              <a:t>Product C</a:t>
            </a:fld>
            <a:endParaRPr lang="en-US" sz="1400">
              <a:sym typeface="+mn-lt"/>
            </a:endParaRPr>
          </a:p>
        </p:txBody>
      </p:sp>
      <p:sp>
        <p:nvSpPr>
          <p:cNvPr id="85" name="Text Placeholder 2">
            <a:extLst>
              <a:ext uri="{FF2B5EF4-FFF2-40B4-BE49-F238E27FC236}">
                <a16:creationId xmlns:a16="http://schemas.microsoft.com/office/drawing/2014/main" id="{EF0B35C7-0191-B7D8-E759-AA38D66739EA}"/>
              </a:ext>
            </a:extLst>
          </p:cNvPr>
          <p:cNvSpPr>
            <a:spLocks/>
          </p:cNvSpPr>
          <p:nvPr>
            <p:custDataLst>
              <p:tags r:id="rId7"/>
            </p:custDataLst>
          </p:nvPr>
        </p:nvSpPr>
        <p:spPr bwMode="auto">
          <a:xfrm>
            <a:off x="3502025" y="1917700"/>
            <a:ext cx="779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1B79AAA-12E8-4B78-B46D-85806344F29B}" type="datetime'''''''''''P''r''o''''''''d''u''''c''''''''t'' ''''''''B'''''''">
              <a:rPr lang="en-US" altLang="en-US" sz="1400" smtClean="0"/>
              <a:pPr marL="0" lvl="0" indent="0" algn="ctr">
                <a:spcBef>
                  <a:spcPct val="0"/>
                </a:spcBef>
                <a:spcAft>
                  <a:spcPct val="0"/>
                </a:spcAft>
                <a:buNone/>
              </a:pPr>
              <a:t>Product B</a:t>
            </a:fld>
            <a:endParaRPr lang="en-US" sz="1400">
              <a:sym typeface="+mn-lt"/>
            </a:endParaRPr>
          </a:p>
        </p:txBody>
      </p:sp>
      <p:sp>
        <p:nvSpPr>
          <p:cNvPr id="81"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auto">
          <a:xfrm>
            <a:off x="1376363" y="1917700"/>
            <a:ext cx="769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A9AD95B-20CB-44B4-B6B1-67C018D7535E}" type="datetime'P''r''''''''''''''''''''''o''d''''''''uct'''''''''' ''A'''''">
              <a:rPr lang="en-US" altLang="en-US" sz="1400" smtClean="0">
                <a:effectLst/>
                <a:sym typeface="+mn-lt"/>
              </a:rPr>
              <a:pPr marL="0" lvl="0" indent="0" algn="ctr">
                <a:spcBef>
                  <a:spcPct val="0"/>
                </a:spcBef>
                <a:spcAft>
                  <a:spcPct val="0"/>
                </a:spcAft>
                <a:buNone/>
              </a:pPr>
              <a:t>Stage mix</a:t>
            </a:fld>
            <a:endParaRPr lang="en-US" sz="1400">
              <a:sym typeface="+mn-lt"/>
            </a:endParaRPr>
          </a:p>
        </p:txBody>
      </p:sp>
      <p:sp>
        <p:nvSpPr>
          <p:cNvPr id="9" name="Rectangle 18">
            <a:extLst>
              <a:ext uri="{FF2B5EF4-FFF2-40B4-BE49-F238E27FC236}">
                <a16:creationId xmlns:a16="http://schemas.microsoft.com/office/drawing/2014/main" id="{36D5F96A-DE07-6F54-FAF3-4413C7A42816}"/>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total labels),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2" name="tc_columnhead">
            <a:extLst>
              <a:ext uri="{FF2B5EF4-FFF2-40B4-BE49-F238E27FC236}">
                <a16:creationId xmlns:a16="http://schemas.microsoft.com/office/drawing/2014/main" id="{16402414-FC1E-1CF7-315E-F8527719F220}"/>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14" name="tc_columnheadline">
            <a:extLst>
              <a:ext uri="{FF2B5EF4-FFF2-40B4-BE49-F238E27FC236}">
                <a16:creationId xmlns:a16="http://schemas.microsoft.com/office/drawing/2014/main" id="{597F1AE1-D34F-50AE-10C6-6C0D6BC62E0C}"/>
              </a:ext>
            </a:extLst>
          </p:cNvPr>
          <p:cNvCxnSpPr>
            <a:cxnSpLocks/>
            <a:stCxn id="2" idx="4"/>
            <a:endCxn id="2"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c_columnhead">
            <a:extLst>
              <a:ext uri="{FF2B5EF4-FFF2-40B4-BE49-F238E27FC236}">
                <a16:creationId xmlns:a16="http://schemas.microsoft.com/office/drawing/2014/main" id="{1BA04426-4B57-B846-5517-CB295FEE4745}"/>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6" name="tc_columnheadline">
            <a:extLst>
              <a:ext uri="{FF2B5EF4-FFF2-40B4-BE49-F238E27FC236}">
                <a16:creationId xmlns:a16="http://schemas.microsoft.com/office/drawing/2014/main" id="{9875A4AF-3295-D948-6DD4-FE679865B12A}"/>
              </a:ext>
            </a:extLst>
          </p:cNvPr>
          <p:cNvCxnSpPr>
            <a:cxnSpLocks/>
            <a:stCxn id="15" idx="4"/>
            <a:endCxn id="15"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 Placeholder 15">
            <a:extLst>
              <a:ext uri="{FF2B5EF4-FFF2-40B4-BE49-F238E27FC236}">
                <a16:creationId xmlns:a16="http://schemas.microsoft.com/office/drawing/2014/main" id="{19105DFE-B4EF-47D7-6EC8-42F3E13078B6}"/>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a:solidFill>
                  <a:schemeClr val="tx2"/>
                </a:solidFill>
              </a:rPr>
              <a:t>Keywords: column, columns, bars, think-cell, chart, charts, graph, graphs, comment</a:t>
            </a:r>
            <a:endParaRPr lang="en-US" sz="900" dirty="0">
              <a:solidFill>
                <a:schemeClr val="tx2"/>
              </a:solidFill>
            </a:endParaRPr>
          </a:p>
        </p:txBody>
      </p:sp>
      <p:sp>
        <p:nvSpPr>
          <p:cNvPr id="3" name="Rechteck 137">
            <a:extLst>
              <a:ext uri="{FF2B5EF4-FFF2-40B4-BE49-F238E27FC236}">
                <a16:creationId xmlns:a16="http://schemas.microsoft.com/office/drawing/2014/main" id="{52043E3D-7160-1901-1ECF-84E5C0173277}"/>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2600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Value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Median age (days)</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Risks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Share (%)</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74" name="tcfield_S21_LargestAccount"/>
          <p:cNvSpPr txBox="1"/>
          <p:nvPr/>
        </p:nvSpPr>
        <p:spPr>
          <a:xfrm>
            <a:off x="650000" y="4650000"/>
            <a:ext cx="3400000" cy="330000"/>
          </a:xfrm>
          <a:prstGeom prst="rect">
            <a:avLst/>
          </a:prstGeom>
          <a:noFill/>
          <a:ln>
            <a:noFill/>
          </a:ln>
        </p:spPr>
        <p:txBody>
          <a:bodyPr wrap="square" rtlCol="0">
            <a:spAutoFit/>
          </a:bodyPr>
          <a:lstStyle/>
          <a:p>
            <a:fld id="{f2363072-7264-475b-a7ea-a81bf719b06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ccount&lt;/m_strName&gt;&lt;/PersistentType&gt;&lt;/root&gt;">
              <a:rPr lang="en-US" sz="1400"/>
              <a:t>&lt;S21_LargestAccount&gt;</a:t>
            </a:fld>
            <a:endParaRPr lang="en-US" sz="1400"/>
          </a:p>
        </p:txBody>
      </p:sp>
      <p:sp>
        <p:nvSpPr>
          <p:cNvPr id="75" name="tcfield_S21_LargestArr"/>
          <p:cNvSpPr txBox="1"/>
          <p:nvPr/>
        </p:nvSpPr>
        <p:spPr>
          <a:xfrm>
            <a:off x="4450000" y="4650000"/>
            <a:ext cx="3400000" cy="330000"/>
          </a:xfrm>
          <a:prstGeom prst="rect">
            <a:avLst/>
          </a:prstGeom>
          <a:noFill/>
          <a:ln>
            <a:noFill/>
          </a:ln>
        </p:spPr>
        <p:txBody>
          <a:bodyPr wrap="square" rtlCol="0">
            <a:spAutoFit/>
          </a:bodyPr>
          <a:lstStyle/>
          <a:p>
            <a:fld id="{b482f1b1-3745-4500-8838-fd2e6073cea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rr&lt;/m_strName&gt;&lt;/PersistentType&gt;&lt;/root&gt;">
              <a:rPr lang="en-US" sz="1400"/>
              <a:t>&lt;S21_LargestArr&gt;</a:t>
            </a:fld>
            <a:endParaRPr lang="en-US" sz="1400"/>
          </a:p>
        </p:txBody>
      </p:sp>
      <p:sp>
        <p:nvSpPr>
          <p:cNvPr id="76" name="tcfield_S21_LargestShare"/>
          <p:cNvSpPr txBox="1"/>
          <p:nvPr/>
        </p:nvSpPr>
        <p:spPr>
          <a:xfrm>
            <a:off x="650000" y="5070000"/>
            <a:ext cx="3400000" cy="330000"/>
          </a:xfrm>
          <a:prstGeom prst="rect">
            <a:avLst/>
          </a:prstGeom>
          <a:noFill/>
          <a:ln>
            <a:noFill/>
          </a:ln>
        </p:spPr>
        <p:txBody>
          <a:bodyPr wrap="square" rtlCol="0">
            <a:spAutoFit/>
          </a:bodyPr>
          <a:lstStyle/>
          <a:p>
            <a:fld id="{75a10cf2-b8dd-4f51-b120-ecbf1c72d44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Share&lt;/m_strName&gt;&lt;/PersistentType&gt;&lt;/root&gt;">
              <a:rPr lang="en-US" sz="1400"/>
              <a:t>&lt;S21_LargestShare&gt;</a:t>
            </a:fld>
            <a:endParaRPr lang="en-US" sz="1400"/>
          </a:p>
        </p:txBody>
      </p:sp>
      <p:sp>
        <p:nvSpPr>
          <p:cNvPr id="77" name="tcfield_S21_ThresholdFlag"/>
          <p:cNvSpPr txBox="1"/>
          <p:nvPr/>
        </p:nvSpPr>
        <p:spPr>
          <a:xfrm>
            <a:off x="4450000" y="5070000"/>
            <a:ext cx="3400000" cy="330000"/>
          </a:xfrm>
          <a:prstGeom prst="rect">
            <a:avLst/>
          </a:prstGeom>
          <a:noFill/>
          <a:ln>
            <a:noFill/>
          </a:ln>
        </p:spPr>
        <p:txBody>
          <a:bodyPr wrap="square" rtlCol="0">
            <a:spAutoFit/>
          </a:bodyPr>
          <a:lstStyle/>
          <a:p>
            <a:fld id="{548aff6b-0cdb-4a77-a39a-b295910c5b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ThresholdFlag&lt;/m_strName&gt;&lt;/PersistentType&gt;&lt;/root&gt;">
              <a:rPr lang="en-US" sz="1400"/>
              <a:t>&lt;S21_ThresholdFlag&gt;</a:t>
            </a:fld>
            <a:endParaRPr lang="en-US" sz="1400"/>
          </a:p>
        </p:txBody>
      </p:sp>
      <p:sp>
        <p:nvSpPr>
          <p:cNvPr id="78" name="tcfield_S21_ConcentrationTable"/>
          <p:cNvSpPr txBox="1"/>
          <p:nvPr/>
        </p:nvSpPr>
        <p:spPr>
          <a:xfrm>
            <a:off x="100000" y="7200000"/>
            <a:ext cx="2000000" cy="100000"/>
          </a:xfrm>
          <a:prstGeom prst="rect">
            <a:avLst/>
          </a:prstGeom>
          <a:noFill/>
          <a:ln>
            <a:noFill/>
          </a:ln>
        </p:spPr>
        <p:txBody>
          <a:bodyPr wrap="square" rtlCol="0">
            <a:spAutoFit/>
          </a:bodyPr>
          <a:lstStyle/>
          <a:p>
            <a:fld id="{bc096e6a-2878-4df9-9647-c8c5325b48a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ConcentrationTable&lt;/m_strName&gt;&lt;/PersistentType&gt;&lt;/root&gt;">
              <a:rPr lang="en-US" sz="800"/>
              <a:t>&lt;S21_ConcentrationTable&gt;</a:t>
            </a:fld>
            <a:endParaRPr lang="en-US" sz="800"/>
          </a:p>
        </p:txBody>
      </p:sp>
    </p:spTree>
    <p:extLst>
      <p:ext uri="{BB962C8B-B14F-4D97-AF65-F5344CB8AC3E}">
        <p14:creationId xmlns:p14="http://schemas.microsoft.com/office/powerpoint/2010/main" val="40445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63" name="tcfield_S22_StaleActivityFootnote"/>
          <p:cNvSpPr txBox="1"/>
          <p:nvPr/>
        </p:nvSpPr>
        <p:spPr>
          <a:xfrm>
            <a:off x="650000" y="5900000"/>
            <a:ext cx="8200000" cy="260000"/>
          </a:xfrm>
          <a:prstGeom prst="rect">
            <a:avLst/>
          </a:prstGeom>
          <a:noFill/>
          <a:ln>
            <a:noFill/>
          </a:ln>
        </p:spPr>
        <p:txBody>
          <a:bodyPr wrap="square" rtlCol="0">
            <a:spAutoFit/>
          </a:bodyPr>
          <a:lstStyle/>
          <a:p>
            <a:fld id="{08d6155b-8dd4-412c-ac7f-837cd0a6078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2_StaleActivityFootnote&lt;/m_strName&gt;&lt;/PersistentType&gt;&lt;/root&gt;">
              <a:rPr lang="en-US" sz="1400"/>
              <a:t>&lt;S22_StaleActivityFootnote&gt;</a:t>
            </a:fld>
            <a:endParaRPr lang="en-US" sz="1400"/>
          </a:p>
        </p:txBody>
      </p:sp>
    </p:spTree>
    <p:extLst>
      <p:ext uri="{BB962C8B-B14F-4D97-AF65-F5344CB8AC3E}">
        <p14:creationId xmlns:p14="http://schemas.microsoft.com/office/powerpoint/2010/main" val="83214739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 opps × win rate × avg deal) ÷ cycle days —</a:t>
            </a:r>
          </a:p>
        </p:txBody>
      </p:sp>
      <p:sp>
        <p:nvSpPr>
          <p:cNvPr id="4" name="Text Placeholder 3"/>
          <p:cNvSpPr>
            <a:spLocks noGrp="1"/>
          </p:cNvSpPr>
          <p:nvPr>
            <p:ph type="body" idx="144" sz="quarter"/>
          </p:nvPr>
        </p:nvSpPr>
        <p:spPr/>
        <p:txBody>
          <a:bodyPr/>
          <a:lstStyle/>
          <a:p>
            <a:r>
              <a:t>Sales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single-cell bindings]</a:t>
            </a:r>
          </a:p>
          <a:p>
            <a:r>
              <a:rPr sz="1100" b="0">
                <a:solidFill>
                  <a:srgbClr val="1A1D31"/>
                </a:solidFill>
                <a:latin typeface="Arial"/>
              </a:rPr>
              <a:t>Source: model.xlsx</a:t>
            </a:r>
          </a:p>
          <a:p>
            <a:r>
              <a:rPr sz="1100" b="0">
                <a:solidFill>
                  <a:srgbClr val="1A1D31"/>
                </a:solidFill>
                <a:latin typeface="Arial"/>
              </a:rPr>
              <a:t>Range: Sales_Velocity!A1:C6</a:t>
            </a:r>
          </a:p>
          <a:p>
            <a:r>
              <a:rPr sz="1100" b="0">
                <a:solidFill>
                  <a:srgbClr val="1A1D31"/>
                </a:solidFill>
                <a:latin typeface="Arial"/>
              </a:rPr>
              <a:t>  Single-cell text bindings, in formula order:</a:t>
            </a:r>
          </a:p>
          <a:p>
            <a:r>
              <a:rPr sz="1100" b="0">
                <a:solidFill>
                  <a:srgbClr val="1A1D31"/>
                </a:solidFill>
                <a:latin typeface="Arial"/>
              </a:rPr>
              <a:t>    Sales_Velocity!B2  →  # Open L+E opps</a:t>
            </a:r>
          </a:p>
          <a:p>
            <a:r>
              <a:rPr sz="1100" b="0">
                <a:solidFill>
                  <a:srgbClr val="1A1D31"/>
                </a:solidFill>
                <a:latin typeface="Arial"/>
              </a:rPr>
              <a:t>    Sales_Velocity!B3  →  Win rate (CFQ Land+Expand closed)</a:t>
            </a:r>
          </a:p>
          <a:p>
            <a:r>
              <a:rPr sz="1100" b="0">
                <a:solidFill>
                  <a:srgbClr val="1A1D31"/>
                </a:solidFill>
                <a:latin typeface="Arial"/>
              </a:rPr>
              <a:t>    Sales_Velocity!B4  →  Avg deal size (won, last 6mo, EUR)</a:t>
            </a:r>
          </a:p>
          <a:p>
            <a:r>
              <a:rPr sz="1100" b="0">
                <a:solidFill>
                  <a:srgbClr val="1A1D31"/>
                </a:solidFill>
                <a:latin typeface="Arial"/>
              </a:rPr>
              <a:t>    Sales_Velocity!B5  →  Avg cycle days (won, last 6mo)</a:t>
            </a:r>
          </a:p>
          <a:p>
            <a:r>
              <a:rPr sz="1100" b="0">
                <a:solidFill>
                  <a:srgbClr val="1A1D31"/>
                </a:solidFill>
                <a:latin typeface="Arial"/>
              </a:rPr>
              <a:t>    Sales_Velocity!B6  →  Velocity (EUR / day)</a:t>
            </a:r>
          </a:p>
          <a:p>
            <a:r>
              <a:rPr sz="1100" b="0">
                <a:solidFill>
                  <a:srgbClr val="1A1D31"/>
                </a:solidFill>
                <a:latin typeface="Arial"/>
              </a:rPr>
              <a:t>Render 4 component KPI tiles across the slide; B6 (velocity)</a:t>
            </a:r>
          </a:p>
          <a:p>
            <a:r>
              <a:rPr sz="1100" b="0">
                <a:solidFill>
                  <a:srgbClr val="1A1D31"/>
                </a:solidFill>
                <a:latin typeface="Arial"/>
              </a:rPr>
              <a:t>sits center-large. The 'Note' column on each row (col C) is the</a:t>
            </a:r>
          </a:p>
          <a:p>
            <a:r>
              <a:rPr sz="1100" b="0">
                <a:solidFill>
                  <a:srgbClr val="1A1D31"/>
                </a:solidFill>
                <a:latin typeface="Arial"/>
              </a:rPr>
              <a:t>stakeholder-facing methodology — bind as italic-gray footnote.</a:t>
            </a:r>
          </a:p>
          <a:p>
            <a:r>
              <a:rPr sz="1100" b="0">
                <a:solidFill>
                  <a:srgbClr val="1A1D31"/>
                </a:solidFill>
                <a:latin typeface="Arial"/>
              </a:rPr>
              <a:t>No Δ-vs-prior cell exists today; QoQ delta is a Phase 2 ask.</a:t>
            </a:r>
          </a:p>
        </p:txBody>
      </p:sp>
      <p:sp>
        <p:nvSpPr>
          <p:cNvPr id="7" name="tcfield_S23_OpenOppsValue"/>
          <p:cNvSpPr txBox="1"/>
          <p:nvPr/>
        </p:nvSpPr>
        <p:spPr>
          <a:xfrm>
            <a:off x="650000" y="1250000"/>
            <a:ext cx="3900000" cy="360000"/>
          </a:xfrm>
          <a:prstGeom prst="rect">
            <a:avLst/>
          </a:prstGeom>
          <a:noFill/>
          <a:ln>
            <a:noFill/>
          </a:ln>
        </p:spPr>
        <p:txBody>
          <a:bodyPr wrap="square" rtlCol="0">
            <a:spAutoFit/>
          </a:bodyPr>
          <a:lstStyle/>
          <a:p>
            <a:fld id="{f4da12e4-fc90-49a4-8c59-4ceb0682956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Value&lt;/m_strName&gt;&lt;/PersistentType&gt;&lt;/root&gt;">
              <a:rPr lang="en-US" sz="1800"/>
              <a:t>&lt;S23_OpenOppsValue&gt;</a:t>
            </a:fld>
            <a:endParaRPr lang="en-US" sz="1800"/>
          </a:p>
        </p:txBody>
      </p:sp>
      <p:sp>
        <p:nvSpPr>
          <p:cNvPr id="8" name="tcfield_S23_OpenOppsNote"/>
          <p:cNvSpPr txBox="1"/>
          <p:nvPr/>
        </p:nvSpPr>
        <p:spPr>
          <a:xfrm>
            <a:off x="5050000" y="1250000"/>
            <a:ext cx="3900000" cy="360000"/>
          </a:xfrm>
          <a:prstGeom prst="rect">
            <a:avLst/>
          </a:prstGeom>
          <a:noFill/>
          <a:ln>
            <a:noFill/>
          </a:ln>
        </p:spPr>
        <p:txBody>
          <a:bodyPr wrap="square" rtlCol="0">
            <a:spAutoFit/>
          </a:bodyPr>
          <a:lstStyle/>
          <a:p>
            <a:fld id="{669a5b45-2f4d-4332-8547-76380100322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Note&lt;/m_strName&gt;&lt;/PersistentType&gt;&lt;/root&gt;">
              <a:rPr lang="en-US" sz="1800"/>
              <a:t>&lt;S23_OpenOppsNote&gt;</a:t>
            </a:fld>
            <a:endParaRPr lang="en-US" sz="1800"/>
          </a:p>
        </p:txBody>
      </p:sp>
      <p:sp>
        <p:nvSpPr>
          <p:cNvPr id="9" name="tcfield_S23_WinRateValue"/>
          <p:cNvSpPr txBox="1"/>
          <p:nvPr/>
        </p:nvSpPr>
        <p:spPr>
          <a:xfrm>
            <a:off x="650000" y="1850000"/>
            <a:ext cx="3900000" cy="360000"/>
          </a:xfrm>
          <a:prstGeom prst="rect">
            <a:avLst/>
          </a:prstGeom>
          <a:noFill/>
          <a:ln>
            <a:noFill/>
          </a:ln>
        </p:spPr>
        <p:txBody>
          <a:bodyPr wrap="square" rtlCol="0">
            <a:spAutoFit/>
          </a:bodyPr>
          <a:lstStyle/>
          <a:p>
            <a:fld id="{1bec885d-0be6-4198-bc93-b25e82675ff8}"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Value&lt;/m_strName&gt;&lt;/PersistentType&gt;&lt;/root&gt;">
              <a:rPr lang="en-US" sz="1800"/>
              <a:t>&lt;S23_WinRateValue&gt;</a:t>
            </a:fld>
            <a:endParaRPr lang="en-US" sz="1800"/>
          </a:p>
        </p:txBody>
      </p:sp>
      <p:sp>
        <p:nvSpPr>
          <p:cNvPr id="10" name="tcfield_S23_WinRateNote"/>
          <p:cNvSpPr txBox="1"/>
          <p:nvPr/>
        </p:nvSpPr>
        <p:spPr>
          <a:xfrm>
            <a:off x="5050000" y="1850000"/>
            <a:ext cx="3900000" cy="360000"/>
          </a:xfrm>
          <a:prstGeom prst="rect">
            <a:avLst/>
          </a:prstGeom>
          <a:noFill/>
          <a:ln>
            <a:noFill/>
          </a:ln>
        </p:spPr>
        <p:txBody>
          <a:bodyPr wrap="square" rtlCol="0">
            <a:spAutoFit/>
          </a:bodyPr>
          <a:lstStyle/>
          <a:p>
            <a:fld id="{b161e992-9e54-4d00-aaff-2a56696cd3d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Note&lt;/m_strName&gt;&lt;/PersistentType&gt;&lt;/root&gt;">
              <a:rPr lang="en-US" sz="1800"/>
              <a:t>&lt;S23_WinRateNote&gt;</a:t>
            </a:fld>
            <a:endParaRPr lang="en-US" sz="1800"/>
          </a:p>
        </p:txBody>
      </p:sp>
      <p:sp>
        <p:nvSpPr>
          <p:cNvPr id="11" name="tcfield_S23_AvgDealSizeValue"/>
          <p:cNvSpPr txBox="1"/>
          <p:nvPr/>
        </p:nvSpPr>
        <p:spPr>
          <a:xfrm>
            <a:off x="650000" y="2450000"/>
            <a:ext cx="3900000" cy="360000"/>
          </a:xfrm>
          <a:prstGeom prst="rect">
            <a:avLst/>
          </a:prstGeom>
          <a:noFill/>
          <a:ln>
            <a:noFill/>
          </a:ln>
        </p:spPr>
        <p:txBody>
          <a:bodyPr wrap="square" rtlCol="0">
            <a:spAutoFit/>
          </a:bodyPr>
          <a:lstStyle/>
          <a:p>
            <a:fld id="{2aafc90b-12de-4438-a3c4-ddc8d1b5f97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Value&lt;/m_strName&gt;&lt;/PersistentType&gt;&lt;/root&gt;">
              <a:rPr lang="en-US" sz="1800"/>
              <a:t>&lt;S23_AvgDealSizeValue&gt;</a:t>
            </a:fld>
            <a:endParaRPr lang="en-US" sz="1800"/>
          </a:p>
        </p:txBody>
      </p:sp>
      <p:sp>
        <p:nvSpPr>
          <p:cNvPr id="12" name="tcfield_S23_AvgDealSizeNote"/>
          <p:cNvSpPr txBox="1"/>
          <p:nvPr/>
        </p:nvSpPr>
        <p:spPr>
          <a:xfrm>
            <a:off x="5050000" y="2450000"/>
            <a:ext cx="3900000" cy="360000"/>
          </a:xfrm>
          <a:prstGeom prst="rect">
            <a:avLst/>
          </a:prstGeom>
          <a:noFill/>
          <a:ln>
            <a:noFill/>
          </a:ln>
        </p:spPr>
        <p:txBody>
          <a:bodyPr wrap="square" rtlCol="0">
            <a:spAutoFit/>
          </a:bodyPr>
          <a:lstStyle/>
          <a:p>
            <a:fld id="{1edb46e9-0952-489e-925b-514c2f61fd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Note&lt;/m_strName&gt;&lt;/PersistentType&gt;&lt;/root&gt;">
              <a:rPr lang="en-US" sz="1800"/>
              <a:t>&lt;S23_AvgDealSizeNote&gt;</a:t>
            </a:fld>
            <a:endParaRPr lang="en-US" sz="1800"/>
          </a:p>
        </p:txBody>
      </p:sp>
      <p:sp>
        <p:nvSpPr>
          <p:cNvPr id="13" name="tcfield_S23_AvgCycleDaysValue"/>
          <p:cNvSpPr txBox="1"/>
          <p:nvPr/>
        </p:nvSpPr>
        <p:spPr>
          <a:xfrm>
            <a:off x="650000" y="3050000"/>
            <a:ext cx="3900000" cy="360000"/>
          </a:xfrm>
          <a:prstGeom prst="rect">
            <a:avLst/>
          </a:prstGeom>
          <a:noFill/>
          <a:ln>
            <a:noFill/>
          </a:ln>
        </p:spPr>
        <p:txBody>
          <a:bodyPr wrap="square" rtlCol="0">
            <a:spAutoFit/>
          </a:bodyPr>
          <a:lstStyle/>
          <a:p>
            <a:fld id="{58b2786b-2d95-46a5-8e6a-41d94dfcadf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Value&lt;/m_strName&gt;&lt;/PersistentType&gt;&lt;/root&gt;">
              <a:rPr lang="en-US" sz="1800"/>
              <a:t>&lt;S23_AvgCycleDaysValue&gt;</a:t>
            </a:fld>
            <a:endParaRPr lang="en-US" sz="1800"/>
          </a:p>
        </p:txBody>
      </p:sp>
      <p:sp>
        <p:nvSpPr>
          <p:cNvPr id="14" name="tcfield_S23_AvgCycleDaysNote"/>
          <p:cNvSpPr txBox="1"/>
          <p:nvPr/>
        </p:nvSpPr>
        <p:spPr>
          <a:xfrm>
            <a:off x="5050000" y="3050000"/>
            <a:ext cx="3900000" cy="360000"/>
          </a:xfrm>
          <a:prstGeom prst="rect">
            <a:avLst/>
          </a:prstGeom>
          <a:noFill/>
          <a:ln>
            <a:noFill/>
          </a:ln>
        </p:spPr>
        <p:txBody>
          <a:bodyPr wrap="square" rtlCol="0">
            <a:spAutoFit/>
          </a:bodyPr>
          <a:lstStyle/>
          <a:p>
            <a:fld id="{86cbe356-a17e-4697-9517-2f130fef3f1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Note&lt;/m_strName&gt;&lt;/PersistentType&gt;&lt;/root&gt;">
              <a:rPr lang="en-US" sz="1800"/>
              <a:t>&lt;S23_AvgCycleDaysNote&gt;</a:t>
            </a:fld>
            <a:endParaRPr lang="en-US" sz="1800"/>
          </a:p>
        </p:txBody>
      </p:sp>
      <p:sp>
        <p:nvSpPr>
          <p:cNvPr id="15" name="tcfield_S23_VelocityValue"/>
          <p:cNvSpPr txBox="1"/>
          <p:nvPr/>
        </p:nvSpPr>
        <p:spPr>
          <a:xfrm>
            <a:off x="650000" y="3650000"/>
            <a:ext cx="3900000" cy="360000"/>
          </a:xfrm>
          <a:prstGeom prst="rect">
            <a:avLst/>
          </a:prstGeom>
          <a:noFill/>
          <a:ln>
            <a:noFill/>
          </a:ln>
        </p:spPr>
        <p:txBody>
          <a:bodyPr wrap="square" rtlCol="0">
            <a:spAutoFit/>
          </a:bodyPr>
          <a:lstStyle/>
          <a:p>
            <a:fld id="{e9d0484a-e3ee-4e0c-a64e-43e8ab89186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Value&lt;/m_strName&gt;&lt;/PersistentType&gt;&lt;/root&gt;">
              <a:rPr lang="en-US" sz="1800"/>
              <a:t>&lt;S23_VelocityValue&gt;</a:t>
            </a:fld>
            <a:endParaRPr lang="en-US" sz="1800"/>
          </a:p>
        </p:txBody>
      </p:sp>
      <p:sp>
        <p:nvSpPr>
          <p:cNvPr id="16" name="tcfield_S23_VelocityNote"/>
          <p:cNvSpPr txBox="1"/>
          <p:nvPr/>
        </p:nvSpPr>
        <p:spPr>
          <a:xfrm>
            <a:off x="5050000" y="3650000"/>
            <a:ext cx="3900000" cy="360000"/>
          </a:xfrm>
          <a:prstGeom prst="rect">
            <a:avLst/>
          </a:prstGeom>
          <a:noFill/>
          <a:ln>
            <a:noFill/>
          </a:ln>
        </p:spPr>
        <p:txBody>
          <a:bodyPr wrap="square" rtlCol="0">
            <a:spAutoFit/>
          </a:bodyPr>
          <a:lstStyle/>
          <a:p>
            <a:fld id="{8ff5d95d-4443-418c-8623-0687cd53686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Note&lt;/m_strName&gt;&lt;/PersistentType&gt;&lt;/root&gt;">
              <a:rPr lang="en-US" sz="1800"/>
              <a:t>&lt;S23_VelocityNote&gt;</a:t>
            </a:fld>
            <a:endParaRPr lang="en-US" sz="18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Top-15 accounts × motions (Land / Expand / Renewal)</a:t>
            </a:r>
          </a:p>
        </p:txBody>
      </p:sp>
      <p:sp>
        <p:nvSpPr>
          <p:cNvPr id="4" name="Text Placeholder 3"/>
          <p:cNvSpPr>
            <a:spLocks noGrp="1"/>
          </p:cNvSpPr>
          <p:nvPr>
            <p:ph type="body" idx="144" sz="quarter"/>
          </p:nvPr>
        </p:nvSpPr>
        <p:spPr/>
        <p:txBody>
          <a:bodyPr/>
          <a:lstStyle/>
          <a:p>
            <a:r>
              <a:t>Account expansion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Account_Expansion!A1:F16</a:t>
            </a:r>
          </a:p>
          <a:p>
            <a:r>
              <a:rPr sz="1100" b="0">
                <a:solidFill>
                  <a:srgbClr val="1A1D31"/>
                </a:solidFill>
                <a:latin typeface="Arial"/>
              </a:rPr>
              <a:t>  Cols: # / Account / Land ARR / Expand ARR / Renewal ACV / # Motions</a:t>
            </a:r>
          </a:p>
          <a:p>
            <a:r>
              <a:rPr sz="1100" b="0">
                <a:solidFill>
                  <a:srgbClr val="1A1D31"/>
                </a:solidFill>
                <a:latin typeface="Arial"/>
              </a:rPr>
              <a:t>  Rows: Top-15 accounts by total open pipeline</a:t>
            </a:r>
          </a:p>
          <a:p>
            <a:r>
              <a:rPr sz="1100" b="0">
                <a:solidFill>
                  <a:srgbClr val="1A1D31"/>
                </a:solidFill>
                <a:latin typeface="Arial"/>
              </a:rPr>
              <a:t>Highlight rows where # Motions (col F) = 3 in pale aqua (#DCEEF5) —</a:t>
            </a:r>
          </a:p>
          <a:p>
            <a:r>
              <a:rPr sz="1100" b="0">
                <a:solidFill>
                  <a:srgbClr val="1A1D31"/>
                </a:solidFill>
                <a:latin typeface="Arial"/>
              </a:rPr>
              <a:t>these are full-stack expansion candidates. Conditional fill on</a:t>
            </a:r>
          </a:p>
          <a:p>
            <a:r>
              <a:rPr sz="1100" b="0">
                <a:solidFill>
                  <a:srgbClr val="1A1D31"/>
                </a:solidFill>
                <a:latin typeface="Arial"/>
              </a:rPr>
              <a:t>ARR cells (cols C/D/E): zero = light gray, &gt; EUR 500k = brand-blue tint.</a:t>
            </a:r>
          </a:p>
        </p:txBody>
      </p:sp>
      <p:sp>
        <p:nvSpPr>
          <p:cNvPr id="7" name="tcfield_S24_AccountExpansion"/>
          <p:cNvSpPr txBox="1"/>
          <p:nvPr/>
        </p:nvSpPr>
        <p:spPr>
          <a:xfrm>
            <a:off x="100000" y="7200000"/>
            <a:ext cx="2000000" cy="100000"/>
          </a:xfrm>
          <a:prstGeom prst="rect">
            <a:avLst/>
          </a:prstGeom>
          <a:noFill/>
          <a:ln>
            <a:noFill/>
          </a:ln>
        </p:spPr>
        <p:txBody>
          <a:bodyPr wrap="square" rtlCol="0">
            <a:spAutoFit/>
          </a:bodyPr>
          <a:lstStyle/>
          <a:p>
            <a:fld id="{ea504b58-53b7-4083-aeba-84c277e82f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4_AccountExpansion&lt;/m_strName&gt;&lt;/PersistentType&gt;&lt;/root&gt;">
              <a:rPr lang="en-US" sz="800"/>
              <a:t>&lt;S24_AccountExpansion&gt;</a:t>
            </a:fld>
            <a:endParaRPr lang="en-US" sz="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New 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ranked actions for the director</a:t>
            </a:r>
          </a:p>
        </p:txBody>
      </p:sp>
      <p:sp>
        <p:nvSpPr>
          <p:cNvPr id="4" name="Text Placeholder 3"/>
          <p:cNvSpPr>
            <a:spLocks noGrp="1"/>
          </p:cNvSpPr>
          <p:nvPr>
            <p:ph type="body" idx="144" sz="quarter"/>
          </p:nvPr>
        </p:nvSpPr>
        <p:spPr/>
        <p:txBody>
          <a:bodyPr/>
          <a:lstStyle/>
          <a:p>
            <a:r>
              <a:t>Action items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 datalinked]</a:t>
            </a:r>
          </a:p>
          <a:p>
            <a:r>
              <a:rPr sz="1100" b="0">
                <a:solidFill>
                  <a:srgbClr val="1A1D31"/>
                </a:solidFill>
                <a:latin typeface="Arial"/>
              </a:rPr>
              <a:t>Range: Action_Items!A1:G&lt;last&gt;  (in legacy land.xlsx, NOT model)</a:t>
            </a:r>
          </a:p>
          <a:p>
            <a:r>
              <a:rPr sz="1100" b="0">
                <a:solidFill>
                  <a:srgbClr val="1A1D31"/>
                </a:solidFill>
                <a:latin typeface="Arial"/>
              </a:rPr>
              <a:t>  Cols: # / Priority / Rule / Claim / Suggested action / Due / Owner</a:t>
            </a:r>
          </a:p>
          <a:p>
            <a:r>
              <a:rPr sz="1100" b="0">
                <a:solidFill>
                  <a:srgbClr val="1A1D31"/>
                </a:solidFill>
                <a:latin typeface="Arial"/>
              </a:rPr>
              <a:t>Conditional fill on Priority col (HIGH=coral, MEDIUM=orange, LOW=gray)</a:t>
            </a:r>
          </a:p>
        </p:txBody>
      </p:sp>
      <p:sp>
        <p:nvSpPr>
          <p:cNvPr id="7" name="tcfield_S26_ActionItems"/>
          <p:cNvSpPr txBox="1"/>
          <p:nvPr/>
        </p:nvSpPr>
        <p:spPr>
          <a:xfrm>
            <a:off x="100000" y="7200000"/>
            <a:ext cx="2000000" cy="100000"/>
          </a:xfrm>
          <a:prstGeom prst="rect">
            <a:avLst/>
          </a:prstGeom>
          <a:noFill/>
          <a:ln>
            <a:noFill/>
          </a:ln>
        </p:spPr>
        <p:txBody>
          <a:bodyPr wrap="square" rtlCol="0">
            <a:spAutoFit/>
          </a:bodyPr>
          <a:lstStyle/>
          <a:p>
            <a:fld id="{3d9aaf61-2f34-46d4-88b5-bec854bc470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6_ActionItems&lt;/m_strName&gt;&lt;/PersistentType&gt;&lt;/root&gt;">
              <a:rPr lang="en-US" sz="800"/>
              <a:t>&lt;S26_ActionItems&gt;</a:t>
            </a:fld>
            <a:endParaRPr lang="en-US" sz="8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Narrative — pulled from brief.md</a:t>
            </a:r>
          </a:p>
        </p:txBody>
      </p:sp>
      <p:sp>
        <p:nvSpPr>
          <p:cNvPr id="4" name="Text Placeholder 3"/>
          <p:cNvSpPr>
            <a:spLocks noGrp="1"/>
          </p:cNvSpPr>
          <p:nvPr>
            <p:ph type="body" idx="144" sz="quarter"/>
          </p:nvPr>
        </p:nvSpPr>
        <p:spPr/>
        <p:txBody>
          <a:bodyPr/>
          <a:lstStyle/>
          <a:p>
            <a:r>
              <a:t>Risks &amp; outlook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[plain text — paste from brief.md '## Risks' section]</a:t>
            </a:r>
          </a:p>
          <a:p>
            <a:r>
              <a:rPr sz="1100" b="0">
                <a:solidFill>
                  <a:srgbClr val="1A1D31"/>
                </a:solidFill>
                <a:latin typeface="Arial"/>
              </a:rPr>
              <a:t>No think-cell binding here; this slide stays narrative.</a:t>
            </a:r>
          </a:p>
          <a:p>
            <a:r>
              <a:rPr sz="1100" b="0">
                <a:solidFill>
                  <a:srgbClr val="1A1D31"/>
                </a:solidFill>
                <a:latin typeface="Arial"/>
              </a:rPr>
              <a:t>Replace per director by copying brief.md ## Risks bullets.</a:t>
            </a:r>
          </a:p>
        </p:txBody>
      </p:sp>
      <p:sp>
        <p:nvSpPr>
          <p:cNvPr id="7" name="tcfield_S27_RisksOutlook"/>
          <p:cNvSpPr txBox="1"/>
          <p:nvPr/>
        </p:nvSpPr>
        <p:spPr>
          <a:xfrm>
            <a:off x="650000" y="1300000"/>
            <a:ext cx="8200000" cy="3800000"/>
          </a:xfrm>
          <a:prstGeom prst="rect">
            <a:avLst/>
          </a:prstGeom>
          <a:noFill/>
          <a:ln>
            <a:noFill/>
          </a:ln>
        </p:spPr>
        <p:txBody>
          <a:bodyPr wrap="square" rtlCol="0">
            <a:spAutoFit/>
          </a:bodyPr>
          <a:lstStyle/>
          <a:p>
            <a:fld id="{6caeb7b5-40b3-4b21-8188-8f92bcf2c9e7}"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7_RisksOutlook&lt;/m_strName&gt;&lt;/PersistentType&gt;&lt;/root&gt;">
              <a:rPr lang="en-US" sz="1400"/>
              <a:t>&lt;S27_RisksOutlook&gt;</a:t>
            </a:fld>
            <a:endParaRPr lang="en-US" sz="14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a:r>
              <a:t>Thank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Pipeline</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Renewals</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III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Concentration &amp; Risk</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IV</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Actions &amp; Outlook</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3a0gcfWxUKnZQryvzKF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6tAEIyZr0G2ANhpF8.31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cTBDh1RxjZvBBKwWpJpZ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DKECo9XwIUkW00K61Gg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vG8c57KGSSyg4sz3.9h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4vhe8muyABtJigNuh5PzV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8iP_Dh_An8C2NE9D3Mg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6jde.etPiXHNQs2MAAAgg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LFdhhf4SoXc1gdJqfScq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C8vIJMYXVhZqTgv6XDmC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oDW5d3KhvAQnno7hldln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vWZHWfJP2pSnqWSq_MrL6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a4V5giDbKNrX_yuY_aqZ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09eQzGhYLxcAsHDrCJLlD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3edB2LPV8_r2.krV0LMma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JSx93ZVcV06Y.yBy4HPB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Q1P1D6OUicOYbUsdCx51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be2xeaDXyvem8v96OAKu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lZ8v1whwZ8CO2Y2a13CGu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GdO_cc52C_QV7.sNjxME8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5pDn_MvxsTTgd625FCgb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_8VM0u3hO71uPH63gY3t4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MuvP2ubAAwA0yQYIJxURa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S68rGO7qyRf5g2kLd2KV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YUbrmvgTxRJWXfB.LxKA6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pHLcUv_h.8VNA.mYUgjmu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hqkKF5UjCNHBb0e8THb1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t4vFAXKwBSi8bHpk2rLn9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X7wSeJXZumtOrPaT8sl7L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mxCN.9pZf_QPo.U78_.bS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sYxIawzJumMmB_5me3lr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MnmyE_tPck8YazVMbRPAZ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eYm6c4RTMNCTlK7odq0D7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8YgAOwFxJS7gPnrYlZJp5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p9GXexzeCe.FPbZVOHgnvw"/>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4.xml><?xml version="1.0" encoding="utf-8"?>
<style xmlns="https://schemas.think-cell.com/36264/tcstyle" xmlns:xsi="http://www.w3.org/2001/XMLSchema-instance" name="SimCorp 2026" xsi:schemaLocation="https://schemas.think-cell.com/36264/tcstyle https://schemas.think-cell.com/36264/tcstyle.xsd">
  <fillLst>
    <noFill name="No Fill"/>
    <solidFill name="tx1">
      <schemeClr val="tx1"/>
    </solidFill>
    <solidFill name="bg1">
      <schemeClr val="bg1"/>
    </solidFill>
    <solidFill name="tx2">
      <schemeClr val="tx2"/>
    </solidFill>
    <solidFill name="bg2">
      <schemeClr val="bg2"/>
    </solidFill>
    <solidFill name="accent1">
      <schemeClr val="accent1"/>
    </solidFill>
    <solidFill name="accent2">
      <schemeClr val="accent2"/>
    </solidFill>
    <solidFill name="accent3">
      <schemeClr val="accent3"/>
    </solidFill>
    <solidFill name="accent4">
      <schemeClr val="accent4"/>
    </solidFill>
    <solidFill name="accent5">
      <schemeClr val="accent5"/>
    </solidFill>
    <solidFill name="accent6">
      <schemeClr val="accent6"/>
    </solidFill>
    <separator/>
    <solidFill name="Accent 1, Lighter 60%">
      <schemeClr val="accent1">
        <lumMod val="40%"/>
        <lumOff val="60%"/>
      </schemeClr>
    </solidFill>
    <solidFill name="Accent 1, Lighter 20%">
      <schemeClr val="accent1">
        <lumMod val="80%"/>
        <lumOff val="20%"/>
      </schemeClr>
    </solidFill>
    <solidFill name="Accent 1, Darker 20%">
      <schemeClr val="accent1">
        <lumMod val="80%"/>
      </schemeClr>
    </solidFill>
    <solidFill name="Accent 1, Darker 60%">
      <schemeClr val="accent1">
        <lumMod val="40%"/>
      </schemeClr>
    </solidFill>
    <separator/>
    <solidFill name="Deep Red">
      <srgbClr val="800000"/>
    </solidFill>
    <solidFill name="Orange">
      <srgbClr val="FF7F00"/>
    </solidFill>
    <solidFill name="Light Orange">
      <srgbClr val="FFAA00"/>
    </solidFill>
    <solidFill name="White">
      <prstClr val="white"/>
    </solidFill>
    <solidFill name="Light Gray">
      <srgbClr val="B4B4B4"/>
    </solidFill>
    <solidFill name="Medium Gray">
      <prstClr val="gray"/>
    </solidFill>
    <solidFill name="Dark Gray">
      <sdrgbClr r="90" g="90" b="90"/>
    </solidFill>
    <solidFill name="Black">
      <prstClr val="black"/>
    </solidFill>
    <solidFill name="Pink">
      <srgbClr val="FF00FF"/>
    </solidFill>
    <solidFill name="Green">
      <sdrgbClr r="0" g="255" b="0"/>
    </solidFill>
    <solidFill name="Yellow">
      <scrgbClr r="100%" g="100%" b="0%"/>
    </solidFill>
    <solidFill name="Blue">
      <sdrgbClr r="0" g="0" b="255"/>
    </solidFill>
    <separator/>
    <pattFill name="Brick" prst="diagBrick">
      <fgClr>
        <srgbClr val="000000"/>
      </fgClr>
      <bgClr>
        <srgbClr val="FFFFFF"/>
      </bgClr>
    </pattFill>
    <pattFill name="Light Down" prst="ltDnDiag">
      <fgClr>
        <srgbClr val="000000"/>
      </fgClr>
      <bgClr>
        <srgbClr val="FFFFFF"/>
      </bgClr>
    </pattFill>
    <pattFill name="Light Up" prst="ltUpDiag">
      <fgClr>
        <srgbClr val="000000"/>
      </fgClr>
      <bgClr>
        <srgbClr val="FFFFFF"/>
      </bgClr>
    </pattFill>
    <pattFill name="Horizontal" prst="ltHorz">
      <fgClr>
        <srgbClr val="000000"/>
      </fgClr>
      <bgClr>
        <srgbClr val="FFFFFF"/>
      </bgClr>
    </pattFill>
    <pattFill name="Vertical" prst="ltVert">
      <fgClr>
        <srgbClr val="000000"/>
      </fgClr>
      <bgClr>
        <srgbClr val="FFFFFF"/>
      </bgClr>
    </pattFill>
    <pattFill name="Light downward diagonal" prst="ltDnDiag">
      <fgClr>
        <schemeClr val="tx1"/>
      </fgClr>
      <bgClr>
        <schemeClr val="bg1"/>
      </bgClr>
    </pattFill>
    <pattFill name="Wide upward diagonal" prst="wdUpDiag">
      <fgClr>
        <schemeClr val="tx1"/>
      </fgClr>
      <bgClr>
        <schemeClr val="bg1"/>
      </bgClr>
    </pattFill>
  </fillLst>
  <lnLst>
    <ln name="Solid 0.25 pt" w="3175">
      <prstDash val="solid"/>
    </ln>
    <ln name="Solid 0.5 pt" w="6350">
      <prstDash val="solid"/>
    </ln>
    <ln name="Solid 0.75 pt" w="9525">
      <prstDash val="solid"/>
    </ln>
    <ln name="Solid 1 pt" w="12700">
      <prstDash val="solid"/>
    </ln>
    <ln name="Solid 1.5 pt" w="19050">
      <prstDash val="solid"/>
    </ln>
    <ln name="Solid 2.25 pt" w="28575">
      <prstDash val="solid"/>
    </ln>
    <ln name="Solid 3 pt" w="38100">
      <prstDash val="solid"/>
    </ln>
    <ln name="Long Dash 0.25 pt" w="3175">
      <prstDash val="lgDash"/>
    </ln>
    <ln name="Long Dash 0.5 pt" w="6350">
      <prstDash val="lgDash"/>
    </ln>
    <ln name="Long Dash 0.75 pt" w="9525">
      <prstDash val="lgDash"/>
    </ln>
    <ln name="Long Dash 1 pt" w="12700">
      <prstDash val="lgDash"/>
    </ln>
    <ln name="Long Dash 1.5 pt" w="19050">
      <prstDash val="lgDash"/>
    </ln>
    <ln name="Long Dash 2.25 pt" w="28575">
      <prstDash val="lgDash"/>
    </ln>
    <ln name="Long Dash 3 pt" w="38100">
      <prstDash val="lgDash"/>
    </ln>
    <ln name="Dash 0.25 pt" w="3175">
      <prstDash val="dash"/>
    </ln>
    <ln name="Dash 0.5 pt" w="6350">
      <prstDash val="dash"/>
    </ln>
    <ln name="Dash 0.75 pt" w="9525">
      <prstDash val="dash"/>
    </ln>
    <ln name="Dash 1 pt" w="12700">
      <prstDash val="dash"/>
    </ln>
    <ln name="Dash 1.5 pt" w="19050">
      <prstDash val="dash"/>
    </ln>
    <ln name="Dash 2.25 pt" w="28575">
      <prstDash val="dash"/>
    </ln>
    <ln name="Dash 3 pt" w="38100">
      <prstDash val="dash"/>
    </ln>
    <ln name="Dot 0.25 pt" w="3175">
      <prstDash val="sysDot"/>
    </ln>
    <ln name="Dot 0.5 pt" w="6350">
      <prstDash val="sysDot"/>
    </ln>
    <ln name="Dot 0.75 pt" w="9525">
      <prstDash val="sysDot"/>
    </ln>
    <ln name="Dot 1 pt" w="12700">
      <prstDash val="sysDot"/>
    </ln>
    <ln name="Dot 1.5 pt" w="19050">
      <prstDash val="sysDot"/>
    </ln>
    <ln name="Dot 2.25 pt" w="28575">
      <prstDash val="sysDot"/>
    </ln>
    <ln name="Dot 3 pt" w="38100">
      <prstDash val="sysDot"/>
    </ln>
    <ln name="Morse 0.25 pt" w="3175">
      <prstDash val="sysDashDotDot"/>
    </ln>
    <ln name="Morse 0.5 pt" w="6350">
      <prstDash val="sysDashDotDot"/>
    </ln>
    <ln name="Morse 0.75 pt" w="9525">
      <prstDash val="sysDashDotDot"/>
    </ln>
    <ln name="Morse 1 pt" w="12700">
      <prstDash val="sysDashDotDot"/>
    </ln>
    <ln name="Morse 1.5 pt" w="19050">
      <prstDash val="sysDashDotDot"/>
    </ln>
    <ln name="Morse 2.25 pt" w="28575">
      <prstDash val="sysDashDotDot"/>
    </ln>
    <ln name="Morse 3 pt" w="38100">
      <prstDash val="sysDashDotDot"/>
    </ln>
  </lnLst>
  <markerLst>
    <marker name="Marker1">
      <symbol val="circle"/>
    </marker>
    <marker name="Marker2">
      <symbol val="triangle"/>
    </marker>
    <marker name="Marker3">
      <symbol val="diamond"/>
    </marker>
    <marker name="Marker4">
      <symbol val="square"/>
    </marker>
    <marker name="Marker5">
      <symbol val="star"/>
    </marker>
    <marker name="Marker6">
      <symbol val="x"/>
    </marker>
    <marker name="HollowMarker1">
      <symbol val="hollowCircle"/>
    </marker>
    <marker name="HollowMarker2">
      <symbol val="hollowTriangle"/>
    </marker>
    <marker name="HollowMarker3">
      <symbol val="hollowDiamond"/>
    </marker>
    <marker name="HollowMarker4">
      <symbol val="hollowSquare"/>
    </marker>
    <marker name="ExtraMarker1">
      <symbol val="dash"/>
    </marker>
    <marker name="ExtraMarker2">
      <symbol val="dot"/>
    </marker>
    <marker name="ExtraMarker3">
      <symbol val="plus"/>
    </marker>
  </markerLst>
  <solidfillRefBackground name="Yellow"/>
  <lnfillDefault>
    <lnRef name="Solid 0.75 pt"/>
    <solidfillRef name="tx1"/>
  </lnfillDefault>
  <lnfillGridline>
    <lnRef name="Solid 0.25 pt"/>
    <solidfillRef name="tx2"/>
  </lnfillGridline>
  <shapestyleLst>
    <shapestyle name="Bubble">
      <fillRef name="Light Orange"/>
      <lnfill>
        <noLine/>
      </lnfill>
    </shapestyle>
    <shapestyle name="Solid Pentagon">
      <fillRef name="accent1"/>
    </shapestyle>
    <shapestyle name="Dashed Pentagon">
      <fillRef name="accent2"/>
      <lnfill>
        <lnRef name="Dash 0.75 pt"/>
      </lnfill>
    </shapestyle>
    <shapestyle name="Solid Bar">
      <fillRef name="tx1"/>
      <lnfill>
        <noLine/>
      </lnfill>
    </shapestyle>
    <shapestyle name="Dashed Bar">
      <fillRef name="bg1"/>
      <lnfill>
        <lnRef name="Dash 1.5 pt"/>
        <solidfillRef name="tx1"/>
      </lnfill>
    </shapestyle>
  </shapestyleLst>
  <fillSchemeLst>
    <fillScheme name="All Accent 1" fillRefOtherSeries="accent1">
      <!-- Segment outlines may be specified for each fill scheme. If not specified, lnfillDefault is used. -->
      <lnfillSegment>
        <!-- lnRef is taken from lnfillDefault -->
        <solidfillRef name="White"/>
      </lnfillSegment>
      <!-- Segment outlines may be specified differently for Mekko charts. If not specified, lnfillSegment is used. -->
      <lnfillSegmentMekko>
        <lnRef name="Solid 0.25 pt"/>
        <!-- solidFillRef is taken from lnfillSegment -->
      </lnfillSegmentMekko>
      <fillRef name="accent1"/>
    </fillScheme>
    <fillScheme name="PowerPoint Theme" fillRefOtherSeries="Medium Gray">
      <lnfillSegment>
        <noLine/>
      </lnfillSegment>
      <!-- Mekko charts with segment outlines "No Line" do not look visually appealing. -->
      <!-- Outlines for Mekko charts are explicitly specified in this scheme, because lnfillSegment is "No Line". -->
      <lnfillSegmentMekko>
        <lnRef name="Solid 0.25 pt"/>
        <solidfillRef name="tx1"/>
      </lnfillSegmentMekko>
      <fillRef name="accent1"/>
      <fillRef name="accent2"/>
      <fillRef name="accent3"/>
      <fillRef name="accent4"/>
      <fillRef name="accent5"/>
      <fillRef name="accent6"/>
      <fillRef name="bg2"/>
      <fillRef name="tx2"/>
    </fillScheme>
    <fillScheme name="Colorful" fillRefOtherSeries="Blue">
      <!-- segment outlines for all charts (including Mekko) are taken from lnfillDefault -->
      <fillRef name="Orange"/>
      <fillRef name="Green"/>
      <fillRef name="Yellow"/>
      <fillRef name="Pink"/>
    </fillScheme>
    <fillScheme name="Reddish" fillRefOtherSeries="White">
      <fillRef name="Pink"/>
      <fillRef name="Orange"/>
      <fillRef name="Light Orange"/>
      <fillRef name="Yellow"/>
    </fillScheme>
    <fillScheme name="Grays" fillRefOtherSeries="White">
      <fillRef name="Black"/>
      <fillRef name="Dark Gray"/>
      <fillRef name="Light Gray"/>
    </fillScheme>
    <fillScheme name="All Orange" fillRefOtherSeries="Orange">
      <fillRef name="Orange"/>
    </fillScheme>
    <fillScheme name="Two Colors" fillRefOtherSeries="White">
      <fillRef name="Green"/>
      <fillRef name="Yellow"/>
    </fillScheme>
    <fillScheme name="Patterns" fillRefOtherSeries="No Fill" repeatLast="true">
      <fillRef name="Brick"/>
      <fillRef name="Light Down"/>
      <fillRef name="Light Up"/>
      <fillRef name="Horizontal"/>
      <fillRef name="Vertical"/>
      <seriesCountSpecific seriesCount="2">
        <!-- unique fill scheme for charts with two series -->
        <fillRef name="Light downward diagonal"/>
        <fillRef name="Wide upward diagonal"/>
      </seriesCountSpecific>
    </fillScheme>
  </fillSchemeLst>
  <lnfillmarkerSchemeLst>
    <lnfillmarkerScheme name="PowerPoint Theme">
      <lnfillmarker>
        <lnRef name="Solid 2.25 pt"/>
        <solidfillRef name="accent1"/>
      </lnfillmarker>
      <lnfillmarker>
        <lnRef name="Solid 2.25 pt"/>
        <solidfillRef name="accent2"/>
      </lnfillmarker>
      <lnfillmarker>
        <lnRef name="Solid 2.25 pt"/>
        <solidfillRef name="accent3"/>
      </lnfillmarker>
      <lnfillmarker>
        <lnRef name="Solid 2.25 pt"/>
        <solidfillRef name="accent4"/>
      </lnfillmarker>
      <lnfillmarker>
        <lnRef name="Solid 2.25 pt"/>
        <solidfillRef name="accent5"/>
      </lnfillmarker>
      <lnfillmarker>
        <lnRef name="Solid 2.25 pt"/>
        <solidfillRef name="accent6"/>
      </lnfillmarker>
      <lnfillmarker>
        <lnRef name="Solid 2.25 pt"/>
        <solidfillRef name="bg2"/>
      </lnfillmarker>
      <lnfillmarker>
        <lnRef name="Solid 2.25 pt"/>
        <solidfillRef name="tx2"/>
      </lnfillmarker>
    </lnfillmarkerScheme>
    <lnfillmarkerScheme name="PowerPoint Theme w/ markers">
      <lnfillmarker>
        <lnRef name="Solid 2.25 pt"/>
        <solidfillRef name="accent1"/>
        <markerRef name="Marker1"/>
      </lnfillmarker>
      <lnfillmarker>
        <lnRef name="Solid 2.25 pt"/>
        <solidfillRef name="accent2"/>
        <markerRef name="Marker2"/>
      </lnfillmarker>
      <lnfillmarker>
        <lnRef name="Solid 2.25 pt"/>
        <solidfillRef name="accent3"/>
        <markerRef name="Marker3"/>
      </lnfillmarker>
      <lnfillmarker>
        <lnRef name="Solid 2.25 pt"/>
        <solidfillRef name="accent4"/>
        <markerRef name="Marker4"/>
      </lnfillmarker>
      <lnfillmarker>
        <lnRef name="Solid 2.25 pt"/>
        <solidfillRef name="accent5"/>
        <markerRef name="Marker5"/>
      </lnfillmarker>
      <lnfillmarker>
        <lnRef name="Solid 2.25 pt"/>
        <solidfillRef name="accent6"/>
        <markerRef name="Marker6"/>
      </lnfillmarker>
      <lnfillmarker>
        <lnRef name="Solid 2.25 pt"/>
        <solidfillRef name="bg2"/>
        <markerRef name="HollowMarker3"/>
      </lnfillmarker>
      <lnfillmarker>
        <lnRef name="Solid 2.25 pt"/>
        <solidfillRef name="tx2"/>
        <markerRef name="HollowMarker4"/>
      </lnfillmarker>
    </lnfillmarkerScheme>
    <lnfillmarkerScheme name="Colorful">
      <lnfillmarker>
        <lnRef name="Solid 2.25 pt"/>
        <solidfillRef name="Orange"/>
      </lnfillmarker>
      <lnfillmarker>
        <lnRef name="Solid 2.25 pt"/>
        <solidfillRef name="Green"/>
      </lnfillmarker>
      <lnfillmarker>
        <lnRef name="Solid 2.25 pt"/>
        <solidfillRef name="Yellow"/>
      </lnfillmarker>
      <lnfillmarker>
        <lnRef name="Solid 2.25 pt"/>
        <solidfillRef name="Pink"/>
      </lnfillmarker>
    </lnfillmarkerScheme>
    <lnfillmarkerScheme name="Colorful with Markers">
      <lnfillmarker>
        <lnRef name="Solid 2.25 pt"/>
        <solidfillRef name="Orange"/>
        <markerRef name="Marker1"/>
      </lnfillmarker>
      <lnfillmarker>
        <lnRef name="Solid 2.25 pt"/>
        <solidfillRef name="Green"/>
        <markerRef name="Marker2"/>
      </lnfillmarker>
      <lnfillmarker>
        <lnRef name="Solid 2.25 pt"/>
        <solidfillRef name="Yellow"/>
        <markerRef name="Marker3"/>
      </lnfillmarker>
      <lnfillmarker>
        <lnRef name="Solid 2.25 pt"/>
        <solidfillRef name="Pink"/>
        <markerRef name="Marker4"/>
      </lnfillmarker>
    </lnfillmarkerScheme>
    <lnfillmarkerScheme name="Colorful with Hollow Markers">
      <lnfillmarker>
        <lnRef name="Solid 2.25 pt"/>
        <solidfillRef name="Orange"/>
        <markerRef name="HollowMarker1"/>
      </lnfillmarker>
      <lnfillmarker>
        <lnRef name="Solid 2.25 pt"/>
        <solidfillRef name="Green"/>
        <markerRef name="HollowMarker2"/>
      </lnfillmarker>
      <lnfillmarker>
        <lnRef name="Solid 2.25 pt"/>
        <solidfillRef name="Yellow"/>
        <markerRef name="HollowMarker3"/>
      </lnfillmarker>
      <lnfillmarker>
        <lnRef name="Solid 2.25 pt"/>
        <solidfillRef name="Pink"/>
        <markerRef name="HollowMarker4"/>
      </lnfillmarker>
    </lnfillmarkerScheme>
    <lnfillmarkerScheme name="Reddish">
      <lnfillmarker>
        <lnRef name="Solid 2.25 pt"/>
        <solidfillRef name="Pink"/>
      </lnfillmarker>
      <lnfillmarker>
        <lnRef name="Solid 2.25 pt"/>
        <solidfillRef name="Orange"/>
      </lnfillmarker>
      <lnfillmarker>
        <lnRef name="Solid 2.25 pt"/>
        <solidfillRef name="Light Orange"/>
      </lnfillmarker>
      <lnfillmarker>
        <lnRef name="Solid 2.25 pt"/>
        <solidfillRef name="Yellow"/>
      </lnfillmarker>
    </lnfillmarkerScheme>
    <lnfillmarkerScheme name="Reddish with dash markers">
      <lnfillmarker>
        <lnRef name="Solid 1.5 pt"/>
        <solidfillRef name="Pink"/>
        <markerRef name="Marker5"/>
      </lnfillmarker>
      <lnfillmarker>
        <lnRef name="Solid 1.5 pt"/>
        <solidfillRef name="Orange"/>
        <markerRef name="Marker6"/>
      </lnfillmarker>
      <lnfillmarker>
        <lnRef name="Solid 1.5 pt"/>
        <solidfillRef name="Light Orange"/>
        <markerRef name="ExtraMarker1"/>
      </lnfillmarker>
      <lnfillmarker>
        <lnRef name="Solid 1.5 pt"/>
        <solidfillRef name="Yellow"/>
        <markerRef name="ExtraMarker3"/>
      </lnfillmarker>
    </lnfillmarkerScheme>
    <lnfillmarkerScheme name="Mono">
      <lnfillmarker>
        <lnRef name="Solid 1.5 pt"/>
        <solidfillRef name="tx1"/>
      </lnfillmarker>
    </lnfillmarkerScheme>
    <lnfillmarkerScheme name="Mono with Markers">
      <lnfillmarker>
        <lnRef name="Solid 1.5 pt"/>
        <solidfillRef name="tx1"/>
        <markerRef name="Marker1"/>
      </lnfillmarker>
      <lnfillmarker>
        <lnRef name="Solid 1.5 pt"/>
        <solidfillRef name="tx1"/>
        <markerRef name="Marker2"/>
      </lnfillmarker>
      <lnfillmarker>
        <lnRef name="Solid 1.5 pt"/>
        <solidfillRef name="tx1"/>
        <markerRef name="Marker3"/>
      </lnfillmarker>
      <lnfillmarker>
        <lnRef name="Solid 1.5 pt"/>
        <solidfillRef name="tx1"/>
        <markerRef name="Marker4"/>
      </lnfillmarker>
      <lnfillmarker>
        <lnRef name="Solid 1.5 pt"/>
        <solidfillRef name="tx1"/>
        <markerRef name="Marker5"/>
      </lnfillmarker>
      <lnfillmarker>
        <lnRef name="Solid 1.5 pt"/>
        <solidfillRef name="tx1"/>
        <markerRef name="Marker6"/>
      </lnfillmarker>
    </lnfillmarkerScheme>
  </lnfillmarkerSchemeLst>
  <fillmarkerSchemeLst>
    <fillmarkerScheme name="No Markers">
      <noMarker/>
    </fillmarkerScheme>
    <fillmarkerScheme name="Shapes">
      <fillmarker>
        <markerRef name="Marker1"/>
        <solidfillRef name="accent1"/>
      </fillmarker>
      <fillmarker>
        <markerRef name="Marker2"/>
        <solidfillRef name="accent1"/>
      </fillmarker>
      <fillmarker>
        <markerRef name="Marker3"/>
        <solidfillRef name="accent1"/>
      </fillmarker>
      <fillmarker>
        <markerRef name="Marker4"/>
        <solidfillRef name="accent1"/>
      </fillmarker>
    </fillmarkerScheme>
    <fillmarkerScheme name="Dash Markers">
      <fillmarker>
        <markerRef name="Marker5"/>
        <solidfillRef name="accent1"/>
      </fillmarker>
      <fillmarker>
        <markerRef name="Marker6"/>
        <solidfillRef name="accent1"/>
      </fillmarker>
      <fillmarker>
        <markerRef name="ExtraMarker1"/>
        <solidfillRef name="accent1"/>
      </fillmarker>
      <fillmarker>
        <markerRef name="ExtraMarker3"/>
        <solidfillRef name="accent1"/>
      </fillmarker>
    </fillmarkerScheme>
    <fillmarkerScheme name="Reddish Hollow Shapes">
      <fillmarker>
        <markerRef name="HollowMarker1"/>
        <solidfillRef name="Pink"/>
      </fillmarker>
      <fillmarker>
        <markerRef name="HollowMarker2"/>
        <solidfillRef name="Orange"/>
      </fillmarker>
      <fillmarker>
        <markerRef name="HollowMarker3"/>
        <solidfillRef name="Light Orange"/>
      </fillmarker>
      <fillmarker>
        <markerRef name="HollowMarker4"/>
        <solidfillRef name="Yellow"/>
      </fillmarker>
    </fillmarkerScheme>
  </fillmarkerSchemeLst>
  <fillSchemeRefDefault name="Colorful"/>
  <fillSchemeRefDefaultWaterfall name="Two Colors"/>
  <fillSchemeRefDefaultMekko name="Reddish"/>
  <fillSchemeRefDefaultArea name="Patterns"/>
  <fillSchemeRefDefaultPie name="All Orange"/>
  <fillSchemeRefDefaultBubble name="Grays"/>
  <lnfillmarkerSchemeRefDefault name="Colorful"/>
  <lnfillmarkerSchemeRefDefaultCombination name="Mono"/>
  <fillmarkerSchemeRefDefault name="Shapes"/>
  <defPPr lvl="2">
    <defRPr sz="1000" b="true" i="false">
      <solidfillRef name="Deep Red"/>
      <solidfillRefAlt name="Yellow"/>
      <latin typeface="Courier New"/>
    </defRPr>
  </defPPr>
  <fixedLayoutLst>
    <fixedLayout for="pie">
      <rect l="50%-2000000" t="66.67%-2000000" r="50%+2000000" b="66.67%+2000000"/>
    </fixedLayout>
    <fixedLayout for="chart pie">
      <rect l="10%" t="30%" r="45%" b="90%"/>
      <rect l="55%" t="30%" r="90%" b="90%"/>
    </fixedLayout>
    <fixedLayout for="chart">
      <rect l="10%" t="30%" r="45%" b="55%"/>
      <rect l="55%" t="30%" r="90%" b="55%"/>
      <rect l="10%" t="60%" r="90%" b="90%"/>
    </fixedLayout>
    <fixedLayout for="gantt">
      <rect l="1000000" t="2000000" r="100%-1000000" b="100%-1000000"/>
    </fixedLayout>
  </fixedLayoutLst>
  <label>
    <lnfillLeaderLine>
      <lnRef name="Solid 0.5 pt"/>
    </lnfillLeaderLine>
    <shapestyleRefBubble name="Bubble"/>
    <sumLabelPosition val="accordingToSign"/>
  </label>
  <chart>
    <lnfillAxis>
      <!-- lnRef taken from lnfillDefault -->
      <solidfillRef name="Medium Gray"/>
    </lnfillAxis>
    <lnfillAxisCategory>
      <lnRef name="Solid 2.25 pt"/>
      <!-- fillRef taken from lnfillAxis -->
    </lnfillAxisCategory>
    <lnfillArrow>
      <lnRef name="Solid 2.25 pt"/>
      <!-- fillRef taken from lnfillDefault -->
    </lnfillArrow>
    <lnfillArrowCAGR>
      <!-- lnRef taken from lnfillArrow -->
      <solidfillRef name="Orange"/>
    </lnfillArrowCAGR>
    <lnfillArrowCategoryDifference>
      <!-- lnRef taken from lnfillArrow -->
      <solidfillRef name="Green"/>
    </lnfillArrowCategoryDifference>
    <lnfillArrowSegmentDifference>
      <!-- lnRef taken from lnfillArrow -->
      <solidfillRef name="Blue"/>
    </lnfillArrowSegmentDifference>
    <lnfillExtensionLine>
      <lnRef name="Long Dash 0.25 pt"/>
      <!-- fillRef taken from lnfillDefault -->
    </lnfillExtensionLine>
    <lnfillConnector>
      <lnRef name="Long Dash 0.25 pt"/>
      <!-- fillRef taken from lnfillDefault -->
    </lnfillConnector>
    <lnfillConnectorWaterfall>
      <noLine/>
    </lnfillConnectorWaterfall>
    <lnfillValueLine>
      <lnRef name="Long Dash 0.75 pt"/>
      <!-- fillRef taken from lnfillDefault -->
    </lnfillValueLine>
    <fillOrderStacked val="topToBottom"/>
    <defaultLabels>
      <segment val="totalAndSegment"/>
      <segmentWaterfallFloating val="totalAndSegmentSingleSegmentInside"/>
      <pieSlice val="outerAndInner"/>
    </defaultLabels>
  </chart>
  <legend>
    <lnfill>
      <!-- by default, legend outline is invisible -->
      <!-- lnRef taken from lnfillDefault -->
      <solidfillRef name="Dark Gray"/>
    </lnfill>
    <pPr>
      <defRPr sz="1000"/>
    </pPr>
  </legend>
  <harveyball sz="1400">
    <fillRefCompleted name="Black"/>
    <fillRefBackground name="Light Orange"/>
    <lnfill>
      <lnRef name="Solid 0.5 pt"/>
      <solidfillRef name="accent1"/>
    </lnfill>
  </harveyball>
  <checkbox sz="1400">
    <fillRef name="No Fill"/>
    <lnfill>
      <noLine/>
    </lnfill>
    <choices>
      <fillRef name="Yellow"/>
      <lnfill>
        <lnRef name="Solid 0.5 pt"/>
        <solidfillRef name="accent1"/>
      </lnfill>
      <glyph hotkeys="VO1" sz="1867">
        <solidfillRef name="Green"/>
        <t>✓</t>
      </glyph>
      <glyph hotkeys="X2" sz="1867">
        <solidfillRef name="Pink"/>
        <font typeface="Arial Unicode MS"/>
        <t>✗</t>
      </glyph>
      <glyph hotkeys="Q3" sz="1400">
        <font typeface="Arial Unicode MS"/>
        <t>?!</t>
      </glyph>
    </choices>
    <choices>
      <pic hotkeys="R4">
        <Relationship Target="traffic_light_horizontal_red.emf"/>
      </pic>
      <pic hotkeys="Y5">
        <Relationship Target="traffic_light_horizontal_yellow.emf"/>
      </pic>
      <pic hotkeys="G6">
        <Relationship Target="traffic_light_horizontal_green.emf"/>
      </pic>
    </choices>
    <choices>
      <glyph hotkeys=" 0" sz="1867">
        <t> </t>
      </glyph>
    </choices>
  </checkbox>
  <gantt>
    <scaleFrame/>
    <fillRefDefaultBody name="No Fill"/>
    <fillRefHorzShading name="accent1"/>
    <fillRefVertShading name="bg2"/>
    <lnfillSeparatorHorz>
      <lnRef name="Solid 0.25 pt"/>
    </lnfillSeparatorHorz>
    <lnfillSeparatorVertPrimary>
      <lnRef name="Solid 0.25 pt"/>
    </lnfillSeparatorVertPrimary>
    <lnfillSeparatorVertSecondary>
      <lnRef name="Dash 0.25 pt"/>
    </lnfillSeparatorVertSecondary>
    <shapestyleLstPentagonAndChevron>
      <shapestyleRef name="Solid Pentagon"/>
      <shapestyleRef name="Dashed Pentagon"/>
    </shapestyleLstPentagonAndChevron>
    <shapestyleLstBar w="98425">
      <shapestyleRef name="Solid Bar"/>
      <shapestyleRef name="Dashed Bar"/>
    </shapestyleLstBar>
    <bracket style="triangle"/>
    <milestone w="119063">
      <markerRef name="Marker2"/>
      <solidfillRef name="tx1"/>
      <lnfill>
        <lnRef name="Long Dash 1.5 pt"/>
      </lnfill>
    </milestone>
  </gantt>
  <fiscalYear>
    <!-- End fiscal years in September. Q1 of FY2020 starts in October/2019. -->
    <end month="sep"/>
  </fiscalYear>
</style>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customXml/itemProps4.xml><?xml version="1.0" encoding="utf-8"?>
<ds:datastoreItem xmlns:ds="http://schemas.openxmlformats.org/officeDocument/2006/customXml" ds:itemID="{TC-STYLE-0004-0000-0000-000000000000}">
  <ds:schemaRefs>
    <ds:schemaRef ds:uri="https://schemas.think-cell.com/36264/tcstyl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