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lsb" ContentType="application/vnd.ms-excel.sheet.binary.macroEnabled.12"/>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handoutMasters/handoutMaster1.xml" ContentType="application/vnd.openxmlformats-officedocument.presentationml.handoutMaster+xml"/>
  <Override PartName="/ppt/media/image11.svg" ContentType="image/svg+xml"/>
  <Override PartName="/ppt/media/image2.svg" ContentType="image/svg+xml"/>
  <Override PartName="/ppt/media/image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4285" r:id="rId4"/>
  </p:sldMasterIdLst>
  <p:notesMasterIdLst>
    <p:notesMasterId r:id="rId19"/>
  </p:notesMasterIdLst>
  <p:handoutMasterIdLst>
    <p:handoutMasterId r:id="rId20"/>
  </p:handoutMasterIdLst>
  <p:sldIdLst>
    <p:sldId id="256" r:id="rId18"/>
    <p:sldId id="257" r:id="rId17"/>
    <p:sldId id="258" r:id="rId16"/>
    <p:sldId id="259" r:id="rId15"/>
    <p:sldId id="260" r:id="rId14"/>
    <p:sldId id="261" r:id="rId13"/>
    <p:sldId id="262" r:id="rId12"/>
    <p:sldId id="263" r:id="rId11"/>
    <p:sldId id="264" r:id="rId10"/>
    <p:sldId id="265" r:id="rId9"/>
    <p:sldId id="266" r:id="rId8"/>
    <p:sldId id="267" r:id="rId7"/>
    <p:sldId id="268" r:id="rId6"/>
    <p:sldId id="269" r:id="rId5"/>
    <p:sldId id="270" r:id="rId32"/>
    <p:sldId id="271" r:id="rId33"/>
    <p:sldId id="272" r:id="rId34"/>
    <p:sldId id="273" r:id="rId35"/>
    <p:sldId id="274" r:id="rId36"/>
    <p:sldId id="275" r:id="rId37"/>
    <p:sldId id="276" r:id="rId38"/>
    <p:sldId id="277" r:id="rId39"/>
    <p:sldId id="278" r:id="rId40"/>
    <p:sldId id="279" r:id="rId41"/>
    <p:sldId id="280" r:id="rId42"/>
    <p:sldId id="281" r:id="rId43"/>
    <p:sldId id="282" r:id="rId44"/>
    <p:sldId id="283" r:id="rId45"/>
  </p:sldIdLst>
  <p:sldSz cx="12192000" cy="6858000"/>
  <p:notesSz cx="6858000" cy="9144000"/>
  <p:embeddedFontLst>
    <p:embeddedFont>
      <p:font typeface="GT America" panose="020B0604020202020204" charset="0"/>
      <p:regular r:id="rId21"/>
      <p:bold r:id="rId22"/>
      <p:italic r:id="rId23"/>
      <p:boldItalic r:id="rId24"/>
    </p:embeddedFont>
    <p:embeddedFont>
      <p:font typeface="Microsoft Sans Serif" panose="020B0604020202020204" pitchFamily="34" charset="0"/>
      <p:regular r:id="rId25"/>
    </p:embeddedFont>
  </p:embeddedFontLst>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81"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51C8D"/>
    <a:srgbClr val="A83167"/>
    <a:srgbClr val="EA5362"/>
    <a:srgbClr val="E5BFC2"/>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8EA2D5-60CF-4FE8-A1F9-D513E0BF9A9B}" v="165" dt="2025-11-24T09:46:27.657"/>
  </p1510:revLst>
</p1510:revInfo>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14"/>
      </p:cViewPr>
      <p:guideLst>
        <p:guide orient="horz" pos="981"/>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4.xml"/><Relationship Id="rId6" Type="http://schemas.openxmlformats.org/officeDocument/2006/relationships/slide" Target="slides/slide13.xml"/><Relationship Id="rId7" Type="http://schemas.openxmlformats.org/officeDocument/2006/relationships/slide" Target="slides/slide12.xml"/><Relationship Id="rId8" Type="http://schemas.openxmlformats.org/officeDocument/2006/relationships/slide" Target="slides/slide11.xml"/><Relationship Id="rId9" Type="http://schemas.openxmlformats.org/officeDocument/2006/relationships/slide" Target="slides/slide10.xml"/><Relationship Id="rId10" Type="http://schemas.openxmlformats.org/officeDocument/2006/relationships/slide" Target="slides/slide9.xml"/><Relationship Id="rId11" Type="http://schemas.openxmlformats.org/officeDocument/2006/relationships/slide" Target="slides/slide8.xml"/><Relationship Id="rId12" Type="http://schemas.openxmlformats.org/officeDocument/2006/relationships/slide" Target="slides/slide7.xml"/><Relationship Id="rId13" Type="http://schemas.openxmlformats.org/officeDocument/2006/relationships/slide" Target="slides/slide6.xml"/><Relationship Id="rId14" Type="http://schemas.openxmlformats.org/officeDocument/2006/relationships/slide" Target="slides/slide5.xml"/><Relationship Id="rId15" Type="http://schemas.openxmlformats.org/officeDocument/2006/relationships/slide" Target="slides/slide4.xml"/><Relationship Id="rId16" Type="http://schemas.openxmlformats.org/officeDocument/2006/relationships/slide" Target="slides/slide3.xml"/><Relationship Id="rId17" Type="http://schemas.openxmlformats.org/officeDocument/2006/relationships/slide" Target="slides/slide2.xml"/><Relationship Id="rId18" Type="http://schemas.openxmlformats.org/officeDocument/2006/relationships/slide" Target="slides/slide1.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 Id="rId24" Type="http://schemas.openxmlformats.org/officeDocument/2006/relationships/font" Target="fonts/font4.fntdata"/><Relationship Id="rId25" Type="http://schemas.openxmlformats.org/officeDocument/2006/relationships/font" Target="fonts/font5.fntdata"/><Relationship Id="rId26" Type="http://schemas.openxmlformats.org/officeDocument/2006/relationships/tags" Target="tags/tag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5/10/relationships/revisionInfo" Target="revisionInfo.xml"/><Relationship Id="rId32" Type="http://schemas.openxmlformats.org/officeDocument/2006/relationships/slide" Target="slides/slide15.xml"/><Relationship Id="rId33" Type="http://schemas.openxmlformats.org/officeDocument/2006/relationships/slide" Target="slides/slide16.xml"/><Relationship Id="rId34" Type="http://schemas.openxmlformats.org/officeDocument/2006/relationships/slide" Target="slides/slide17.xml"/><Relationship Id="rId35" Type="http://schemas.openxmlformats.org/officeDocument/2006/relationships/slide" Target="slides/slide18.xml"/><Relationship Id="rId36" Type="http://schemas.openxmlformats.org/officeDocument/2006/relationships/slide" Target="slides/slide19.xml"/><Relationship Id="rId37" Type="http://schemas.openxmlformats.org/officeDocument/2006/relationships/slide" Target="slides/slide20.xml"/><Relationship Id="rId38" Type="http://schemas.openxmlformats.org/officeDocument/2006/relationships/slide" Target="slides/slide21.xml"/><Relationship Id="rId39" Type="http://schemas.openxmlformats.org/officeDocument/2006/relationships/slide" Target="slides/slide22.xml"/><Relationship Id="rId40" Type="http://schemas.openxmlformats.org/officeDocument/2006/relationships/slide" Target="slides/slide23.xml"/><Relationship Id="rId41" Type="http://schemas.openxmlformats.org/officeDocument/2006/relationships/slide" Target="slides/slide24.xml"/><Relationship Id="rId42" Type="http://schemas.openxmlformats.org/officeDocument/2006/relationships/slide" Target="slides/slide25.xml"/><Relationship Id="rId43" Type="http://schemas.openxmlformats.org/officeDocument/2006/relationships/slide" Target="slides/slide26.xml"/><Relationship Id="rId44" Type="http://schemas.openxmlformats.org/officeDocument/2006/relationships/slide" Target="slides/slide27.xml"/><Relationship Id="rId45" Type="http://schemas.openxmlformats.org/officeDocument/2006/relationships/slide" Target="slides/slide28.xml"/></Relationships>
</file>

<file path=ppt/charts/_rels/chart1.xml.rels><?xml version='1.0' encoding='utf-8'?>
<ns0:Relationships xmlns:ns0="http://schemas.openxmlformats.org/package/2006/relationships"><ns0:Relationship Id="rId1" Type="http://schemas.openxmlformats.org/officeDocument/2006/relationships/package" Target="../embeddings/Microsoft_Excel_Binary_Worksheet.xlsb" /></ns0:Relationships>
</file>

<file path=ppt/charts/_rels/chart2.xml.rels><?xml version='1.0' encoding='utf-8'?>
<ns0:Relationships xmlns:ns0="http://schemas.openxmlformats.org/package/2006/relationships"><ns0:Relationship Id="rId1" Type="http://schemas.openxmlformats.org/officeDocument/2006/relationships/package" Target="../embeddings/Microsoft_Excel_Binary_Worksheet1.xlsb" /></ns0:Relationships>
</file>

<file path=ppt/charts/_rels/chart3.xml.rels><?xml version='1.0' encoding='utf-8'?>
<ns0:Relationships xmlns:ns0="http://schemas.openxmlformats.org/package/2006/relationships"><ns0:Relationship Id="rId1" Type="http://schemas.openxmlformats.org/officeDocument/2006/relationships/package" Target="../embeddings/Microsoft_Excel_Binary_Worksheet2.xlsb" /></ns0:Relationships>
</file>

<file path=ppt/charts/_rels/chart4.xml.rels><?xml version='1.0' encoding='utf-8'?>
<ns0:Relationships xmlns:ns0="http://schemas.openxmlformats.org/package/2006/relationships"><ns0:Relationship Id="rId1" Type="http://schemas.openxmlformats.org/officeDocument/2006/relationships/package" Target="../embeddings/Microsoft_Excel_Binary_Worksheet3.xlsb" /></ns0:Relationships>
</file>

<file path=ppt/charts/_rels/chart5.xml.rels><?xml version='1.0' encoding='utf-8'?>
<ns0:Relationships xmlns:ns0="http://schemas.openxmlformats.org/package/2006/relationships"><ns0:Relationship Id="rId1" Type="http://schemas.openxmlformats.org/officeDocument/2006/relationships/package" Target="../embeddings/Microsoft_Excel_Binary_Worksheet4.xlsb" /></ns0:Relationships>
</file>

<file path=ppt/charts/_rels/chart6.xml.rels><?xml version='1.0' encoding='utf-8'?>
<ns0:Relationships xmlns:ns0="http://schemas.openxmlformats.org/package/2006/relationships"><ns0:Relationship Id="rId1" Type="http://schemas.openxmlformats.org/officeDocument/2006/relationships/package" Target="../embeddings/Microsoft_Excel_Binary_Worksheet5.xlsb" /></ns0:Relationships>
</file>

<file path=ppt/charts/_rels/chart7.xml.rels><?xml version='1.0' encoding='utf-8'?>
<ns0:Relationships xmlns:ns0="http://schemas.openxmlformats.org/package/2006/relationships"><ns0:Relationship Id="rId1" Type="http://schemas.openxmlformats.org/officeDocument/2006/relationships/package" Target="../embeddings/Microsoft_Excel_Binary_Worksheet6.xlsb" /></ns0:Relationships>
</file>

<file path=ppt/charts/_rels/chart8.xml.rels><?xml version='1.0' encoding='utf-8'?>
<ns0:Relationships xmlns:ns0="http://schemas.openxmlformats.org/package/2006/relationships"><ns0:Relationship Id="rId1" Type="http://schemas.openxmlformats.org/officeDocument/2006/relationships/package" Target="../embeddings/Microsoft_Excel_Binary_Worksheet7.xlsb" /></ns0:Relationships>
</file>

<file path=ppt/charts/_rels/chart9.xml.rels><?xml version='1.0' encoding='utf-8'?>
<ns0:Relationships xmlns:ns0="http://schemas.openxmlformats.org/package/2006/relationships"><ns0:Relationship Id="rId1" Type="http://schemas.openxmlformats.org/officeDocument/2006/relationships/package" Target="../embeddings/Microsoft_Excel_Binary_Worksheet8.xlsb" /></ns0:Relationships>
</file>

<file path=ppt/charts/_rels/chart10.xml.rels><?xml version='1.0' encoding='utf-8'?>
<ns0:Relationships xmlns:ns0="http://schemas.openxmlformats.org/package/2006/relationships"><ns0:Relationship Id="rId1" Type="http://schemas.openxmlformats.org/officeDocument/2006/relationships/package" Target="../embeddings/Microsoft_Excel_Binary_Worksheet9.xlsb" /></ns0:Relationships>
</file>

<file path=ppt/charts/_rels/chart11.xml.rels><?xml version='1.0' encoding='utf-8'?>
<ns0:Relationships xmlns:ns0="http://schemas.openxmlformats.org/package/2006/relationships"><ns0:Relationship Id="rId1" Type="http://schemas.openxmlformats.org/officeDocument/2006/relationships/package" Target="../embeddings/Microsoft_Excel_Binary_Worksheet10.xlsb" /></ns0:Relationships>
</file>

<file path=ppt/charts/_rels/chart12.xml.rels><?xml version='1.0' encoding='utf-8'?>
<ns0:Relationships xmlns:ns0="http://schemas.openxmlformats.org/package/2006/relationships"><ns0:Relationship Id="rId1" Type="http://schemas.openxmlformats.org/officeDocument/2006/relationships/package" Target="../embeddings/Microsoft_Excel_Binary_Worksheet11.xlsb" /></ns0: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437662078595649E-2"/>
          <c:y val="9.1599430469862367E-2"/>
          <c:w val="0.92718930779972075"/>
          <c:h val="0.81680113906027529"/>
        </c:manualLayout>
      </c:layout>
      <c:barChart>
        <c:barDir val="col"/>
        <c:grouping val="stacked"/>
        <c:varyColors val="0"/>
        <c:ser>
          <c:idx val="0"/>
          <c:order val="0"/>
          <c:spPr>
            <a:noFill/>
            <a:ln>
              <a:noFill/>
            </a:ln>
          </c:spPr>
          <c:invertIfNegative val="0"/>
          <c:dPt>
            <c:idx val="0"/>
            <c:invertIfNegative val="0"/>
            <c:bubble3D val="0"/>
            <c:spPr>
              <a:solidFill>
                <a:schemeClr val="bg2"/>
              </a:solidFill>
              <a:ln>
                <a:noFill/>
              </a:ln>
            </c:spPr>
            <c:extLst>
              <c:ext xmlns:c16="http://schemas.microsoft.com/office/drawing/2014/chart" uri="{C3380CC4-5D6E-409C-BE32-E72D297353CC}">
                <c16:uniqueId val="{00000000-2612-4E88-A0CF-6C65EEEB5A98}"/>
              </c:ext>
            </c:extLst>
          </c:dPt>
          <c:dPt>
            <c:idx val="5"/>
            <c:invertIfNegative val="0"/>
            <c:bubble3D val="0"/>
            <c:spPr>
              <a:solidFill>
                <a:schemeClr val="accent1"/>
              </a:solidFill>
              <a:ln>
                <a:noFill/>
              </a:ln>
            </c:spPr>
            <c:extLst>
              <c:ext xmlns:c16="http://schemas.microsoft.com/office/drawing/2014/chart" uri="{C3380CC4-5D6E-409C-BE32-E72D297353CC}">
                <c16:uniqueId val="{00000001-2612-4E88-A0CF-6C65EEEB5A98}"/>
              </c:ext>
            </c:extLst>
          </c:dPt>
          <c:dLbls>
            <c:dLbl>
              <c:idx val="0"/>
              <c:layout>
                <c:manualLayout>
                  <c:x val="0"/>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2612-4E88-A0CF-6C65EEEB5A98}"/>
                </c:ext>
              </c:extLst>
            </c:dLbl>
            <c:dLbl>
              <c:idx val="5"/>
              <c:layout>
                <c:manualLayout>
                  <c:x val="0"/>
                  <c:y val="-0.25913621262458469"/>
                </c:manualLayout>
              </c:layout>
              <c:numFmt formatCode="0.0;&quot;-&quot;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2612-4E88-A0CF-6C65EEEB5A9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Sheet1!$A$1:$F$1</c:f>
              <c:numCache>
                <c:formatCode>General</c:formatCode>
                <c:ptCount val="6"/>
                <c:pt idx="0">
                  <c:v>15</c:v>
                </c:pt>
                <c:pt idx="1">
                  <c:v>33.200000000000003</c:v>
                </c:pt>
                <c:pt idx="2">
                  <c:v>26.200000000000003</c:v>
                </c:pt>
                <c:pt idx="3">
                  <c:v>22</c:v>
                </c:pt>
                <c:pt idx="4">
                  <c:v>21.549999999999997</c:v>
                </c:pt>
                <c:pt idx="5">
                  <c:v>21.54999999999999</c:v>
                </c:pt>
              </c:numCache>
            </c:numRef>
          </c:val>
          <c:extLst>
            <c:ext xmlns:c16="http://schemas.microsoft.com/office/drawing/2014/chart" uri="{C3380CC4-5D6E-409C-BE32-E72D297353CC}">
              <c16:uniqueId val="{00000002-2612-4E88-A0CF-6C65EEEB5A98}"/>
            </c:ext>
          </c:extLst>
        </c:ser>
        <c:ser>
          <c:idx val="1"/>
          <c:order val="1"/>
          <c:spPr>
            <a:solidFill>
              <a:schemeClr val="bg2"/>
            </a:solidFill>
            <a:ln>
              <a:noFill/>
            </a:ln>
          </c:spPr>
          <c:invertIfNegative val="0"/>
          <c:dPt>
            <c:idx val="0"/>
            <c:invertIfNegative val="0"/>
            <c:bubble3D val="0"/>
            <c:spPr>
              <a:solidFill>
                <a:schemeClr val="accent6"/>
              </a:solidFill>
              <a:ln>
                <a:noFill/>
              </a:ln>
            </c:spPr>
            <c:extLst>
              <c:ext xmlns:c16="http://schemas.microsoft.com/office/drawing/2014/chart" uri="{C3380CC4-5D6E-409C-BE32-E72D297353CC}">
                <c16:uniqueId val="{00000003-2612-4E88-A0CF-6C65EEEB5A98}"/>
              </c:ext>
            </c:extLst>
          </c:dPt>
          <c:dLbls>
            <c:dLbl>
              <c:idx val="0"/>
              <c:layout>
                <c:manualLayout>
                  <c:x val="0"/>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2612-4E88-A0CF-6C65EEEB5A98}"/>
                </c:ext>
              </c:extLst>
            </c:dLbl>
            <c:dLbl>
              <c:idx val="1"/>
              <c:layout>
                <c:manualLayout>
                  <c:x val="0"/>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2612-4E88-A0CF-6C65EEEB5A98}"/>
                </c:ext>
              </c:extLst>
            </c:dLbl>
            <c:dLbl>
              <c:idx val="2"/>
              <c:layout>
                <c:manualLayout>
                  <c:x val="0"/>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2612-4E88-A0CF-6C65EEEB5A98}"/>
                </c:ext>
              </c:extLst>
            </c:dLbl>
            <c:dLbl>
              <c:idx val="3"/>
              <c:layout>
                <c:manualLayout>
                  <c:x val="-2.1344504288848994E-2"/>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2612-4E88-A0CF-6C65EEEB5A98}"/>
                </c:ext>
              </c:extLst>
            </c:dLbl>
            <c:dLbl>
              <c:idx val="4"/>
              <c:layout>
                <c:manualLayout>
                  <c:x val="6.4232994215040889E-2"/>
                  <c:y val="2.5154247745609874E-2"/>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2612-4E88-A0CF-6C65EEEB5A9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Sheet1!$A$2:$F$2</c:f>
              <c:numCache>
                <c:formatCode>General</c:formatCode>
                <c:ptCount val="6"/>
                <c:pt idx="0">
                  <c:v>25</c:v>
                </c:pt>
                <c:pt idx="1">
                  <c:v>2.5999999999999943</c:v>
                </c:pt>
                <c:pt idx="2">
                  <c:v>4</c:v>
                </c:pt>
                <c:pt idx="3">
                  <c:v>2.1999999999999993</c:v>
                </c:pt>
                <c:pt idx="4">
                  <c:v>0.25</c:v>
                </c:pt>
              </c:numCache>
            </c:numRef>
          </c:val>
          <c:extLst>
            <c:ext xmlns:c16="http://schemas.microsoft.com/office/drawing/2014/chart" uri="{C3380CC4-5D6E-409C-BE32-E72D297353CC}">
              <c16:uniqueId val="{00000008-2612-4E88-A0CF-6C65EEEB5A98}"/>
            </c:ext>
          </c:extLst>
        </c:ser>
        <c:ser>
          <c:idx val="2"/>
          <c:order val="2"/>
          <c:spPr>
            <a:solidFill>
              <a:schemeClr val="accent6"/>
            </a:solidFill>
            <a:ln>
              <a:noFill/>
            </a:ln>
          </c:spPr>
          <c:invertIfNegative val="0"/>
          <c:dLbls>
            <c:dLbl>
              <c:idx val="1"/>
              <c:layout>
                <c:manualLayout>
                  <c:x val="0"/>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2612-4E88-A0CF-6C65EEEB5A98}"/>
                </c:ext>
              </c:extLst>
            </c:dLbl>
            <c:dLbl>
              <c:idx val="2"/>
              <c:layout>
                <c:manualLayout>
                  <c:x val="0"/>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2612-4E88-A0CF-6C65EEEB5A98}"/>
                </c:ext>
              </c:extLst>
            </c:dLbl>
            <c:dLbl>
              <c:idx val="4"/>
              <c:layout>
                <c:manualLayout>
                  <c:x val="6.4232994215040889E-2"/>
                  <c:y val="-2.8001898433792121E-2"/>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2612-4E88-A0CF-6C65EEEB5A9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Sheet1!$A$3:$F$3</c:f>
              <c:numCache>
                <c:formatCode>General</c:formatCode>
                <c:ptCount val="6"/>
                <c:pt idx="1">
                  <c:v>4.2000000000000028</c:v>
                </c:pt>
                <c:pt idx="2">
                  <c:v>3</c:v>
                </c:pt>
                <c:pt idx="3">
                  <c:v>2</c:v>
                </c:pt>
                <c:pt idx="4">
                  <c:v>0.19999999999999929</c:v>
                </c:pt>
              </c:numCache>
            </c:numRef>
          </c:val>
          <c:extLst>
            <c:ext xmlns:c16="http://schemas.microsoft.com/office/drawing/2014/chart" uri="{C3380CC4-5D6E-409C-BE32-E72D297353CC}">
              <c16:uniqueId val="{0000000C-2612-4E88-A0CF-6C65EEEB5A98}"/>
            </c:ext>
          </c:extLst>
        </c:ser>
        <c:dLbls>
          <c:showLegendKey val="0"/>
          <c:showVal val="0"/>
          <c:showCatName val="0"/>
          <c:showSerName val="0"/>
          <c:showPercent val="0"/>
          <c:showBubbleSize val="0"/>
        </c:dLbls>
        <c:gapWidth val="80"/>
        <c:overlap val="100"/>
        <c:axId val="449170192"/>
        <c:axId val="1"/>
      </c:barChart>
      <c:catAx>
        <c:axId val="44917019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4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49170192"/>
        <c:crosses val="min"/>
        <c:crossBetween val="between"/>
        <c:majorUnit val="5"/>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296780214652356E-2"/>
          <c:y val="0.12345679012345678"/>
          <c:w val="0.90760615958936075"/>
          <c:h val="0.80208333333333337"/>
        </c:manualLayout>
      </c:layout>
      <c:barChart>
        <c:barDir val="bar"/>
        <c:grouping val="stacked"/>
        <c:varyColors val="0"/>
        <c:ser>
          <c:idx val="0"/>
          <c:order val="0"/>
          <c:spPr>
            <a:solidFill>
              <a:schemeClr val="accent6"/>
            </a:solidFill>
            <a:ln>
              <a:noFill/>
            </a:ln>
          </c:spPr>
          <c:invertIfNegative val="0"/>
          <c:dPt>
            <c:idx val="2"/>
            <c:invertIfNegative val="0"/>
            <c:bubble3D val="0"/>
            <c:spPr>
              <a:solidFill>
                <a:schemeClr val="accent1"/>
              </a:solidFill>
              <a:ln>
                <a:noFill/>
              </a:ln>
            </c:spPr>
            <c:extLst>
              <c:ext xmlns:c16="http://schemas.microsoft.com/office/drawing/2014/chart" uri="{C3380CC4-5D6E-409C-BE32-E72D297353CC}">
                <c16:uniqueId val="{00000000-16CC-4094-B6FC-E2B9F961526D}"/>
              </c:ext>
            </c:extLst>
          </c:dPt>
          <c:dPt>
            <c:idx val="3"/>
            <c:invertIfNegative val="0"/>
            <c:bubble3D val="0"/>
            <c:spPr>
              <a:solidFill>
                <a:schemeClr val="accent1"/>
              </a:solidFill>
              <a:ln>
                <a:noFill/>
              </a:ln>
            </c:spPr>
            <c:extLst>
              <c:ext xmlns:c16="http://schemas.microsoft.com/office/drawing/2014/chart" uri="{C3380CC4-5D6E-409C-BE32-E72D297353CC}">
                <c16:uniqueId val="{00000001-16CC-4094-B6FC-E2B9F961526D}"/>
              </c:ext>
            </c:extLst>
          </c:dPt>
          <c:dLbls>
            <c:dLbl>
              <c:idx val="0"/>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6CC-4094-B6FC-E2B9F961526D}"/>
                </c:ext>
              </c:extLst>
            </c:dLbl>
            <c:dLbl>
              <c:idx val="1"/>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6CC-4094-B6FC-E2B9F961526D}"/>
                </c:ext>
              </c:extLst>
            </c:dLbl>
            <c:dLbl>
              <c:idx val="2"/>
              <c:layout>
                <c:manualLayout>
                  <c:x val="-2.3331777881474569E-4"/>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6CC-4094-B6FC-E2B9F961526D}"/>
                </c:ext>
              </c:extLst>
            </c:dLbl>
            <c:dLbl>
              <c:idx val="3"/>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6CC-4094-B6FC-E2B9F961526D}"/>
                </c:ext>
              </c:extLst>
            </c:dLbl>
            <c:dLbl>
              <c:idx val="4"/>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6CC-4094-B6FC-E2B9F961526D}"/>
                </c:ext>
              </c:extLst>
            </c:dLbl>
            <c:dLbl>
              <c:idx val="5"/>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6CC-4094-B6FC-E2B9F961526D}"/>
                </c:ext>
              </c:extLst>
            </c:dLbl>
            <c:dLbl>
              <c:idx val="6"/>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6CC-4094-B6FC-E2B9F961526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44</c:v>
                </c:pt>
                <c:pt idx="1">
                  <c:v>41</c:v>
                </c:pt>
                <c:pt idx="2">
                  <c:v>40</c:v>
                </c:pt>
                <c:pt idx="3">
                  <c:v>48</c:v>
                </c:pt>
                <c:pt idx="4">
                  <c:v>26</c:v>
                </c:pt>
                <c:pt idx="5">
                  <c:v>-12</c:v>
                </c:pt>
                <c:pt idx="6">
                  <c:v>-15</c:v>
                </c:pt>
              </c:numCache>
            </c:numRef>
          </c:val>
          <c:extLst>
            <c:ext xmlns:c16="http://schemas.microsoft.com/office/drawing/2014/chart" uri="{C3380CC4-5D6E-409C-BE32-E72D297353CC}">
              <c16:uniqueId val="{00000007-16CC-4094-B6FC-E2B9F961526D}"/>
            </c:ext>
          </c:extLst>
        </c:ser>
        <c:dLbls>
          <c:showLegendKey val="0"/>
          <c:showVal val="0"/>
          <c:showCatName val="0"/>
          <c:showSerName val="0"/>
          <c:showPercent val="0"/>
          <c:showBubbleSize val="0"/>
        </c:dLbls>
        <c:gapWidth val="80"/>
        <c:overlap val="100"/>
        <c:axId val="456607760"/>
        <c:axId val="1"/>
      </c:barChart>
      <c:catAx>
        <c:axId val="456607760"/>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50"/>
          <c:min val="-20"/>
        </c:scaling>
        <c:delete val="0"/>
        <c:axPos val="t"/>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56607760"/>
        <c:crosses val="min"/>
        <c:crossBetween val="between"/>
        <c:majorUnit val="10"/>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935856992639327E-2"/>
          <c:y val="2.6517083120856707E-2"/>
          <c:w val="0.97812828601472135"/>
          <c:h val="0.94696583375828658"/>
        </c:manualLayout>
      </c:layout>
      <c:barChart>
        <c:barDir val="col"/>
        <c:grouping val="clustered"/>
        <c:varyColors val="0"/>
        <c:ser>
          <c:idx val="0"/>
          <c:order val="0"/>
          <c:spPr>
            <a:solidFill>
              <a:schemeClr val="bg2"/>
            </a:solidFill>
            <a:ln>
              <a:noFill/>
            </a:ln>
          </c:spPr>
          <c:invertIfNegative val="0"/>
          <c:dPt>
            <c:idx val="5"/>
            <c:invertIfNegative val="0"/>
            <c:bubble3D val="0"/>
            <c:spPr>
              <a:solidFill>
                <a:schemeClr val="accent4"/>
              </a:solidFill>
              <a:ln>
                <a:noFill/>
              </a:ln>
            </c:spPr>
            <c:extLst>
              <c:ext xmlns:c16="http://schemas.microsoft.com/office/drawing/2014/chart" uri="{C3380CC4-5D6E-409C-BE32-E72D297353CC}">
                <c16:uniqueId val="{00000000-4416-4434-A0F7-57AFFC7A4D19}"/>
              </c:ext>
            </c:extLst>
          </c:dPt>
          <c:val>
            <c:numRef>
              <c:f>Sheet1!$A$1:$F$1</c:f>
              <c:numCache>
                <c:formatCode>General</c:formatCode>
                <c:ptCount val="6"/>
                <c:pt idx="0">
                  <c:v>15600</c:v>
                </c:pt>
                <c:pt idx="1">
                  <c:v>13630</c:v>
                </c:pt>
                <c:pt idx="2">
                  <c:v>12202</c:v>
                </c:pt>
                <c:pt idx="3">
                  <c:v>15200</c:v>
                </c:pt>
                <c:pt idx="5">
                  <c:v>8660</c:v>
                </c:pt>
              </c:numCache>
            </c:numRef>
          </c:val>
          <c:extLst>
            <c:ext xmlns:c16="http://schemas.microsoft.com/office/drawing/2014/chart" uri="{C3380CC4-5D6E-409C-BE32-E72D297353CC}">
              <c16:uniqueId val="{00000001-4416-4434-A0F7-57AFFC7A4D19}"/>
            </c:ext>
          </c:extLst>
        </c:ser>
        <c:ser>
          <c:idx val="1"/>
          <c:order val="1"/>
          <c:spPr>
            <a:solidFill>
              <a:schemeClr val="accent6"/>
            </a:solidFill>
            <a:ln>
              <a:noFill/>
            </a:ln>
          </c:spPr>
          <c:invertIfNegative val="0"/>
          <c:dPt>
            <c:idx val="5"/>
            <c:invertIfNegative val="0"/>
            <c:bubble3D val="0"/>
            <c:spPr>
              <a:solidFill>
                <a:schemeClr val="accent1"/>
              </a:solidFill>
              <a:ln>
                <a:noFill/>
              </a:ln>
            </c:spPr>
            <c:extLst>
              <c:ext xmlns:c16="http://schemas.microsoft.com/office/drawing/2014/chart" uri="{C3380CC4-5D6E-409C-BE32-E72D297353CC}">
                <c16:uniqueId val="{00000002-4416-4434-A0F7-57AFFC7A4D19}"/>
              </c:ext>
            </c:extLst>
          </c:dPt>
          <c:val>
            <c:numRef>
              <c:f>Sheet1!$A$2:$F$2</c:f>
              <c:numCache>
                <c:formatCode>General</c:formatCode>
                <c:ptCount val="6"/>
                <c:pt idx="0">
                  <c:v>23450</c:v>
                </c:pt>
                <c:pt idx="1">
                  <c:v>14450</c:v>
                </c:pt>
                <c:pt idx="2">
                  <c:v>17300</c:v>
                </c:pt>
                <c:pt idx="3">
                  <c:v>26450</c:v>
                </c:pt>
                <c:pt idx="5">
                  <c:v>13650</c:v>
                </c:pt>
              </c:numCache>
            </c:numRef>
          </c:val>
          <c:extLst>
            <c:ext xmlns:c16="http://schemas.microsoft.com/office/drawing/2014/chart" uri="{C3380CC4-5D6E-409C-BE32-E72D297353CC}">
              <c16:uniqueId val="{00000003-4416-4434-A0F7-57AFFC7A4D19}"/>
            </c:ext>
          </c:extLst>
        </c:ser>
        <c:dLbls>
          <c:showLegendKey val="0"/>
          <c:showVal val="0"/>
          <c:showCatName val="0"/>
          <c:showSerName val="0"/>
          <c:showPercent val="0"/>
          <c:showBubbleSize val="0"/>
        </c:dLbls>
        <c:gapWidth val="80"/>
        <c:axId val="456624560"/>
        <c:axId val="1"/>
      </c:barChart>
      <c:catAx>
        <c:axId val="45662456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0000"/>
          <c:min val="0"/>
        </c:scaling>
        <c:delete val="0"/>
        <c:axPos val="l"/>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1400" kern="1200">
                <a:latin typeface="+mn-lt"/>
                <a:ea typeface="+mn-ea"/>
                <a:cs typeface="+mn-cs"/>
              </a:defRPr>
            </a:pPr>
            <a:endParaRPr lang="en-US"/>
          </a:p>
        </c:txPr>
        <c:crossAx val="456624560"/>
        <c:crosses val="min"/>
        <c:crossBetween val="between"/>
        <c:majorUnit val="5000"/>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296780214652356E-2"/>
          <c:y val="0.12345679012345678"/>
          <c:w val="0.90760615958936075"/>
          <c:h val="0.80208333333333337"/>
        </c:manualLayout>
      </c:layout>
      <c:barChart>
        <c:barDir val="bar"/>
        <c:grouping val="stacked"/>
        <c:varyColors val="0"/>
        <c:ser>
          <c:idx val="0"/>
          <c:order val="0"/>
          <c:spPr>
            <a:solidFill>
              <a:schemeClr val="accent6"/>
            </a:solidFill>
            <a:ln>
              <a:noFill/>
            </a:ln>
          </c:spPr>
          <c:invertIfNegative val="0"/>
          <c:dPt>
            <c:idx val="2"/>
            <c:invertIfNegative val="0"/>
            <c:bubble3D val="0"/>
            <c:spPr>
              <a:solidFill>
                <a:schemeClr val="accent1"/>
              </a:solidFill>
              <a:ln>
                <a:noFill/>
              </a:ln>
            </c:spPr>
            <c:extLst>
              <c:ext xmlns:c16="http://schemas.microsoft.com/office/drawing/2014/chart" uri="{C3380CC4-5D6E-409C-BE32-E72D297353CC}">
                <c16:uniqueId val="{00000000-16CC-4094-B6FC-E2B9F961526D}"/>
              </c:ext>
            </c:extLst>
          </c:dPt>
          <c:dPt>
            <c:idx val="3"/>
            <c:invertIfNegative val="0"/>
            <c:bubble3D val="0"/>
            <c:spPr>
              <a:solidFill>
                <a:schemeClr val="accent1"/>
              </a:solidFill>
              <a:ln>
                <a:noFill/>
              </a:ln>
            </c:spPr>
            <c:extLst>
              <c:ext xmlns:c16="http://schemas.microsoft.com/office/drawing/2014/chart" uri="{C3380CC4-5D6E-409C-BE32-E72D297353CC}">
                <c16:uniqueId val="{00000001-16CC-4094-B6FC-E2B9F961526D}"/>
              </c:ext>
            </c:extLst>
          </c:dPt>
          <c:dLbls>
            <c:dLbl>
              <c:idx val="0"/>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6CC-4094-B6FC-E2B9F961526D}"/>
                </c:ext>
              </c:extLst>
            </c:dLbl>
            <c:dLbl>
              <c:idx val="1"/>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6CC-4094-B6FC-E2B9F961526D}"/>
                </c:ext>
              </c:extLst>
            </c:dLbl>
            <c:dLbl>
              <c:idx val="2"/>
              <c:layout>
                <c:manualLayout>
                  <c:x val="-2.3331777881474569E-4"/>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6CC-4094-B6FC-E2B9F961526D}"/>
                </c:ext>
              </c:extLst>
            </c:dLbl>
            <c:dLbl>
              <c:idx val="3"/>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6CC-4094-B6FC-E2B9F961526D}"/>
                </c:ext>
              </c:extLst>
            </c:dLbl>
            <c:dLbl>
              <c:idx val="4"/>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6CC-4094-B6FC-E2B9F961526D}"/>
                </c:ext>
              </c:extLst>
            </c:dLbl>
            <c:dLbl>
              <c:idx val="5"/>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6CC-4094-B6FC-E2B9F961526D}"/>
                </c:ext>
              </c:extLst>
            </c:dLbl>
            <c:dLbl>
              <c:idx val="6"/>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6CC-4094-B6FC-E2B9F961526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44</c:v>
                </c:pt>
                <c:pt idx="1">
                  <c:v>41</c:v>
                </c:pt>
                <c:pt idx="2">
                  <c:v>40</c:v>
                </c:pt>
                <c:pt idx="3">
                  <c:v>48</c:v>
                </c:pt>
                <c:pt idx="4">
                  <c:v>26</c:v>
                </c:pt>
                <c:pt idx="5">
                  <c:v>-12</c:v>
                </c:pt>
                <c:pt idx="6">
                  <c:v>-15</c:v>
                </c:pt>
              </c:numCache>
            </c:numRef>
          </c:val>
          <c:extLst>
            <c:ext xmlns:c16="http://schemas.microsoft.com/office/drawing/2014/chart" uri="{C3380CC4-5D6E-409C-BE32-E72D297353CC}">
              <c16:uniqueId val="{00000007-16CC-4094-B6FC-E2B9F961526D}"/>
            </c:ext>
          </c:extLst>
        </c:ser>
        <c:dLbls>
          <c:showLegendKey val="0"/>
          <c:showVal val="0"/>
          <c:showCatName val="0"/>
          <c:showSerName val="0"/>
          <c:showPercent val="0"/>
          <c:showBubbleSize val="0"/>
        </c:dLbls>
        <c:gapWidth val="80"/>
        <c:overlap val="100"/>
        <c:axId val="456607760"/>
        <c:axId val="1"/>
      </c:barChart>
      <c:catAx>
        <c:axId val="456607760"/>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50"/>
          <c:min val="-20"/>
        </c:scaling>
        <c:delete val="0"/>
        <c:axPos val="t"/>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56607760"/>
        <c:crosses val="min"/>
        <c:crossBetween val="between"/>
        <c:majorUnit val="10"/>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296780214652356E-2"/>
          <c:y val="0.12345679012345678"/>
          <c:w val="0.90760615958936075"/>
          <c:h val="0.80208333333333337"/>
        </c:manualLayout>
      </c:layout>
      <c:barChart>
        <c:barDir val="bar"/>
        <c:grouping val="stacked"/>
        <c:varyColors val="0"/>
        <c:ser>
          <c:idx val="0"/>
          <c:order val="0"/>
          <c:spPr>
            <a:solidFill>
              <a:schemeClr val="accent6"/>
            </a:solidFill>
            <a:ln>
              <a:noFill/>
            </a:ln>
          </c:spPr>
          <c:invertIfNegative val="0"/>
          <c:dPt>
            <c:idx val="2"/>
            <c:invertIfNegative val="0"/>
            <c:bubble3D val="0"/>
            <c:spPr>
              <a:solidFill>
                <a:schemeClr val="accent1"/>
              </a:solidFill>
              <a:ln>
                <a:noFill/>
              </a:ln>
            </c:spPr>
            <c:extLst>
              <c:ext xmlns:c16="http://schemas.microsoft.com/office/drawing/2014/chart" uri="{C3380CC4-5D6E-409C-BE32-E72D297353CC}">
                <c16:uniqueId val="{00000000-16CC-4094-B6FC-E2B9F961526D}"/>
              </c:ext>
            </c:extLst>
          </c:dPt>
          <c:dPt>
            <c:idx val="3"/>
            <c:invertIfNegative val="0"/>
            <c:bubble3D val="0"/>
            <c:spPr>
              <a:solidFill>
                <a:schemeClr val="accent1"/>
              </a:solidFill>
              <a:ln>
                <a:noFill/>
              </a:ln>
            </c:spPr>
            <c:extLst>
              <c:ext xmlns:c16="http://schemas.microsoft.com/office/drawing/2014/chart" uri="{C3380CC4-5D6E-409C-BE32-E72D297353CC}">
                <c16:uniqueId val="{00000001-16CC-4094-B6FC-E2B9F961526D}"/>
              </c:ext>
            </c:extLst>
          </c:dPt>
          <c:dLbls>
            <c:dLbl>
              <c:idx val="0"/>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6CC-4094-B6FC-E2B9F961526D}"/>
                </c:ext>
              </c:extLst>
            </c:dLbl>
            <c:dLbl>
              <c:idx val="1"/>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6CC-4094-B6FC-E2B9F961526D}"/>
                </c:ext>
              </c:extLst>
            </c:dLbl>
            <c:dLbl>
              <c:idx val="2"/>
              <c:layout>
                <c:manualLayout>
                  <c:x val="-2.3331777881474569E-4"/>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6CC-4094-B6FC-E2B9F961526D}"/>
                </c:ext>
              </c:extLst>
            </c:dLbl>
            <c:dLbl>
              <c:idx val="3"/>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6CC-4094-B6FC-E2B9F961526D}"/>
                </c:ext>
              </c:extLst>
            </c:dLbl>
            <c:dLbl>
              <c:idx val="4"/>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6CC-4094-B6FC-E2B9F961526D}"/>
                </c:ext>
              </c:extLst>
            </c:dLbl>
            <c:dLbl>
              <c:idx val="5"/>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6CC-4094-B6FC-E2B9F961526D}"/>
                </c:ext>
              </c:extLst>
            </c:dLbl>
            <c:dLbl>
              <c:idx val="6"/>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6CC-4094-B6FC-E2B9F961526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44</c:v>
                </c:pt>
                <c:pt idx="1">
                  <c:v>41</c:v>
                </c:pt>
                <c:pt idx="2">
                  <c:v>40</c:v>
                </c:pt>
                <c:pt idx="3">
                  <c:v>48</c:v>
                </c:pt>
                <c:pt idx="4">
                  <c:v>26</c:v>
                </c:pt>
                <c:pt idx="5">
                  <c:v>-12</c:v>
                </c:pt>
                <c:pt idx="6">
                  <c:v>-15</c:v>
                </c:pt>
              </c:numCache>
            </c:numRef>
          </c:val>
          <c:extLst>
            <c:ext xmlns:c16="http://schemas.microsoft.com/office/drawing/2014/chart" uri="{C3380CC4-5D6E-409C-BE32-E72D297353CC}">
              <c16:uniqueId val="{00000007-16CC-4094-B6FC-E2B9F961526D}"/>
            </c:ext>
          </c:extLst>
        </c:ser>
        <c:dLbls>
          <c:showLegendKey val="0"/>
          <c:showVal val="0"/>
          <c:showCatName val="0"/>
          <c:showSerName val="0"/>
          <c:showPercent val="0"/>
          <c:showBubbleSize val="0"/>
        </c:dLbls>
        <c:gapWidth val="80"/>
        <c:overlap val="100"/>
        <c:axId val="456607760"/>
        <c:axId val="1"/>
      </c:barChart>
      <c:catAx>
        <c:axId val="456607760"/>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50"/>
          <c:min val="-20"/>
        </c:scaling>
        <c:delete val="0"/>
        <c:axPos val="t"/>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56607760"/>
        <c:crosses val="min"/>
        <c:crossBetween val="between"/>
        <c:majorUnit val="10"/>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935856992639327E-2"/>
          <c:y val="2.6517083120856707E-2"/>
          <c:w val="0.97812828601472135"/>
          <c:h val="0.94696583375828658"/>
        </c:manualLayout>
      </c:layout>
      <c:barChart>
        <c:barDir val="col"/>
        <c:grouping val="clustered"/>
        <c:varyColors val="0"/>
        <c:ser>
          <c:idx val="0"/>
          <c:order val="0"/>
          <c:spPr>
            <a:solidFill>
              <a:schemeClr val="bg2"/>
            </a:solidFill>
            <a:ln>
              <a:noFill/>
            </a:ln>
          </c:spPr>
          <c:invertIfNegative val="0"/>
          <c:dPt>
            <c:idx val="5"/>
            <c:invertIfNegative val="0"/>
            <c:bubble3D val="0"/>
            <c:spPr>
              <a:solidFill>
                <a:schemeClr val="accent4"/>
              </a:solidFill>
              <a:ln>
                <a:noFill/>
              </a:ln>
            </c:spPr>
            <c:extLst>
              <c:ext xmlns:c16="http://schemas.microsoft.com/office/drawing/2014/chart" uri="{C3380CC4-5D6E-409C-BE32-E72D297353CC}">
                <c16:uniqueId val="{00000000-4416-4434-A0F7-57AFFC7A4D19}"/>
              </c:ext>
            </c:extLst>
          </c:dPt>
          <c:val>
            <c:numRef>
              <c:f>Sheet1!$A$1:$F$1</c:f>
              <c:numCache>
                <c:formatCode>General</c:formatCode>
                <c:ptCount val="6"/>
                <c:pt idx="0">
                  <c:v>15600</c:v>
                </c:pt>
                <c:pt idx="1">
                  <c:v>13630</c:v>
                </c:pt>
                <c:pt idx="2">
                  <c:v>12202</c:v>
                </c:pt>
                <c:pt idx="3">
                  <c:v>15200</c:v>
                </c:pt>
                <c:pt idx="5">
                  <c:v>8660</c:v>
                </c:pt>
              </c:numCache>
            </c:numRef>
          </c:val>
          <c:extLst>
            <c:ext xmlns:c16="http://schemas.microsoft.com/office/drawing/2014/chart" uri="{C3380CC4-5D6E-409C-BE32-E72D297353CC}">
              <c16:uniqueId val="{00000001-4416-4434-A0F7-57AFFC7A4D19}"/>
            </c:ext>
          </c:extLst>
        </c:ser>
        <c:ser>
          <c:idx val="1"/>
          <c:order val="1"/>
          <c:spPr>
            <a:solidFill>
              <a:schemeClr val="accent6"/>
            </a:solidFill>
            <a:ln>
              <a:noFill/>
            </a:ln>
          </c:spPr>
          <c:invertIfNegative val="0"/>
          <c:dPt>
            <c:idx val="5"/>
            <c:invertIfNegative val="0"/>
            <c:bubble3D val="0"/>
            <c:spPr>
              <a:solidFill>
                <a:schemeClr val="accent1"/>
              </a:solidFill>
              <a:ln>
                <a:noFill/>
              </a:ln>
            </c:spPr>
            <c:extLst>
              <c:ext xmlns:c16="http://schemas.microsoft.com/office/drawing/2014/chart" uri="{C3380CC4-5D6E-409C-BE32-E72D297353CC}">
                <c16:uniqueId val="{00000002-4416-4434-A0F7-57AFFC7A4D19}"/>
              </c:ext>
            </c:extLst>
          </c:dPt>
          <c:val>
            <c:numRef>
              <c:f>Sheet1!$A$2:$F$2</c:f>
              <c:numCache>
                <c:formatCode>General</c:formatCode>
                <c:ptCount val="6"/>
                <c:pt idx="0">
                  <c:v>23450</c:v>
                </c:pt>
                <c:pt idx="1">
                  <c:v>14450</c:v>
                </c:pt>
                <c:pt idx="2">
                  <c:v>17300</c:v>
                </c:pt>
                <c:pt idx="3">
                  <c:v>26450</c:v>
                </c:pt>
                <c:pt idx="5">
                  <c:v>13650</c:v>
                </c:pt>
              </c:numCache>
            </c:numRef>
          </c:val>
          <c:extLst>
            <c:ext xmlns:c16="http://schemas.microsoft.com/office/drawing/2014/chart" uri="{C3380CC4-5D6E-409C-BE32-E72D297353CC}">
              <c16:uniqueId val="{00000003-4416-4434-A0F7-57AFFC7A4D19}"/>
            </c:ext>
          </c:extLst>
        </c:ser>
        <c:dLbls>
          <c:showLegendKey val="0"/>
          <c:showVal val="0"/>
          <c:showCatName val="0"/>
          <c:showSerName val="0"/>
          <c:showPercent val="0"/>
          <c:showBubbleSize val="0"/>
        </c:dLbls>
        <c:gapWidth val="80"/>
        <c:axId val="456624560"/>
        <c:axId val="1"/>
      </c:barChart>
      <c:catAx>
        <c:axId val="45662456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0000"/>
          <c:min val="0"/>
        </c:scaling>
        <c:delete val="0"/>
        <c:axPos val="l"/>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1400" kern="1200">
                <a:latin typeface="+mn-lt"/>
                <a:ea typeface="+mn-ea"/>
                <a:cs typeface="+mn-cs"/>
              </a:defRPr>
            </a:pPr>
            <a:endParaRPr lang="en-US"/>
          </a:p>
        </c:txPr>
        <c:crossAx val="456624560"/>
        <c:crosses val="min"/>
        <c:crossBetween val="between"/>
        <c:majorUnit val="5000"/>
      </c:valAx>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935856992639327E-2"/>
          <c:y val="2.6517083120856707E-2"/>
          <c:w val="0.97812828601472135"/>
          <c:h val="0.94696583375828658"/>
        </c:manualLayout>
      </c:layout>
      <c:barChart>
        <c:barDir val="col"/>
        <c:grouping val="clustered"/>
        <c:varyColors val="0"/>
        <c:ser>
          <c:idx val="0"/>
          <c:order val="0"/>
          <c:spPr>
            <a:solidFill>
              <a:schemeClr val="bg2"/>
            </a:solidFill>
            <a:ln>
              <a:noFill/>
            </a:ln>
          </c:spPr>
          <c:invertIfNegative val="0"/>
          <c:dPt>
            <c:idx val="5"/>
            <c:invertIfNegative val="0"/>
            <c:bubble3D val="0"/>
            <c:spPr>
              <a:solidFill>
                <a:schemeClr val="accent4"/>
              </a:solidFill>
              <a:ln>
                <a:noFill/>
              </a:ln>
            </c:spPr>
            <c:extLst>
              <c:ext xmlns:c16="http://schemas.microsoft.com/office/drawing/2014/chart" uri="{C3380CC4-5D6E-409C-BE32-E72D297353CC}">
                <c16:uniqueId val="{00000000-4416-4434-A0F7-57AFFC7A4D19}"/>
              </c:ext>
            </c:extLst>
          </c:dPt>
          <c:val>
            <c:numRef>
              <c:f>Sheet1!$A$1:$F$1</c:f>
              <c:numCache>
                <c:formatCode>General</c:formatCode>
                <c:ptCount val="6"/>
                <c:pt idx="0">
                  <c:v>15600</c:v>
                </c:pt>
                <c:pt idx="1">
                  <c:v>13630</c:v>
                </c:pt>
                <c:pt idx="2">
                  <c:v>12202</c:v>
                </c:pt>
                <c:pt idx="3">
                  <c:v>15200</c:v>
                </c:pt>
                <c:pt idx="5">
                  <c:v>8660</c:v>
                </c:pt>
              </c:numCache>
            </c:numRef>
          </c:val>
          <c:extLst>
            <c:ext xmlns:c16="http://schemas.microsoft.com/office/drawing/2014/chart" uri="{C3380CC4-5D6E-409C-BE32-E72D297353CC}">
              <c16:uniqueId val="{00000001-4416-4434-A0F7-57AFFC7A4D19}"/>
            </c:ext>
          </c:extLst>
        </c:ser>
        <c:ser>
          <c:idx val="1"/>
          <c:order val="1"/>
          <c:spPr>
            <a:solidFill>
              <a:schemeClr val="accent6"/>
            </a:solidFill>
            <a:ln>
              <a:noFill/>
            </a:ln>
          </c:spPr>
          <c:invertIfNegative val="0"/>
          <c:dPt>
            <c:idx val="5"/>
            <c:invertIfNegative val="0"/>
            <c:bubble3D val="0"/>
            <c:spPr>
              <a:solidFill>
                <a:schemeClr val="accent1"/>
              </a:solidFill>
              <a:ln>
                <a:noFill/>
              </a:ln>
            </c:spPr>
            <c:extLst>
              <c:ext xmlns:c16="http://schemas.microsoft.com/office/drawing/2014/chart" uri="{C3380CC4-5D6E-409C-BE32-E72D297353CC}">
                <c16:uniqueId val="{00000002-4416-4434-A0F7-57AFFC7A4D19}"/>
              </c:ext>
            </c:extLst>
          </c:dPt>
          <c:val>
            <c:numRef>
              <c:f>Sheet1!$A$2:$F$2</c:f>
              <c:numCache>
                <c:formatCode>General</c:formatCode>
                <c:ptCount val="6"/>
                <c:pt idx="0">
                  <c:v>23450</c:v>
                </c:pt>
                <c:pt idx="1">
                  <c:v>14450</c:v>
                </c:pt>
                <c:pt idx="2">
                  <c:v>17300</c:v>
                </c:pt>
                <c:pt idx="3">
                  <c:v>26450</c:v>
                </c:pt>
                <c:pt idx="5">
                  <c:v>13650</c:v>
                </c:pt>
              </c:numCache>
            </c:numRef>
          </c:val>
          <c:extLst>
            <c:ext xmlns:c16="http://schemas.microsoft.com/office/drawing/2014/chart" uri="{C3380CC4-5D6E-409C-BE32-E72D297353CC}">
              <c16:uniqueId val="{00000003-4416-4434-A0F7-57AFFC7A4D19}"/>
            </c:ext>
          </c:extLst>
        </c:ser>
        <c:dLbls>
          <c:showLegendKey val="0"/>
          <c:showVal val="0"/>
          <c:showCatName val="0"/>
          <c:showSerName val="0"/>
          <c:showPercent val="0"/>
          <c:showBubbleSize val="0"/>
        </c:dLbls>
        <c:gapWidth val="80"/>
        <c:axId val="456624560"/>
        <c:axId val="1"/>
      </c:barChart>
      <c:catAx>
        <c:axId val="45662456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0000"/>
          <c:min val="0"/>
        </c:scaling>
        <c:delete val="0"/>
        <c:axPos val="l"/>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1400" kern="1200">
                <a:latin typeface="+mn-lt"/>
                <a:ea typeface="+mn-ea"/>
                <a:cs typeface="+mn-cs"/>
              </a:defRPr>
            </a:pPr>
            <a:endParaRPr lang="en-US"/>
          </a:p>
        </c:txPr>
        <c:crossAx val="456624560"/>
        <c:crosses val="min"/>
        <c:crossBetween val="between"/>
        <c:majorUnit val="5000"/>
      </c:valAx>
    </c:plotArea>
    <c:plotVisOnly val="0"/>
    <c:dispBlanksAs val="gap"/>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935856992639327E-2"/>
          <c:y val="2.6517083120856707E-2"/>
          <c:w val="0.97812828601472135"/>
          <c:h val="0.94696583375828658"/>
        </c:manualLayout>
      </c:layout>
      <c:barChart>
        <c:barDir val="col"/>
        <c:grouping val="clustered"/>
        <c:varyColors val="0"/>
        <c:ser>
          <c:idx val="0"/>
          <c:order val="0"/>
          <c:spPr>
            <a:solidFill>
              <a:schemeClr val="bg2"/>
            </a:solidFill>
            <a:ln>
              <a:noFill/>
            </a:ln>
          </c:spPr>
          <c:invertIfNegative val="0"/>
          <c:dPt>
            <c:idx val="5"/>
            <c:invertIfNegative val="0"/>
            <c:bubble3D val="0"/>
            <c:spPr>
              <a:solidFill>
                <a:schemeClr val="accent4"/>
              </a:solidFill>
              <a:ln>
                <a:noFill/>
              </a:ln>
            </c:spPr>
            <c:extLst>
              <c:ext xmlns:c16="http://schemas.microsoft.com/office/drawing/2014/chart" uri="{C3380CC4-5D6E-409C-BE32-E72D297353CC}">
                <c16:uniqueId val="{00000000-4416-4434-A0F7-57AFFC7A4D19}"/>
              </c:ext>
            </c:extLst>
          </c:dPt>
          <c:val>
            <c:numRef>
              <c:f>Sheet1!$A$1:$F$1</c:f>
              <c:numCache>
                <c:formatCode>General</c:formatCode>
                <c:ptCount val="6"/>
                <c:pt idx="0">
                  <c:v>15600</c:v>
                </c:pt>
                <c:pt idx="1">
                  <c:v>13630</c:v>
                </c:pt>
                <c:pt idx="2">
                  <c:v>12202</c:v>
                </c:pt>
                <c:pt idx="3">
                  <c:v>15200</c:v>
                </c:pt>
                <c:pt idx="5">
                  <c:v>8660</c:v>
                </c:pt>
              </c:numCache>
            </c:numRef>
          </c:val>
          <c:extLst>
            <c:ext xmlns:c16="http://schemas.microsoft.com/office/drawing/2014/chart" uri="{C3380CC4-5D6E-409C-BE32-E72D297353CC}">
              <c16:uniqueId val="{00000001-4416-4434-A0F7-57AFFC7A4D19}"/>
            </c:ext>
          </c:extLst>
        </c:ser>
        <c:ser>
          <c:idx val="1"/>
          <c:order val="1"/>
          <c:spPr>
            <a:solidFill>
              <a:schemeClr val="accent6"/>
            </a:solidFill>
            <a:ln>
              <a:noFill/>
            </a:ln>
          </c:spPr>
          <c:invertIfNegative val="0"/>
          <c:dPt>
            <c:idx val="5"/>
            <c:invertIfNegative val="0"/>
            <c:bubble3D val="0"/>
            <c:spPr>
              <a:solidFill>
                <a:schemeClr val="accent1"/>
              </a:solidFill>
              <a:ln>
                <a:noFill/>
              </a:ln>
            </c:spPr>
            <c:extLst>
              <c:ext xmlns:c16="http://schemas.microsoft.com/office/drawing/2014/chart" uri="{C3380CC4-5D6E-409C-BE32-E72D297353CC}">
                <c16:uniqueId val="{00000002-4416-4434-A0F7-57AFFC7A4D19}"/>
              </c:ext>
            </c:extLst>
          </c:dPt>
          <c:val>
            <c:numRef>
              <c:f>Sheet1!$A$2:$F$2</c:f>
              <c:numCache>
                <c:formatCode>General</c:formatCode>
                <c:ptCount val="6"/>
                <c:pt idx="0">
                  <c:v>23450</c:v>
                </c:pt>
                <c:pt idx="1">
                  <c:v>14450</c:v>
                </c:pt>
                <c:pt idx="2">
                  <c:v>17300</c:v>
                </c:pt>
                <c:pt idx="3">
                  <c:v>26450</c:v>
                </c:pt>
                <c:pt idx="5">
                  <c:v>13650</c:v>
                </c:pt>
              </c:numCache>
            </c:numRef>
          </c:val>
          <c:extLst>
            <c:ext xmlns:c16="http://schemas.microsoft.com/office/drawing/2014/chart" uri="{C3380CC4-5D6E-409C-BE32-E72D297353CC}">
              <c16:uniqueId val="{00000003-4416-4434-A0F7-57AFFC7A4D19}"/>
            </c:ext>
          </c:extLst>
        </c:ser>
        <c:dLbls>
          <c:showLegendKey val="0"/>
          <c:showVal val="0"/>
          <c:showCatName val="0"/>
          <c:showSerName val="0"/>
          <c:showPercent val="0"/>
          <c:showBubbleSize val="0"/>
        </c:dLbls>
        <c:gapWidth val="80"/>
        <c:axId val="456624560"/>
        <c:axId val="1"/>
      </c:barChart>
      <c:catAx>
        <c:axId val="45662456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0000"/>
          <c:min val="0"/>
        </c:scaling>
        <c:delete val="0"/>
        <c:axPos val="l"/>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1400" kern="1200">
                <a:latin typeface="+mn-lt"/>
                <a:ea typeface="+mn-ea"/>
                <a:cs typeface="+mn-cs"/>
              </a:defRPr>
            </a:pPr>
            <a:endParaRPr lang="en-US"/>
          </a:p>
        </c:txPr>
        <c:crossAx val="456624560"/>
        <c:crosses val="min"/>
        <c:crossBetween val="between"/>
        <c:majorUnit val="5000"/>
      </c:valAx>
    </c:plotArea>
    <c:plotVisOnly val="0"/>
    <c:dispBlanksAs val="gap"/>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296780214652356E-2"/>
          <c:y val="0.12345679012345678"/>
          <c:w val="0.90760615958936075"/>
          <c:h val="0.80208333333333337"/>
        </c:manualLayout>
      </c:layout>
      <c:barChart>
        <c:barDir val="bar"/>
        <c:grouping val="stacked"/>
        <c:varyColors val="0"/>
        <c:ser>
          <c:idx val="0"/>
          <c:order val="0"/>
          <c:spPr>
            <a:solidFill>
              <a:schemeClr val="accent6"/>
            </a:solidFill>
            <a:ln>
              <a:noFill/>
            </a:ln>
          </c:spPr>
          <c:invertIfNegative val="0"/>
          <c:dPt>
            <c:idx val="2"/>
            <c:invertIfNegative val="0"/>
            <c:bubble3D val="0"/>
            <c:spPr>
              <a:solidFill>
                <a:schemeClr val="accent1"/>
              </a:solidFill>
              <a:ln>
                <a:noFill/>
              </a:ln>
            </c:spPr>
            <c:extLst>
              <c:ext xmlns:c16="http://schemas.microsoft.com/office/drawing/2014/chart" uri="{C3380CC4-5D6E-409C-BE32-E72D297353CC}">
                <c16:uniqueId val="{00000000-16CC-4094-B6FC-E2B9F961526D}"/>
              </c:ext>
            </c:extLst>
          </c:dPt>
          <c:dPt>
            <c:idx val="3"/>
            <c:invertIfNegative val="0"/>
            <c:bubble3D val="0"/>
            <c:spPr>
              <a:solidFill>
                <a:schemeClr val="accent1"/>
              </a:solidFill>
              <a:ln>
                <a:noFill/>
              </a:ln>
            </c:spPr>
            <c:extLst>
              <c:ext xmlns:c16="http://schemas.microsoft.com/office/drawing/2014/chart" uri="{C3380CC4-5D6E-409C-BE32-E72D297353CC}">
                <c16:uniqueId val="{00000001-16CC-4094-B6FC-E2B9F961526D}"/>
              </c:ext>
            </c:extLst>
          </c:dPt>
          <c:dLbls>
            <c:dLbl>
              <c:idx val="0"/>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6CC-4094-B6FC-E2B9F961526D}"/>
                </c:ext>
              </c:extLst>
            </c:dLbl>
            <c:dLbl>
              <c:idx val="1"/>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6CC-4094-B6FC-E2B9F961526D}"/>
                </c:ext>
              </c:extLst>
            </c:dLbl>
            <c:dLbl>
              <c:idx val="2"/>
              <c:layout>
                <c:manualLayout>
                  <c:x val="-2.3331777881474569E-4"/>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6CC-4094-B6FC-E2B9F961526D}"/>
                </c:ext>
              </c:extLst>
            </c:dLbl>
            <c:dLbl>
              <c:idx val="3"/>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6CC-4094-B6FC-E2B9F961526D}"/>
                </c:ext>
              </c:extLst>
            </c:dLbl>
            <c:dLbl>
              <c:idx val="4"/>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6CC-4094-B6FC-E2B9F961526D}"/>
                </c:ext>
              </c:extLst>
            </c:dLbl>
            <c:dLbl>
              <c:idx val="5"/>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6CC-4094-B6FC-E2B9F961526D}"/>
                </c:ext>
              </c:extLst>
            </c:dLbl>
            <c:dLbl>
              <c:idx val="6"/>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6CC-4094-B6FC-E2B9F961526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44</c:v>
                </c:pt>
                <c:pt idx="1">
                  <c:v>41</c:v>
                </c:pt>
                <c:pt idx="2">
                  <c:v>40</c:v>
                </c:pt>
                <c:pt idx="3">
                  <c:v>48</c:v>
                </c:pt>
                <c:pt idx="4">
                  <c:v>26</c:v>
                </c:pt>
                <c:pt idx="5">
                  <c:v>-12</c:v>
                </c:pt>
                <c:pt idx="6">
                  <c:v>-15</c:v>
                </c:pt>
              </c:numCache>
            </c:numRef>
          </c:val>
          <c:extLst>
            <c:ext xmlns:c16="http://schemas.microsoft.com/office/drawing/2014/chart" uri="{C3380CC4-5D6E-409C-BE32-E72D297353CC}">
              <c16:uniqueId val="{00000007-16CC-4094-B6FC-E2B9F961526D}"/>
            </c:ext>
          </c:extLst>
        </c:ser>
        <c:dLbls>
          <c:showLegendKey val="0"/>
          <c:showVal val="0"/>
          <c:showCatName val="0"/>
          <c:showSerName val="0"/>
          <c:showPercent val="0"/>
          <c:showBubbleSize val="0"/>
        </c:dLbls>
        <c:gapWidth val="80"/>
        <c:overlap val="100"/>
        <c:axId val="456607760"/>
        <c:axId val="1"/>
      </c:barChart>
      <c:catAx>
        <c:axId val="456607760"/>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50"/>
          <c:min val="-20"/>
        </c:scaling>
        <c:delete val="0"/>
        <c:axPos val="t"/>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56607760"/>
        <c:crosses val="min"/>
        <c:crossBetween val="between"/>
        <c:majorUnit val="10"/>
      </c:valAx>
    </c:plotArea>
    <c:plotVisOnly val="0"/>
    <c:dispBlanksAs val="gap"/>
    <c:showDLblsOverMax val="1"/>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296780214652356E-2"/>
          <c:y val="0.12345679012345678"/>
          <c:w val="0.90760615958936075"/>
          <c:h val="0.80208333333333337"/>
        </c:manualLayout>
      </c:layout>
      <c:barChart>
        <c:barDir val="bar"/>
        <c:grouping val="stacked"/>
        <c:varyColors val="0"/>
        <c:ser>
          <c:idx val="0"/>
          <c:order val="0"/>
          <c:spPr>
            <a:solidFill>
              <a:schemeClr val="accent6"/>
            </a:solidFill>
            <a:ln>
              <a:noFill/>
            </a:ln>
          </c:spPr>
          <c:invertIfNegative val="0"/>
          <c:dPt>
            <c:idx val="2"/>
            <c:invertIfNegative val="0"/>
            <c:bubble3D val="0"/>
            <c:spPr>
              <a:solidFill>
                <a:schemeClr val="accent1"/>
              </a:solidFill>
              <a:ln>
                <a:noFill/>
              </a:ln>
            </c:spPr>
            <c:extLst>
              <c:ext xmlns:c16="http://schemas.microsoft.com/office/drawing/2014/chart" uri="{C3380CC4-5D6E-409C-BE32-E72D297353CC}">
                <c16:uniqueId val="{00000000-16CC-4094-B6FC-E2B9F961526D}"/>
              </c:ext>
            </c:extLst>
          </c:dPt>
          <c:dPt>
            <c:idx val="3"/>
            <c:invertIfNegative val="0"/>
            <c:bubble3D val="0"/>
            <c:spPr>
              <a:solidFill>
                <a:schemeClr val="accent1"/>
              </a:solidFill>
              <a:ln>
                <a:noFill/>
              </a:ln>
            </c:spPr>
            <c:extLst>
              <c:ext xmlns:c16="http://schemas.microsoft.com/office/drawing/2014/chart" uri="{C3380CC4-5D6E-409C-BE32-E72D297353CC}">
                <c16:uniqueId val="{00000001-16CC-4094-B6FC-E2B9F961526D}"/>
              </c:ext>
            </c:extLst>
          </c:dPt>
          <c:dLbls>
            <c:dLbl>
              <c:idx val="0"/>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6CC-4094-B6FC-E2B9F961526D}"/>
                </c:ext>
              </c:extLst>
            </c:dLbl>
            <c:dLbl>
              <c:idx val="1"/>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6CC-4094-B6FC-E2B9F961526D}"/>
                </c:ext>
              </c:extLst>
            </c:dLbl>
            <c:dLbl>
              <c:idx val="2"/>
              <c:layout>
                <c:manualLayout>
                  <c:x val="-2.3331777881474569E-4"/>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6CC-4094-B6FC-E2B9F961526D}"/>
                </c:ext>
              </c:extLst>
            </c:dLbl>
            <c:dLbl>
              <c:idx val="3"/>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6CC-4094-B6FC-E2B9F961526D}"/>
                </c:ext>
              </c:extLst>
            </c:dLbl>
            <c:dLbl>
              <c:idx val="4"/>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6CC-4094-B6FC-E2B9F961526D}"/>
                </c:ext>
              </c:extLst>
            </c:dLbl>
            <c:dLbl>
              <c:idx val="5"/>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6CC-4094-B6FC-E2B9F961526D}"/>
                </c:ext>
              </c:extLst>
            </c:dLbl>
            <c:dLbl>
              <c:idx val="6"/>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6CC-4094-B6FC-E2B9F961526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44</c:v>
                </c:pt>
                <c:pt idx="1">
                  <c:v>41</c:v>
                </c:pt>
                <c:pt idx="2">
                  <c:v>40</c:v>
                </c:pt>
                <c:pt idx="3">
                  <c:v>48</c:v>
                </c:pt>
                <c:pt idx="4">
                  <c:v>26</c:v>
                </c:pt>
                <c:pt idx="5">
                  <c:v>-12</c:v>
                </c:pt>
                <c:pt idx="6">
                  <c:v>-15</c:v>
                </c:pt>
              </c:numCache>
            </c:numRef>
          </c:val>
          <c:extLst>
            <c:ext xmlns:c16="http://schemas.microsoft.com/office/drawing/2014/chart" uri="{C3380CC4-5D6E-409C-BE32-E72D297353CC}">
              <c16:uniqueId val="{00000007-16CC-4094-B6FC-E2B9F961526D}"/>
            </c:ext>
          </c:extLst>
        </c:ser>
        <c:dLbls>
          <c:showLegendKey val="0"/>
          <c:showVal val="0"/>
          <c:showCatName val="0"/>
          <c:showSerName val="0"/>
          <c:showPercent val="0"/>
          <c:showBubbleSize val="0"/>
        </c:dLbls>
        <c:gapWidth val="80"/>
        <c:overlap val="100"/>
        <c:axId val="456607760"/>
        <c:axId val="1"/>
      </c:barChart>
      <c:catAx>
        <c:axId val="456607760"/>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50"/>
          <c:min val="-20"/>
        </c:scaling>
        <c:delete val="0"/>
        <c:axPos val="t"/>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56607760"/>
        <c:crosses val="min"/>
        <c:crossBetween val="between"/>
        <c:majorUnit val="10"/>
      </c:valAx>
    </c:plotArea>
    <c:plotVisOnly val="0"/>
    <c:dispBlanksAs val="gap"/>
    <c:showDLblsOverMax val="1"/>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935856992639327E-2"/>
          <c:y val="2.6517083120856707E-2"/>
          <c:w val="0.97812828601472135"/>
          <c:h val="0.94696583375828658"/>
        </c:manualLayout>
      </c:layout>
      <c:barChart>
        <c:barDir val="col"/>
        <c:grouping val="clustered"/>
        <c:varyColors val="0"/>
        <c:ser>
          <c:idx val="0"/>
          <c:order val="0"/>
          <c:spPr>
            <a:solidFill>
              <a:schemeClr val="bg2"/>
            </a:solidFill>
            <a:ln>
              <a:noFill/>
            </a:ln>
          </c:spPr>
          <c:invertIfNegative val="0"/>
          <c:dPt>
            <c:idx val="5"/>
            <c:invertIfNegative val="0"/>
            <c:bubble3D val="0"/>
            <c:spPr>
              <a:solidFill>
                <a:schemeClr val="accent4"/>
              </a:solidFill>
              <a:ln>
                <a:noFill/>
              </a:ln>
            </c:spPr>
            <c:extLst>
              <c:ext xmlns:c16="http://schemas.microsoft.com/office/drawing/2014/chart" uri="{C3380CC4-5D6E-409C-BE32-E72D297353CC}">
                <c16:uniqueId val="{00000000-4416-4434-A0F7-57AFFC7A4D19}"/>
              </c:ext>
            </c:extLst>
          </c:dPt>
          <c:val>
            <c:numRef>
              <c:f>Sheet1!$A$1:$F$1</c:f>
              <c:numCache>
                <c:formatCode>General</c:formatCode>
                <c:ptCount val="6"/>
                <c:pt idx="0">
                  <c:v>15600</c:v>
                </c:pt>
                <c:pt idx="1">
                  <c:v>13630</c:v>
                </c:pt>
                <c:pt idx="2">
                  <c:v>12202</c:v>
                </c:pt>
                <c:pt idx="3">
                  <c:v>15200</c:v>
                </c:pt>
                <c:pt idx="5">
                  <c:v>8660</c:v>
                </c:pt>
              </c:numCache>
            </c:numRef>
          </c:val>
          <c:extLst>
            <c:ext xmlns:c16="http://schemas.microsoft.com/office/drawing/2014/chart" uri="{C3380CC4-5D6E-409C-BE32-E72D297353CC}">
              <c16:uniqueId val="{00000001-4416-4434-A0F7-57AFFC7A4D19}"/>
            </c:ext>
          </c:extLst>
        </c:ser>
        <c:ser>
          <c:idx val="1"/>
          <c:order val="1"/>
          <c:spPr>
            <a:solidFill>
              <a:schemeClr val="accent6"/>
            </a:solidFill>
            <a:ln>
              <a:noFill/>
            </a:ln>
          </c:spPr>
          <c:invertIfNegative val="0"/>
          <c:dPt>
            <c:idx val="5"/>
            <c:invertIfNegative val="0"/>
            <c:bubble3D val="0"/>
            <c:spPr>
              <a:solidFill>
                <a:schemeClr val="accent1"/>
              </a:solidFill>
              <a:ln>
                <a:noFill/>
              </a:ln>
            </c:spPr>
            <c:extLst>
              <c:ext xmlns:c16="http://schemas.microsoft.com/office/drawing/2014/chart" uri="{C3380CC4-5D6E-409C-BE32-E72D297353CC}">
                <c16:uniqueId val="{00000002-4416-4434-A0F7-57AFFC7A4D19}"/>
              </c:ext>
            </c:extLst>
          </c:dPt>
          <c:val>
            <c:numRef>
              <c:f>Sheet1!$A$2:$F$2</c:f>
              <c:numCache>
                <c:formatCode>General</c:formatCode>
                <c:ptCount val="6"/>
                <c:pt idx="0">
                  <c:v>23450</c:v>
                </c:pt>
                <c:pt idx="1">
                  <c:v>14450</c:v>
                </c:pt>
                <c:pt idx="2">
                  <c:v>17300</c:v>
                </c:pt>
                <c:pt idx="3">
                  <c:v>26450</c:v>
                </c:pt>
                <c:pt idx="5">
                  <c:v>13650</c:v>
                </c:pt>
              </c:numCache>
            </c:numRef>
          </c:val>
          <c:extLst>
            <c:ext xmlns:c16="http://schemas.microsoft.com/office/drawing/2014/chart" uri="{C3380CC4-5D6E-409C-BE32-E72D297353CC}">
              <c16:uniqueId val="{00000003-4416-4434-A0F7-57AFFC7A4D19}"/>
            </c:ext>
          </c:extLst>
        </c:ser>
        <c:dLbls>
          <c:showLegendKey val="0"/>
          <c:showVal val="0"/>
          <c:showCatName val="0"/>
          <c:showSerName val="0"/>
          <c:showPercent val="0"/>
          <c:showBubbleSize val="0"/>
        </c:dLbls>
        <c:gapWidth val="80"/>
        <c:axId val="456624560"/>
        <c:axId val="1"/>
      </c:barChart>
      <c:catAx>
        <c:axId val="45662456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0000"/>
          <c:min val="0"/>
        </c:scaling>
        <c:delete val="0"/>
        <c:axPos val="l"/>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1400" kern="1200">
                <a:latin typeface="+mn-lt"/>
                <a:ea typeface="+mn-ea"/>
                <a:cs typeface="+mn-cs"/>
              </a:defRPr>
            </a:pPr>
            <a:endParaRPr lang="en-US"/>
          </a:p>
        </c:txPr>
        <c:crossAx val="456624560"/>
        <c:crosses val="min"/>
        <c:crossBetween val="between"/>
        <c:majorUnit val="5000"/>
      </c:valAx>
    </c:plotArea>
    <c:plotVisOnly val="0"/>
    <c:dispBlanksAs val="gap"/>
    <c:showDLblsOverMax val="1"/>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1358671909130624E-2"/>
          <c:y val="6.5202702702702703E-2"/>
          <c:w val="0.97728265618173871"/>
          <c:h val="0.86959459459459465"/>
        </c:manualLayout>
      </c:layout>
      <c:barChart>
        <c:barDir val="bar"/>
        <c:grouping val="stacked"/>
        <c:varyColors val="0"/>
        <c:ser>
          <c:idx val="0"/>
          <c:order val="0"/>
          <c:spPr>
            <a:solidFill>
              <a:schemeClr val="bg2"/>
            </a:solidFill>
            <a:ln>
              <a:noFill/>
            </a:ln>
          </c:spPr>
          <c:invertIfNegative val="0"/>
          <c:dLbls>
            <c:dLbl>
              <c:idx val="0"/>
              <c:layout>
                <c:manualLayout>
                  <c:x val="0"/>
                  <c:y val="0"/>
                </c:manualLayout>
              </c:layout>
              <c:numFmt formatCode="#,##0&quot;%&quot;;&quot;-&quot;#,##0&quot;%&quot;"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C9AD-48EC-BC38-384B2347B690}"/>
                </c:ext>
              </c:extLst>
            </c:dLbl>
            <c:dLbl>
              <c:idx val="1"/>
              <c:layout>
                <c:manualLayout>
                  <c:x val="-2.1843599825251202E-4"/>
                  <c:y val="0"/>
                </c:manualLayout>
              </c:layout>
              <c:numFmt formatCode="#,##0&quot;%&quot;;&quot;-&quot;#,##0&quot;%&quot;" sourceLinked="0"/>
              <c:spPr>
                <a:noFill/>
                <a:ln>
                  <a:noFill/>
                </a:ln>
              </c:spPr>
              <c:txPr>
                <a:bodyPr wrap="none"/>
                <a:lstStyle/>
                <a:p>
                  <a:pPr>
                    <a:defRPr sz="1400" kern="1200">
                      <a:solidFill>
                        <a:schemeClr val="tx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C9AD-48EC-BC38-384B2347B690}"/>
                </c:ext>
              </c:extLst>
            </c:dLbl>
            <c:dLbl>
              <c:idx val="2"/>
              <c:layout>
                <c:manualLayout>
                  <c:x val="-2.1843599825251202E-4"/>
                  <c:y val="0"/>
                </c:manualLayout>
              </c:layout>
              <c:numFmt formatCode="#,##0&quot;%&quot;;&quot;-&quot;#,##0&quot;%&quot;" sourceLinked="0"/>
              <c:spPr>
                <a:noFill/>
                <a:ln>
                  <a:noFill/>
                </a:ln>
              </c:spPr>
              <c:txPr>
                <a:bodyPr wrap="none"/>
                <a:lstStyle/>
                <a:p>
                  <a:pPr>
                    <a:defRPr sz="1400" kern="1200">
                      <a:solidFill>
                        <a:schemeClr val="tx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C9AD-48EC-BC38-384B2347B69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20</c:v>
                </c:pt>
                <c:pt idx="1">
                  <c:v>15</c:v>
                </c:pt>
                <c:pt idx="2">
                  <c:v>50</c:v>
                </c:pt>
              </c:numCache>
            </c:numRef>
          </c:val>
          <c:extLst>
            <c:ext xmlns:c16="http://schemas.microsoft.com/office/drawing/2014/chart" uri="{C3380CC4-5D6E-409C-BE32-E72D297353CC}">
              <c16:uniqueId val="{00000003-C9AD-48EC-BC38-384B2347B690}"/>
            </c:ext>
          </c:extLst>
        </c:ser>
        <c:ser>
          <c:idx val="1"/>
          <c:order val="1"/>
          <c:spPr>
            <a:solidFill>
              <a:schemeClr val="accent6"/>
            </a:solidFill>
            <a:ln>
              <a:noFill/>
            </a:ln>
          </c:spPr>
          <c:invertIfNegative val="0"/>
          <c:dLbls>
            <c:dLbl>
              <c:idx val="0"/>
              <c:layout>
                <c:manualLayout>
                  <c:x val="-2.1843599825251202E-4"/>
                  <c:y val="0"/>
                </c:manualLayout>
              </c:layout>
              <c:numFmt formatCode="#,##0&quot;%&quot;;&quot;-&quot;#,##0&quot;%&quot;" sourceLinked="0"/>
              <c:spPr>
                <a:noFill/>
                <a:ln>
                  <a:noFill/>
                </a:ln>
              </c:spPr>
              <c:txPr>
                <a:bodyPr wrap="none"/>
                <a:lstStyle/>
                <a:p>
                  <a:pPr>
                    <a:defRPr sz="1400" kern="1200">
                      <a:solidFill>
                        <a:schemeClr val="tx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C9AD-48EC-BC38-384B2347B690}"/>
                </c:ext>
              </c:extLst>
            </c:dLbl>
            <c:dLbl>
              <c:idx val="1"/>
              <c:layout>
                <c:manualLayout>
                  <c:x val="0"/>
                  <c:y val="0"/>
                </c:manualLayout>
              </c:layout>
              <c:numFmt formatCode="#,##0&quot;%&quot;;&quot;-&quot;#,##0&quot;%&quot;" sourceLinked="0"/>
              <c:spPr>
                <a:noFill/>
                <a:ln>
                  <a:noFill/>
                </a:ln>
              </c:spPr>
              <c:txPr>
                <a:bodyPr wrap="none"/>
                <a:lstStyle/>
                <a:p>
                  <a:pPr>
                    <a:defRPr sz="1400" kern="1200">
                      <a:solidFill>
                        <a:schemeClr val="tx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C9AD-48EC-BC38-384B2347B690}"/>
                </c:ext>
              </c:extLst>
            </c:dLbl>
            <c:dLbl>
              <c:idx val="2"/>
              <c:layout>
                <c:manualLayout>
                  <c:x val="0"/>
                  <c:y val="0"/>
                </c:manualLayout>
              </c:layout>
              <c:numFmt formatCode="#,##0&quot;%&quot;;&quot;-&quot;#,##0&quot;%&quot;" sourceLinked="0"/>
              <c:spPr>
                <a:noFill/>
                <a:ln>
                  <a:noFill/>
                </a:ln>
              </c:spPr>
              <c:txPr>
                <a:bodyPr wrap="none"/>
                <a:lstStyle/>
                <a:p>
                  <a:pPr>
                    <a:defRPr sz="1400" kern="1200">
                      <a:solidFill>
                        <a:schemeClr val="tx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C9AD-48EC-BC38-384B2347B69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Sheet1!$A$2:$C$2</c:f>
              <c:numCache>
                <c:formatCode>General</c:formatCode>
                <c:ptCount val="3"/>
                <c:pt idx="0">
                  <c:v>40.000000000000007</c:v>
                </c:pt>
                <c:pt idx="1">
                  <c:v>25</c:v>
                </c:pt>
                <c:pt idx="2">
                  <c:v>19.999999999999996</c:v>
                </c:pt>
              </c:numCache>
            </c:numRef>
          </c:val>
          <c:extLst>
            <c:ext xmlns:c16="http://schemas.microsoft.com/office/drawing/2014/chart" uri="{C3380CC4-5D6E-409C-BE32-E72D297353CC}">
              <c16:uniqueId val="{00000007-C9AD-48EC-BC38-384B2347B690}"/>
            </c:ext>
          </c:extLst>
        </c:ser>
        <c:ser>
          <c:idx val="2"/>
          <c:order val="2"/>
          <c:spPr>
            <a:solidFill>
              <a:schemeClr val="accent1"/>
            </a:solidFill>
            <a:ln>
              <a:noFill/>
            </a:ln>
          </c:spPr>
          <c:invertIfNegative val="0"/>
          <c:dLbls>
            <c:dLbl>
              <c:idx val="0"/>
              <c:layout>
                <c:manualLayout>
                  <c:x val="0"/>
                  <c:y val="0"/>
                </c:manualLayout>
              </c:layout>
              <c:numFmt formatCode="#,##0&quot;%&quot;;&quot;-&quot;#,##0&quot;%&quot;" sourceLinked="0"/>
              <c:spPr>
                <a:noFill/>
                <a:ln>
                  <a:noFill/>
                </a:ln>
              </c:spPr>
              <c:txPr>
                <a:bodyPr wrap="none"/>
                <a:lstStyle/>
                <a:p>
                  <a:pPr>
                    <a:defRPr sz="14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C9AD-48EC-BC38-384B2347B690}"/>
                </c:ext>
              </c:extLst>
            </c:dLbl>
            <c:dLbl>
              <c:idx val="1"/>
              <c:layout>
                <c:manualLayout>
                  <c:x val="0"/>
                  <c:y val="0"/>
                </c:manualLayout>
              </c:layout>
              <c:numFmt formatCode="#,##0&quot;%&quot;;&quot;-&quot;#,##0&quot;%&quot;" sourceLinked="0"/>
              <c:spPr>
                <a:noFill/>
                <a:ln>
                  <a:noFill/>
                </a:ln>
              </c:spPr>
              <c:txPr>
                <a:bodyPr wrap="none"/>
                <a:lstStyle/>
                <a:p>
                  <a:pPr>
                    <a:defRPr sz="14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C9AD-48EC-BC38-384B2347B690}"/>
                </c:ext>
              </c:extLst>
            </c:dLbl>
            <c:dLbl>
              <c:idx val="2"/>
              <c:layout>
                <c:manualLayout>
                  <c:x val="0"/>
                  <c:y val="0"/>
                </c:manualLayout>
              </c:layout>
              <c:numFmt formatCode="#,##0&quot;%&quot;;&quot;-&quot;#,##0&quot;%&quot;" sourceLinked="0"/>
              <c:spPr>
                <a:noFill/>
                <a:ln>
                  <a:noFill/>
                </a:ln>
              </c:spPr>
              <c:txPr>
                <a:bodyPr wrap="none"/>
                <a:lstStyle/>
                <a:p>
                  <a:pPr>
                    <a:defRPr sz="14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C9AD-48EC-BC38-384B2347B69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Sheet1!$A$3:$C$3</c:f>
              <c:numCache>
                <c:formatCode>General</c:formatCode>
                <c:ptCount val="3"/>
                <c:pt idx="0">
                  <c:v>39.999999999999993</c:v>
                </c:pt>
                <c:pt idx="1">
                  <c:v>60</c:v>
                </c:pt>
                <c:pt idx="2">
                  <c:v>30.000000000000004</c:v>
                </c:pt>
              </c:numCache>
            </c:numRef>
          </c:val>
          <c:extLst>
            <c:ext xmlns:c16="http://schemas.microsoft.com/office/drawing/2014/chart" uri="{C3380CC4-5D6E-409C-BE32-E72D297353CC}">
              <c16:uniqueId val="{0000000B-C9AD-48EC-BC38-384B2347B690}"/>
            </c:ext>
          </c:extLst>
        </c:ser>
        <c:dLbls>
          <c:showLegendKey val="0"/>
          <c:showVal val="0"/>
          <c:showCatName val="0"/>
          <c:showSerName val="0"/>
          <c:showPercent val="0"/>
          <c:showBubbleSize val="0"/>
        </c:dLbls>
        <c:gapWidth val="80"/>
        <c:overlap val="100"/>
        <c:axId val="416869440"/>
        <c:axId val="1"/>
      </c:barChart>
      <c:catAx>
        <c:axId val="416869440"/>
        <c:scaling>
          <c:orientation val="maxMin"/>
        </c:scaling>
        <c:delete val="0"/>
        <c:axPos val="l"/>
        <c:majorGridlines>
          <c:spPr>
            <a:ln>
              <a:noFill/>
            </a:ln>
          </c:spPr>
        </c:majorGridlines>
        <c:majorTickMark val="none"/>
        <c:minorTickMark val="none"/>
        <c:tickLblPos val="none"/>
        <c:spPr>
          <a:ln w="9525" cmpd="sng" algn="ctr">
            <a:solidFill>
              <a:srgbClr val="000000"/>
            </a:solidFill>
            <a:prstDash val="solid"/>
          </a:ln>
        </c:spPr>
        <c:crossAx val="1"/>
        <c:crosses val="min"/>
        <c:auto val="0"/>
        <c:lblAlgn val="ctr"/>
        <c:lblOffset val="100"/>
        <c:noMultiLvlLbl val="0"/>
      </c:catAx>
      <c:valAx>
        <c:axId val="1"/>
        <c:scaling>
          <c:orientation val="minMax"/>
          <c:max val="100"/>
          <c:min val="0"/>
        </c:scaling>
        <c:delete val="1"/>
        <c:axPos val="t"/>
        <c:numFmt formatCode="General" sourceLinked="1"/>
        <c:majorTickMark val="out"/>
        <c:minorTickMark val="none"/>
        <c:tickLblPos val="nextTo"/>
        <c:crossAx val="416869440"/>
        <c:crosses val="min"/>
        <c:crossBetween val="between"/>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9A76584-D3F2-B57E-BF02-D7C999AA7B09}"/>
              </a:ext>
            </a:extLst>
          </p:cNvPr>
          <p:cNvSpPr>
            <a:spLocks noGrp="1"/>
          </p:cNvSpPr>
          <p:nvPr>
            <p:ph type="hdr" sz="quarter"/>
          </p:nvPr>
        </p:nvSpPr>
        <p:spPr>
          <a:xfrm>
            <a:off x="0" y="0"/>
            <a:ext cx="2971800" cy="330072"/>
          </a:xfrm>
          <a:prstGeom prst="rect">
            <a:avLst/>
          </a:prstGeom>
        </p:spPr>
        <p:txBody>
          <a:bodyPr vert="horz" lIns="72000" tIns="72000" rIns="72000" bIns="72000" rtlCol="0">
            <a:spAutoFit/>
          </a:bodyPr>
          <a:lstStyle>
            <a:lvl1pPr algn="l">
              <a:defRPr sz="1200"/>
            </a:lvl1pPr>
          </a:lstStyle>
          <a:p>
            <a:endParaRPr lang="en-US"/>
          </a:p>
        </p:txBody>
      </p:sp>
      <p:sp>
        <p:nvSpPr>
          <p:cNvPr id="3" name="Date Placeholder 2">
            <a:extLst>
              <a:ext uri="{FF2B5EF4-FFF2-40B4-BE49-F238E27FC236}">
                <a16:creationId xmlns:a16="http://schemas.microsoft.com/office/drawing/2014/main" id="{F2CC6F94-9BC4-3846-F58E-D1D68C191F4C}"/>
              </a:ext>
            </a:extLst>
          </p:cNvPr>
          <p:cNvSpPr>
            <a:spLocks noGrp="1"/>
          </p:cNvSpPr>
          <p:nvPr>
            <p:ph type="dt" sz="quarter" idx="1"/>
          </p:nvPr>
        </p:nvSpPr>
        <p:spPr>
          <a:xfrm>
            <a:off x="3884613" y="0"/>
            <a:ext cx="2971800" cy="330072"/>
          </a:xfrm>
          <a:prstGeom prst="rect">
            <a:avLst/>
          </a:prstGeom>
        </p:spPr>
        <p:txBody>
          <a:bodyPr vert="horz" lIns="72000" tIns="72000" rIns="72000" bIns="72000" rtlCol="0">
            <a:spAutoFit/>
          </a:bodyPr>
          <a:lstStyle>
            <a:lvl1pPr algn="r">
              <a:defRPr sz="1200"/>
            </a:lvl1pPr>
          </a:lstStyle>
          <a:p>
            <a:fld id="{CC0BB003-453D-49F4-9E2C-B0AABA0AB37D}" type="datetimeFigureOut">
              <a:rPr lang="en-US" smtClean="0"/>
              <a:t>12/4/2025</a:t>
            </a:fld>
            <a:endParaRPr lang="en-US"/>
          </a:p>
        </p:txBody>
      </p:sp>
      <p:sp>
        <p:nvSpPr>
          <p:cNvPr id="4" name="Footer Placeholder 3">
            <a:extLst>
              <a:ext uri="{FF2B5EF4-FFF2-40B4-BE49-F238E27FC236}">
                <a16:creationId xmlns:a16="http://schemas.microsoft.com/office/drawing/2014/main" id="{2F59171E-418A-FCC6-7291-647574BEF435}"/>
              </a:ext>
            </a:extLst>
          </p:cNvPr>
          <p:cNvSpPr>
            <a:spLocks noGrp="1"/>
          </p:cNvSpPr>
          <p:nvPr>
            <p:ph type="ftr" sz="quarter" idx="2"/>
          </p:nvPr>
        </p:nvSpPr>
        <p:spPr>
          <a:xfrm>
            <a:off x="0" y="8813928"/>
            <a:ext cx="2971800" cy="330072"/>
          </a:xfrm>
          <a:prstGeom prst="rect">
            <a:avLst/>
          </a:prstGeom>
        </p:spPr>
        <p:txBody>
          <a:bodyPr vert="horz" lIns="72000" tIns="72000" rIns="72000" bIns="72000" rtlCol="0" anchor="b">
            <a:spAutoFit/>
          </a:bodyPr>
          <a:lstStyle>
            <a:lvl1pPr algn="l">
              <a:defRPr sz="1200"/>
            </a:lvl1pPr>
          </a:lstStyle>
          <a:p>
            <a:endParaRPr lang="en-US"/>
          </a:p>
        </p:txBody>
      </p:sp>
      <p:sp>
        <p:nvSpPr>
          <p:cNvPr id="5" name="Slide Number Placeholder 4">
            <a:extLst>
              <a:ext uri="{FF2B5EF4-FFF2-40B4-BE49-F238E27FC236}">
                <a16:creationId xmlns:a16="http://schemas.microsoft.com/office/drawing/2014/main" id="{C28DF413-5A80-0E4B-FAC6-ED9C1B6AAD13}"/>
              </a:ext>
            </a:extLst>
          </p:cNvPr>
          <p:cNvSpPr>
            <a:spLocks noGrp="1"/>
          </p:cNvSpPr>
          <p:nvPr>
            <p:ph type="sldNum" sz="quarter" idx="3"/>
          </p:nvPr>
        </p:nvSpPr>
        <p:spPr>
          <a:xfrm>
            <a:off x="3884613" y="8813928"/>
            <a:ext cx="2971800" cy="330072"/>
          </a:xfrm>
          <a:prstGeom prst="rect">
            <a:avLst/>
          </a:prstGeom>
        </p:spPr>
        <p:txBody>
          <a:bodyPr vert="horz" lIns="72000" tIns="72000" rIns="72000" bIns="72000" rtlCol="0" anchor="b">
            <a:spAutoFit/>
          </a:bodyPr>
          <a:lstStyle>
            <a:lvl1pPr algn="r">
              <a:defRPr sz="1200"/>
            </a:lvl1pPr>
          </a:lstStyle>
          <a:p>
            <a:fld id="{5CEEF8C8-A39C-426A-A785-874186603B59}" type="slidenum">
              <a:rPr lang="en-US" smtClean="0"/>
              <a:t>‹#›</a:t>
            </a:fld>
            <a:endParaRPr lang="en-US"/>
          </a:p>
        </p:txBody>
      </p:sp>
    </p:spTree>
    <p:extLst>
      <p:ext uri="{BB962C8B-B14F-4D97-AF65-F5344CB8AC3E}">
        <p14:creationId xmlns:p14="http://schemas.microsoft.com/office/powerpoint/2010/main" val="4497637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330072"/>
          </a:xfrm>
          <a:prstGeom prst="rect">
            <a:avLst/>
          </a:prstGeom>
        </p:spPr>
        <p:txBody>
          <a:bodyPr vert="horz" lIns="72000" tIns="72000" rIns="72000" bIns="72000" rtlCol="0">
            <a:spAutoFit/>
          </a:bodyPr>
          <a:lstStyle>
            <a:lvl1pPr algn="l">
              <a:defRPr sz="1200"/>
            </a:lvl1pPr>
          </a:lstStyle>
          <a:p>
            <a:endParaRPr lang="en-US"/>
          </a:p>
        </p:txBody>
      </p:sp>
      <p:sp>
        <p:nvSpPr>
          <p:cNvPr id="3" name="Date Placeholder 2"/>
          <p:cNvSpPr>
            <a:spLocks noGrp="1"/>
          </p:cNvSpPr>
          <p:nvPr>
            <p:ph type="dt" idx="1"/>
          </p:nvPr>
        </p:nvSpPr>
        <p:spPr>
          <a:xfrm>
            <a:off x="3884613" y="0"/>
            <a:ext cx="2971800" cy="330072"/>
          </a:xfrm>
          <a:prstGeom prst="rect">
            <a:avLst/>
          </a:prstGeom>
        </p:spPr>
        <p:txBody>
          <a:bodyPr vert="horz" lIns="72000" tIns="72000" rIns="72000" bIns="72000" rtlCol="0">
            <a:spAutoFit/>
          </a:bodyPr>
          <a:lstStyle>
            <a:lvl1pPr algn="r">
              <a:defRPr sz="1200"/>
            </a:lvl1pPr>
          </a:lstStyle>
          <a:p>
            <a:fld id="{17C9ACF2-9523-4E24-AB2A-AA40E013F93F}" type="datetimeFigureOut">
              <a:rPr lang="en-US" smtClean="0"/>
              <a:t>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13928"/>
            <a:ext cx="2971800" cy="330072"/>
          </a:xfrm>
          <a:prstGeom prst="rect">
            <a:avLst/>
          </a:prstGeom>
        </p:spPr>
        <p:txBody>
          <a:bodyPr vert="horz" lIns="72000" tIns="72000" rIns="72000" bIns="72000" rtlCol="0" anchor="b">
            <a:spAutoFit/>
          </a:bodyPr>
          <a:lstStyle>
            <a:lvl1pPr algn="l">
              <a:defRPr sz="1200"/>
            </a:lvl1pPr>
          </a:lstStyle>
          <a:p>
            <a:endParaRPr lang="en-US"/>
          </a:p>
        </p:txBody>
      </p:sp>
      <p:sp>
        <p:nvSpPr>
          <p:cNvPr id="7" name="Slide Number Placeholder 6"/>
          <p:cNvSpPr>
            <a:spLocks noGrp="1"/>
          </p:cNvSpPr>
          <p:nvPr>
            <p:ph type="sldNum" sz="quarter" idx="5"/>
          </p:nvPr>
        </p:nvSpPr>
        <p:spPr>
          <a:xfrm>
            <a:off x="3884613" y="8813928"/>
            <a:ext cx="2971800" cy="330072"/>
          </a:xfrm>
          <a:prstGeom prst="rect">
            <a:avLst/>
          </a:prstGeom>
        </p:spPr>
        <p:txBody>
          <a:bodyPr vert="horz" lIns="72000" tIns="72000" rIns="72000" bIns="72000" rtlCol="0" anchor="b">
            <a:spAutoFit/>
          </a:bodyPr>
          <a:lstStyle>
            <a:lvl1pPr algn="r">
              <a:defRPr sz="1200"/>
            </a:lvl1pPr>
          </a:lstStyle>
          <a:p>
            <a:fld id="{79F5A480-A98C-4E91-8166-A054DD06EBA9}" type="slidenum">
              <a:rPr lang="en-US" smtClean="0"/>
              <a:t>‹#›</a:t>
            </a:fld>
            <a:endParaRPr lang="en-US"/>
          </a:p>
        </p:txBody>
      </p:sp>
    </p:spTree>
    <p:extLst>
      <p:ext uri="{BB962C8B-B14F-4D97-AF65-F5344CB8AC3E}">
        <p14:creationId xmlns:p14="http://schemas.microsoft.com/office/powerpoint/2010/main" val="551558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6.png"/><Relationship Id="rId4" Type="http://schemas.openxmlformats.org/officeDocument/2006/relationships/image" Target="../media/image11.svg"/></Relationships>
</file>

<file path=ppt/slideLayouts/_rels/slideLayout33.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Master" Target="../slideMasters/slideMaster1.xml"/><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11.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spTree>
      <p:nvGrpSpPr>
        <p:cNvPr id="1" name=""/>
        <p:cNvGrpSpPr/>
        <p:nvPr/>
      </p:nvGrpSpPr>
      <p:grpSpPr>
        <a:xfrm>
          <a:off x="0" y="0"/>
          <a:ext cx="0" cy="0"/>
          <a:chOff x="0" y="0"/>
          <a:chExt cx="0" cy="0"/>
        </a:xfrm>
      </p:grpSpPr>
      <p:pic>
        <p:nvPicPr>
          <p:cNvPr id="4" name="Picture 3" descr="A colorful gradient with squares&#10;&#10;Description automatically generated with medium confidence">
            <a:extLst>
              <a:ext uri="{FF2B5EF4-FFF2-40B4-BE49-F238E27FC236}">
                <a16:creationId xmlns:a16="http://schemas.microsoft.com/office/drawing/2014/main" id="{6C566B1A-1272-AB8E-397F-CAE1B245E1FA}"/>
              </a:ext>
            </a:extLst>
          </p:cNvPr>
          <p:cNvPicPr>
            <a:picLocks noChangeAspect="1"/>
          </p:cNvPicPr>
          <p:nvPr userDrawn="1"/>
        </p:nvPicPr>
        <p:blipFill>
          <a:blip r:embed="rId2"/>
          <a:stretch>
            <a:fillRect/>
          </a:stretch>
        </p:blipFill>
        <p:spPr>
          <a:xfrm>
            <a:off x="-88" y="0"/>
            <a:ext cx="12192000" cy="6858000"/>
          </a:xfrm>
          <a:prstGeom prst="rect">
            <a:avLst/>
          </a:prstGeom>
        </p:spPr>
      </p:pic>
      <p:sp>
        <p:nvSpPr>
          <p:cNvPr id="3" name="Text Placeholder 9">
            <a:extLst>
              <a:ext uri="{FF2B5EF4-FFF2-40B4-BE49-F238E27FC236}">
                <a16:creationId xmlns:a16="http://schemas.microsoft.com/office/drawing/2014/main" id="{81EAA6A3-9742-4CD0-8A04-F54B5C18CCBD}"/>
              </a:ext>
            </a:extLst>
          </p:cNvPr>
          <p:cNvSpPr>
            <a:spLocks noGrp="1"/>
          </p:cNvSpPr>
          <p:nvPr>
            <p:ph type="body" sz="quarter" idx="20" hasCustomPrompt="1"/>
          </p:nvPr>
        </p:nvSpPr>
        <p:spPr>
          <a:xfrm>
            <a:off x="628257" y="3863253"/>
            <a:ext cx="9134902" cy="332399"/>
          </a:xfrm>
          <a:prstGeom prst="rect">
            <a:avLst/>
          </a:prstGeom>
          <a:noFill/>
          <a:ln>
            <a:noFill/>
          </a:ln>
        </p:spPr>
        <p:txBody>
          <a:bodyPr wrap="square" lIns="0" tIns="0" rIns="0" bIns="0" rtlCol="0">
            <a:spAutoFit/>
          </a:bodyPr>
          <a:lstStyle>
            <a:lvl1pPr marL="0" indent="0">
              <a:buNone/>
              <a:defRPr lang="en-US" sz="2400" dirty="0">
                <a:solidFill>
                  <a:schemeClr val="bg1"/>
                </a:solidFill>
              </a:defRPr>
            </a:lvl1pPr>
          </a:lstStyle>
          <a:p>
            <a:pPr marL="0" lvl="0"/>
            <a:r>
              <a:rPr lang="en-US"/>
              <a:t>Subheading or additional information</a:t>
            </a:r>
          </a:p>
        </p:txBody>
      </p:sp>
      <p:sp>
        <p:nvSpPr>
          <p:cNvPr id="5" name="Text Placeholder 9">
            <a:extLst>
              <a:ext uri="{FF2B5EF4-FFF2-40B4-BE49-F238E27FC236}">
                <a16:creationId xmlns:a16="http://schemas.microsoft.com/office/drawing/2014/main" id="{6568098D-8C38-AAEA-9CC0-387D99D6D8FB}"/>
              </a:ext>
            </a:extLst>
          </p:cNvPr>
          <p:cNvSpPr>
            <a:spLocks noGrp="1"/>
          </p:cNvSpPr>
          <p:nvPr>
            <p:ph type="body" sz="quarter" idx="22" hasCustomPrompt="1"/>
          </p:nvPr>
        </p:nvSpPr>
        <p:spPr>
          <a:xfrm>
            <a:off x="628256" y="6356286"/>
            <a:ext cx="3835101" cy="166199"/>
          </a:xfrm>
          <a:prstGeom prst="rect">
            <a:avLst/>
          </a:prstGeom>
        </p:spPr>
        <p:txBody>
          <a:bodyPr wrap="square" lIns="0" tIns="0" rIns="0" bIns="0" anchor="b">
            <a:spAutoFit/>
          </a:bodyPr>
          <a:lstStyle>
            <a:lvl1pPr marL="0" indent="0">
              <a:spcBef>
                <a:spcPts val="1000"/>
              </a:spcBef>
              <a:buNone/>
              <a:defRPr lang="en-US" sz="1200" kern="1200" dirty="0">
                <a:solidFill>
                  <a:schemeClr val="bg1"/>
                </a:solidFill>
                <a:latin typeface="Microsoft Sans Serif" panose="020B0604020202020204" pitchFamily="34" charset="0"/>
                <a:ea typeface="Tahoma" panose="020B0604030504040204" pitchFamily="34" charset="0"/>
                <a:cs typeface="Microsoft Sans Serif" panose="020B0604020202020204" pitchFamily="34" charset="0"/>
              </a:defRPr>
            </a:lvl1pPr>
            <a:lvl2pPr marL="178775" indent="0">
              <a:buNone/>
              <a:defRPr sz="2400"/>
            </a:lvl2pPr>
            <a:lvl3pPr marL="360000" indent="0">
              <a:buNone/>
              <a:defRPr sz="2400"/>
            </a:lvl3pPr>
            <a:lvl4pPr marL="539138" indent="0">
              <a:buNone/>
              <a:defRPr sz="2400"/>
            </a:lvl4pPr>
            <a:lvl5pPr marL="720000" indent="0">
              <a:buNone/>
              <a:defRPr sz="2400"/>
            </a:lvl5pPr>
          </a:lstStyle>
          <a:p>
            <a:pPr lvl="0"/>
            <a:r>
              <a:rPr lang="en-US"/>
              <a:t>Date/Location, if relevant</a:t>
            </a:r>
          </a:p>
        </p:txBody>
      </p:sp>
      <p:pic>
        <p:nvPicPr>
          <p:cNvPr id="7" name="Google Shape;5773;p324">
            <a:extLst>
              <a:ext uri="{FF2B5EF4-FFF2-40B4-BE49-F238E27FC236}">
                <a16:creationId xmlns:a16="http://schemas.microsoft.com/office/drawing/2014/main" id="{0B214C76-5C34-738F-FDAC-7D6C1B8CEC87}"/>
              </a:ext>
            </a:extLst>
          </p:cNvPr>
          <p:cNvPicPr preferRelativeResize="0"/>
          <p:nvPr userDrawn="1"/>
        </p:nvPicPr>
        <p:blipFill>
          <a:blip r:embed="rId3">
            <a:alphaModFix/>
          </a:blip>
          <a:stretch>
            <a:fillRect/>
          </a:stretch>
        </p:blipFill>
        <p:spPr>
          <a:xfrm>
            <a:off x="9761150" y="6163016"/>
            <a:ext cx="1960591" cy="411451"/>
          </a:xfrm>
          <a:prstGeom prst="rect">
            <a:avLst/>
          </a:prstGeom>
          <a:noFill/>
          <a:ln>
            <a:noFill/>
          </a:ln>
        </p:spPr>
      </p:pic>
      <p:sp>
        <p:nvSpPr>
          <p:cNvPr id="6" name="Text Placeholder 9">
            <a:extLst>
              <a:ext uri="{FF2B5EF4-FFF2-40B4-BE49-F238E27FC236}">
                <a16:creationId xmlns:a16="http://schemas.microsoft.com/office/drawing/2014/main" id="{EE6ACF4D-39FE-5029-6ECA-D44D07569397}"/>
              </a:ext>
            </a:extLst>
          </p:cNvPr>
          <p:cNvSpPr>
            <a:spLocks noGrp="1"/>
          </p:cNvSpPr>
          <p:nvPr>
            <p:ph type="body" sz="quarter" idx="24" hasCustomPrompt="1"/>
          </p:nvPr>
        </p:nvSpPr>
        <p:spPr>
          <a:xfrm>
            <a:off x="628257" y="1869455"/>
            <a:ext cx="9134902" cy="1792224"/>
          </a:xfrm>
          <a:prstGeom prst="rect">
            <a:avLst/>
          </a:prstGeom>
          <a:noFill/>
          <a:ln>
            <a:noFill/>
          </a:ln>
        </p:spPr>
        <p:txBody>
          <a:bodyPr wrap="square" lIns="0" tIns="0" rIns="0" bIns="0" rtlCol="0" anchor="b">
            <a:noAutofit/>
          </a:bodyPr>
          <a:lstStyle>
            <a:lvl1pPr marL="0" indent="0">
              <a:buNone/>
              <a:defRPr lang="en-US" sz="4800" dirty="0">
                <a:solidFill>
                  <a:schemeClr val="bg1"/>
                </a:solidFill>
              </a:defRPr>
            </a:lvl1pPr>
          </a:lstStyle>
          <a:p>
            <a:pPr marL="0" lvl="0"/>
            <a:r>
              <a:rPr lang="en-US"/>
              <a:t>Presentation title here</a:t>
            </a:r>
          </a:p>
        </p:txBody>
      </p:sp>
    </p:spTree>
    <p:extLst>
      <p:ext uri="{BB962C8B-B14F-4D97-AF65-F5344CB8AC3E}">
        <p14:creationId xmlns:p14="http://schemas.microsoft.com/office/powerpoint/2010/main" val="81343168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video background)">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0B1994B-1B69-EE8D-66A8-E42A677D663A}"/>
              </a:ext>
            </a:extLst>
          </p:cNvPr>
          <p:cNvSpPr>
            <a:spLocks noGrp="1"/>
          </p:cNvSpPr>
          <p:nvPr>
            <p:ph type="pic" sz="quarter" idx="23"/>
          </p:nvPr>
        </p:nvSpPr>
        <p:spPr>
          <a:xfrm>
            <a:off x="0" y="0"/>
            <a:ext cx="12192000" cy="6858000"/>
          </a:xfrm>
          <a:prstGeom prst="rect">
            <a:avLst/>
          </a:prstGeom>
          <a:solidFill>
            <a:schemeClr val="bg2"/>
          </a:solidFill>
        </p:spPr>
        <p:txBody>
          <a:bodyPr anchor="ctr"/>
          <a:lstStyle>
            <a:lvl1pPr marL="0" indent="0" algn="ctr">
              <a:buNone/>
              <a:defRPr/>
            </a:lvl1pPr>
          </a:lstStyle>
          <a:p>
            <a:endParaRPr lang="en-PH"/>
          </a:p>
        </p:txBody>
      </p:sp>
      <p:sp>
        <p:nvSpPr>
          <p:cNvPr id="3" name="Text Placeholder 9">
            <a:extLst>
              <a:ext uri="{FF2B5EF4-FFF2-40B4-BE49-F238E27FC236}">
                <a16:creationId xmlns:a16="http://schemas.microsoft.com/office/drawing/2014/main" id="{81EAA6A3-9742-4CD0-8A04-F54B5C18CCBD}"/>
              </a:ext>
            </a:extLst>
          </p:cNvPr>
          <p:cNvSpPr>
            <a:spLocks noGrp="1"/>
          </p:cNvSpPr>
          <p:nvPr>
            <p:ph type="body" sz="quarter" idx="20" hasCustomPrompt="1"/>
          </p:nvPr>
        </p:nvSpPr>
        <p:spPr>
          <a:xfrm>
            <a:off x="628257" y="3863253"/>
            <a:ext cx="9134902" cy="332399"/>
          </a:xfrm>
          <a:prstGeom prst="rect">
            <a:avLst/>
          </a:prstGeom>
          <a:noFill/>
          <a:ln>
            <a:noFill/>
          </a:ln>
        </p:spPr>
        <p:txBody>
          <a:bodyPr wrap="square" lIns="0" tIns="0" rIns="0" bIns="0" rtlCol="0">
            <a:spAutoFit/>
          </a:bodyPr>
          <a:lstStyle>
            <a:lvl1pPr marL="0" indent="0">
              <a:buNone/>
              <a:defRPr lang="en-US" sz="2400" dirty="0">
                <a:solidFill>
                  <a:schemeClr val="bg1"/>
                </a:solidFill>
              </a:defRPr>
            </a:lvl1pPr>
          </a:lstStyle>
          <a:p>
            <a:pPr marL="0" lvl="0"/>
            <a:r>
              <a:rPr lang="en-US"/>
              <a:t>Subheading or additional information</a:t>
            </a:r>
          </a:p>
        </p:txBody>
      </p:sp>
      <p:sp>
        <p:nvSpPr>
          <p:cNvPr id="5" name="Text Placeholder 9">
            <a:extLst>
              <a:ext uri="{FF2B5EF4-FFF2-40B4-BE49-F238E27FC236}">
                <a16:creationId xmlns:a16="http://schemas.microsoft.com/office/drawing/2014/main" id="{6568098D-8C38-AAEA-9CC0-387D99D6D8FB}"/>
              </a:ext>
            </a:extLst>
          </p:cNvPr>
          <p:cNvSpPr>
            <a:spLocks noGrp="1"/>
          </p:cNvSpPr>
          <p:nvPr>
            <p:ph type="body" sz="quarter" idx="22" hasCustomPrompt="1"/>
          </p:nvPr>
        </p:nvSpPr>
        <p:spPr>
          <a:xfrm>
            <a:off x="628256" y="6356286"/>
            <a:ext cx="3835101" cy="166199"/>
          </a:xfrm>
          <a:prstGeom prst="rect">
            <a:avLst/>
          </a:prstGeom>
        </p:spPr>
        <p:txBody>
          <a:bodyPr wrap="square" lIns="0" tIns="0" rIns="0" bIns="0" anchor="b">
            <a:spAutoFit/>
          </a:bodyPr>
          <a:lstStyle>
            <a:lvl1pPr marL="0" indent="0">
              <a:spcBef>
                <a:spcPts val="1000"/>
              </a:spcBef>
              <a:buNone/>
              <a:defRPr lang="en-US" sz="1200" kern="1200" dirty="0">
                <a:solidFill>
                  <a:schemeClr val="bg1"/>
                </a:solidFill>
                <a:latin typeface="Microsoft Sans Serif" panose="020B0604020202020204" pitchFamily="34" charset="0"/>
                <a:ea typeface="Tahoma" panose="020B0604030504040204" pitchFamily="34" charset="0"/>
                <a:cs typeface="Microsoft Sans Serif" panose="020B0604020202020204" pitchFamily="34" charset="0"/>
              </a:defRPr>
            </a:lvl1pPr>
            <a:lvl2pPr marL="178775" indent="0">
              <a:buNone/>
              <a:defRPr sz="2400"/>
            </a:lvl2pPr>
            <a:lvl3pPr marL="360000" indent="0">
              <a:buNone/>
              <a:defRPr sz="2400"/>
            </a:lvl3pPr>
            <a:lvl4pPr marL="539138" indent="0">
              <a:buNone/>
              <a:defRPr sz="2400"/>
            </a:lvl4pPr>
            <a:lvl5pPr marL="720000" indent="0">
              <a:buNone/>
              <a:defRPr sz="2400"/>
            </a:lvl5pPr>
          </a:lstStyle>
          <a:p>
            <a:pPr lvl="0"/>
            <a:r>
              <a:rPr lang="en-US"/>
              <a:t>Date/Location, if relevant</a:t>
            </a:r>
          </a:p>
        </p:txBody>
      </p:sp>
      <p:pic>
        <p:nvPicPr>
          <p:cNvPr id="7" name="Google Shape;5773;p324">
            <a:extLst>
              <a:ext uri="{FF2B5EF4-FFF2-40B4-BE49-F238E27FC236}">
                <a16:creationId xmlns:a16="http://schemas.microsoft.com/office/drawing/2014/main" id="{0B214C76-5C34-738F-FDAC-7D6C1B8CEC87}"/>
              </a:ext>
            </a:extLst>
          </p:cNvPr>
          <p:cNvPicPr preferRelativeResize="0"/>
          <p:nvPr userDrawn="1"/>
        </p:nvPicPr>
        <p:blipFill>
          <a:blip r:embed="rId2">
            <a:alphaModFix/>
          </a:blip>
          <a:stretch>
            <a:fillRect/>
          </a:stretch>
        </p:blipFill>
        <p:spPr>
          <a:xfrm>
            <a:off x="9761150" y="6163016"/>
            <a:ext cx="1960591" cy="411451"/>
          </a:xfrm>
          <a:prstGeom prst="rect">
            <a:avLst/>
          </a:prstGeom>
          <a:noFill/>
          <a:ln>
            <a:noFill/>
          </a:ln>
        </p:spPr>
      </p:pic>
      <p:sp>
        <p:nvSpPr>
          <p:cNvPr id="10" name="Text Placeholder 9">
            <a:extLst>
              <a:ext uri="{FF2B5EF4-FFF2-40B4-BE49-F238E27FC236}">
                <a16:creationId xmlns:a16="http://schemas.microsoft.com/office/drawing/2014/main" id="{E1D3B2C9-B324-02D1-32A1-4600C8554423}"/>
              </a:ext>
            </a:extLst>
          </p:cNvPr>
          <p:cNvSpPr>
            <a:spLocks noGrp="1"/>
          </p:cNvSpPr>
          <p:nvPr>
            <p:ph type="body" sz="quarter" idx="24" hasCustomPrompt="1"/>
          </p:nvPr>
        </p:nvSpPr>
        <p:spPr>
          <a:xfrm>
            <a:off x="628257" y="1869455"/>
            <a:ext cx="9134902" cy="1792224"/>
          </a:xfrm>
          <a:prstGeom prst="rect">
            <a:avLst/>
          </a:prstGeom>
          <a:noFill/>
          <a:ln>
            <a:noFill/>
          </a:ln>
        </p:spPr>
        <p:txBody>
          <a:bodyPr wrap="square" lIns="0" tIns="0" rIns="0" bIns="0" rtlCol="0" anchor="b">
            <a:noAutofit/>
          </a:bodyPr>
          <a:lstStyle>
            <a:lvl1pPr marL="0" indent="0">
              <a:buNone/>
              <a:defRPr lang="en-US" sz="4800" dirty="0">
                <a:solidFill>
                  <a:schemeClr val="bg1"/>
                </a:solidFill>
              </a:defRPr>
            </a:lvl1pPr>
          </a:lstStyle>
          <a:p>
            <a:pPr marL="0" lvl="0"/>
            <a:r>
              <a:rPr lang="en-US"/>
              <a:t>Presentation title here</a:t>
            </a:r>
          </a:p>
        </p:txBody>
      </p:sp>
    </p:spTree>
    <p:extLst>
      <p:ext uri="{BB962C8B-B14F-4D97-AF65-F5344CB8AC3E}">
        <p14:creationId xmlns:p14="http://schemas.microsoft.com/office/powerpoint/2010/main" val="97315662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vider 1">
    <p:spTree>
      <p:nvGrpSpPr>
        <p:cNvPr id="1" name=""/>
        <p:cNvGrpSpPr/>
        <p:nvPr/>
      </p:nvGrpSpPr>
      <p:grpSpPr>
        <a:xfrm>
          <a:off x="0" y="0"/>
          <a:ext cx="0" cy="0"/>
          <a:chOff x="0" y="0"/>
          <a:chExt cx="0" cy="0"/>
        </a:xfrm>
      </p:grpSpPr>
      <p:pic>
        <p:nvPicPr>
          <p:cNvPr id="3" name="Picture 2" descr="A blue and white square&#10;&#10;Description automatically generated">
            <a:extLst>
              <a:ext uri="{FF2B5EF4-FFF2-40B4-BE49-F238E27FC236}">
                <a16:creationId xmlns:a16="http://schemas.microsoft.com/office/drawing/2014/main" id="{B97315B6-47B8-3488-8060-93738F3A4A3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2" name="Slide Number Placeholder 11">
            <a:extLst>
              <a:ext uri="{FF2B5EF4-FFF2-40B4-BE49-F238E27FC236}">
                <a16:creationId xmlns:a16="http://schemas.microsoft.com/office/drawing/2014/main" id="{C54C4BDE-AB88-5857-CA12-2DCC782E6AE0}"/>
              </a:ext>
            </a:extLst>
          </p:cNvPr>
          <p:cNvSpPr>
            <a:spLocks noGrp="1"/>
          </p:cNvSpPr>
          <p:nvPr>
            <p:ph type="sldNum" sz="quarter" idx="13"/>
          </p:nvPr>
        </p:nvSpPr>
        <p:spPr/>
        <p:txBody>
          <a:bodyPr/>
          <a:lstStyle>
            <a:lvl1pPr>
              <a:defRPr>
                <a:solidFill>
                  <a:schemeClr val="bg1"/>
                </a:solidFill>
              </a:defRPr>
            </a:lvl1pPr>
          </a:lstStyle>
          <a:p>
            <a:fld id="{5EA29875-719B-4A39-A51C-7BDD87443D68}" type="slidenum">
              <a:rPr lang="en-US" smtClean="0"/>
              <a:pPr/>
              <a:t>‹#›</a:t>
            </a:fld>
            <a:endParaRPr lang="en-US"/>
          </a:p>
        </p:txBody>
      </p:sp>
      <p:pic>
        <p:nvPicPr>
          <p:cNvPr id="5" name="Graphic 4">
            <a:extLst>
              <a:ext uri="{FF2B5EF4-FFF2-40B4-BE49-F238E27FC236}">
                <a16:creationId xmlns:a16="http://schemas.microsoft.com/office/drawing/2014/main" id="{29D8C3CA-D7D7-68DA-CAF6-A99DCF5333E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6" name="Text Placeholder 9">
            <a:extLst>
              <a:ext uri="{FF2B5EF4-FFF2-40B4-BE49-F238E27FC236}">
                <a16:creationId xmlns:a16="http://schemas.microsoft.com/office/drawing/2014/main" id="{2ABE3610-C38F-7091-3E51-751732C30C96}"/>
              </a:ext>
            </a:extLst>
          </p:cNvPr>
          <p:cNvSpPr>
            <a:spLocks noGrp="1"/>
          </p:cNvSpPr>
          <p:nvPr>
            <p:ph type="body" sz="quarter" idx="24" hasCustomPrompt="1"/>
          </p:nvPr>
        </p:nvSpPr>
        <p:spPr>
          <a:xfrm>
            <a:off x="1450848" y="2109499"/>
            <a:ext cx="9290304" cy="2240280"/>
          </a:xfrm>
          <a:prstGeom prst="rect">
            <a:avLst/>
          </a:prstGeom>
          <a:noFill/>
          <a:ln>
            <a:noFill/>
          </a:ln>
        </p:spPr>
        <p:txBody>
          <a:bodyPr wrap="square" lIns="0" tIns="0" rIns="0" bIns="0" rtlCol="0" anchor="b">
            <a:noAutofit/>
          </a:bodyPr>
          <a:lstStyle>
            <a:lvl1pPr marL="0" indent="0" algn="ctr">
              <a:buNone/>
              <a:defRPr lang="en-US" sz="8000" dirty="0">
                <a:solidFill>
                  <a:schemeClr val="bg1"/>
                </a:solidFill>
              </a:defRPr>
            </a:lvl1pPr>
          </a:lstStyle>
          <a:p>
            <a:pPr marL="0" lvl="0"/>
            <a:r>
              <a:rPr lang="en-US"/>
              <a:t>Title of the section</a:t>
            </a:r>
          </a:p>
        </p:txBody>
      </p:sp>
      <p:sp>
        <p:nvSpPr>
          <p:cNvPr id="7" name="Text Placeholder 9">
            <a:extLst>
              <a:ext uri="{FF2B5EF4-FFF2-40B4-BE49-F238E27FC236}">
                <a16:creationId xmlns:a16="http://schemas.microsoft.com/office/drawing/2014/main" id="{8D0F9025-13F9-728F-4472-4ABEE933DC80}"/>
              </a:ext>
            </a:extLst>
          </p:cNvPr>
          <p:cNvSpPr>
            <a:spLocks noGrp="1"/>
          </p:cNvSpPr>
          <p:nvPr>
            <p:ph type="body" sz="quarter" idx="20" hasCustomPrompt="1"/>
          </p:nvPr>
        </p:nvSpPr>
        <p:spPr>
          <a:xfrm>
            <a:off x="1450848" y="4512989"/>
            <a:ext cx="9290304" cy="294401"/>
          </a:xfrm>
          <a:prstGeom prst="rect">
            <a:avLst/>
          </a:prstGeom>
          <a:noFill/>
          <a:ln>
            <a:noFill/>
          </a:ln>
        </p:spPr>
        <p:txBody>
          <a:bodyPr wrap="square" lIns="0" tIns="0" rIns="0" bIns="0" rtlCol="0">
            <a:noAutofit/>
          </a:bodyPr>
          <a:lstStyle>
            <a:lvl1pPr marL="0" indent="0" algn="ctr">
              <a:buNone/>
              <a:defRPr lang="en-US" sz="2000" dirty="0">
                <a:solidFill>
                  <a:schemeClr val="bg1"/>
                </a:solidFill>
              </a:defRPr>
            </a:lvl1pPr>
          </a:lstStyle>
          <a:p>
            <a:pPr marL="0" lvl="0"/>
            <a:r>
              <a:rPr lang="en-US"/>
              <a:t>Subheading or additional information</a:t>
            </a:r>
          </a:p>
        </p:txBody>
      </p:sp>
    </p:spTree>
    <p:extLst>
      <p:ext uri="{BB962C8B-B14F-4D97-AF65-F5344CB8AC3E}">
        <p14:creationId xmlns:p14="http://schemas.microsoft.com/office/powerpoint/2010/main" val="159769511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2">
    <p:spTree>
      <p:nvGrpSpPr>
        <p:cNvPr id="1" name=""/>
        <p:cNvGrpSpPr/>
        <p:nvPr/>
      </p:nvGrpSpPr>
      <p:grpSpPr>
        <a:xfrm>
          <a:off x="0" y="0"/>
          <a:ext cx="0" cy="0"/>
          <a:chOff x="0" y="0"/>
          <a:chExt cx="0" cy="0"/>
        </a:xfrm>
      </p:grpSpPr>
      <p:pic>
        <p:nvPicPr>
          <p:cNvPr id="3" name="Picture 2" descr="A close up of a colorful background&#10;&#10;Description automatically generated">
            <a:extLst>
              <a:ext uri="{FF2B5EF4-FFF2-40B4-BE49-F238E27FC236}">
                <a16:creationId xmlns:a16="http://schemas.microsoft.com/office/drawing/2014/main" id="{5F359F09-40C0-699F-EBA1-BE16EAA88A6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2" name="Slide Number Placeholder 11">
            <a:extLst>
              <a:ext uri="{FF2B5EF4-FFF2-40B4-BE49-F238E27FC236}">
                <a16:creationId xmlns:a16="http://schemas.microsoft.com/office/drawing/2014/main" id="{C54C4BDE-AB88-5857-CA12-2DCC782E6AE0}"/>
              </a:ext>
            </a:extLst>
          </p:cNvPr>
          <p:cNvSpPr>
            <a:spLocks noGrp="1"/>
          </p:cNvSpPr>
          <p:nvPr>
            <p:ph type="sldNum" sz="quarter" idx="13"/>
          </p:nvPr>
        </p:nvSpPr>
        <p:spPr/>
        <p:txBody>
          <a:bodyPr/>
          <a:lstStyle>
            <a:lvl1pPr>
              <a:defRPr>
                <a:solidFill>
                  <a:schemeClr val="bg1"/>
                </a:solidFill>
              </a:defRPr>
            </a:lvl1pPr>
          </a:lstStyle>
          <a:p>
            <a:fld id="{5EA29875-719B-4A39-A51C-7BDD87443D68}" type="slidenum">
              <a:rPr lang="en-US" smtClean="0"/>
              <a:pPr/>
              <a:t>‹#›</a:t>
            </a:fld>
            <a:endParaRPr lang="en-US"/>
          </a:p>
        </p:txBody>
      </p:sp>
      <p:pic>
        <p:nvPicPr>
          <p:cNvPr id="2" name="Graphic 1">
            <a:extLst>
              <a:ext uri="{FF2B5EF4-FFF2-40B4-BE49-F238E27FC236}">
                <a16:creationId xmlns:a16="http://schemas.microsoft.com/office/drawing/2014/main" id="{6CB13E21-24D2-99DE-9F7D-38EC546AEFC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4" name="Text Placeholder 9">
            <a:extLst>
              <a:ext uri="{FF2B5EF4-FFF2-40B4-BE49-F238E27FC236}">
                <a16:creationId xmlns:a16="http://schemas.microsoft.com/office/drawing/2014/main" id="{372E426D-1A89-8152-E200-684F0819BABD}"/>
              </a:ext>
            </a:extLst>
          </p:cNvPr>
          <p:cNvSpPr>
            <a:spLocks noGrp="1"/>
          </p:cNvSpPr>
          <p:nvPr>
            <p:ph type="body" sz="quarter" idx="24" hasCustomPrompt="1"/>
          </p:nvPr>
        </p:nvSpPr>
        <p:spPr>
          <a:xfrm>
            <a:off x="1450848" y="2109499"/>
            <a:ext cx="9290304" cy="2240280"/>
          </a:xfrm>
          <a:prstGeom prst="rect">
            <a:avLst/>
          </a:prstGeom>
          <a:noFill/>
          <a:ln>
            <a:noFill/>
          </a:ln>
        </p:spPr>
        <p:txBody>
          <a:bodyPr wrap="square" lIns="0" tIns="0" rIns="0" bIns="0" rtlCol="0" anchor="b">
            <a:noAutofit/>
          </a:bodyPr>
          <a:lstStyle>
            <a:lvl1pPr marL="0" indent="0" algn="ctr">
              <a:buNone/>
              <a:defRPr lang="en-US" sz="8000" dirty="0">
                <a:solidFill>
                  <a:schemeClr val="bg1"/>
                </a:solidFill>
              </a:defRPr>
            </a:lvl1pPr>
          </a:lstStyle>
          <a:p>
            <a:pPr marL="0" lvl="0"/>
            <a:r>
              <a:rPr lang="en-US"/>
              <a:t>Title of the section</a:t>
            </a:r>
          </a:p>
        </p:txBody>
      </p:sp>
      <p:sp>
        <p:nvSpPr>
          <p:cNvPr id="6" name="Text Placeholder 9">
            <a:extLst>
              <a:ext uri="{FF2B5EF4-FFF2-40B4-BE49-F238E27FC236}">
                <a16:creationId xmlns:a16="http://schemas.microsoft.com/office/drawing/2014/main" id="{76A1DAE6-C33E-1795-CBFA-0A5AFC520933}"/>
              </a:ext>
            </a:extLst>
          </p:cNvPr>
          <p:cNvSpPr>
            <a:spLocks noGrp="1"/>
          </p:cNvSpPr>
          <p:nvPr>
            <p:ph type="body" sz="quarter" idx="20" hasCustomPrompt="1"/>
          </p:nvPr>
        </p:nvSpPr>
        <p:spPr>
          <a:xfrm>
            <a:off x="1450848" y="4512989"/>
            <a:ext cx="9290304" cy="294401"/>
          </a:xfrm>
          <a:prstGeom prst="rect">
            <a:avLst/>
          </a:prstGeom>
          <a:noFill/>
          <a:ln>
            <a:noFill/>
          </a:ln>
        </p:spPr>
        <p:txBody>
          <a:bodyPr wrap="square" lIns="0" tIns="0" rIns="0" bIns="0" rtlCol="0">
            <a:noAutofit/>
          </a:bodyPr>
          <a:lstStyle>
            <a:lvl1pPr marL="0" indent="0" algn="ctr">
              <a:buNone/>
              <a:defRPr lang="en-US" sz="2000" dirty="0">
                <a:solidFill>
                  <a:schemeClr val="bg1"/>
                </a:solidFill>
              </a:defRPr>
            </a:lvl1pPr>
          </a:lstStyle>
          <a:p>
            <a:pPr marL="0" lvl="0"/>
            <a:r>
              <a:rPr lang="en-US"/>
              <a:t>Subheading or additional information</a:t>
            </a:r>
          </a:p>
        </p:txBody>
      </p:sp>
    </p:spTree>
    <p:extLst>
      <p:ext uri="{BB962C8B-B14F-4D97-AF65-F5344CB8AC3E}">
        <p14:creationId xmlns:p14="http://schemas.microsoft.com/office/powerpoint/2010/main" val="70113295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10A485CD-2F85-0C5B-289A-E0CE1C9ED9FA}"/>
              </a:ext>
            </a:extLst>
          </p:cNvPr>
          <p:cNvSpPr>
            <a:spLocks noGrp="1"/>
          </p:cNvSpPr>
          <p:nvPr>
            <p:ph type="body" sz="quarter" idx="40" hasCustomPrompt="1"/>
          </p:nvPr>
        </p:nvSpPr>
        <p:spPr>
          <a:xfrm>
            <a:off x="7116024" y="1206867"/>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7" name="Text Placeholder 3">
            <a:extLst>
              <a:ext uri="{FF2B5EF4-FFF2-40B4-BE49-F238E27FC236}">
                <a16:creationId xmlns:a16="http://schemas.microsoft.com/office/drawing/2014/main" id="{8D6A15A5-79B9-A1AA-1B43-F7511592E718}"/>
              </a:ext>
            </a:extLst>
          </p:cNvPr>
          <p:cNvSpPr>
            <a:spLocks noGrp="1"/>
          </p:cNvSpPr>
          <p:nvPr>
            <p:ph type="body" sz="quarter" idx="69" hasCustomPrompt="1"/>
          </p:nvPr>
        </p:nvSpPr>
        <p:spPr>
          <a:xfrm>
            <a:off x="7116024" y="1591936"/>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9" name="Text Placeholder 3">
            <a:extLst>
              <a:ext uri="{FF2B5EF4-FFF2-40B4-BE49-F238E27FC236}">
                <a16:creationId xmlns:a16="http://schemas.microsoft.com/office/drawing/2014/main" id="{3B971C9D-9B26-D3DB-89DD-5CA21D7757BD}"/>
              </a:ext>
            </a:extLst>
          </p:cNvPr>
          <p:cNvSpPr>
            <a:spLocks noGrp="1"/>
          </p:cNvSpPr>
          <p:nvPr>
            <p:ph type="body" sz="quarter" idx="71" hasCustomPrompt="1"/>
          </p:nvPr>
        </p:nvSpPr>
        <p:spPr>
          <a:xfrm>
            <a:off x="7116024" y="1977005"/>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2" name="Text Placeholder 3">
            <a:extLst>
              <a:ext uri="{FF2B5EF4-FFF2-40B4-BE49-F238E27FC236}">
                <a16:creationId xmlns:a16="http://schemas.microsoft.com/office/drawing/2014/main" id="{9E10D321-245A-729A-2527-3E05930AC28C}"/>
              </a:ext>
            </a:extLst>
          </p:cNvPr>
          <p:cNvSpPr>
            <a:spLocks noGrp="1"/>
          </p:cNvSpPr>
          <p:nvPr>
            <p:ph type="body" sz="quarter" idx="74" hasCustomPrompt="1"/>
          </p:nvPr>
        </p:nvSpPr>
        <p:spPr>
          <a:xfrm>
            <a:off x="7116024" y="2362074"/>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4" name="Text Placeholder 3">
            <a:extLst>
              <a:ext uri="{FF2B5EF4-FFF2-40B4-BE49-F238E27FC236}">
                <a16:creationId xmlns:a16="http://schemas.microsoft.com/office/drawing/2014/main" id="{69BA2F79-9367-18FA-5D61-309784357434}"/>
              </a:ext>
            </a:extLst>
          </p:cNvPr>
          <p:cNvSpPr>
            <a:spLocks noGrp="1"/>
          </p:cNvSpPr>
          <p:nvPr>
            <p:ph type="body" sz="quarter" idx="76" hasCustomPrompt="1"/>
          </p:nvPr>
        </p:nvSpPr>
        <p:spPr>
          <a:xfrm>
            <a:off x="7116024" y="2747143"/>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1" name="Text Placeholder 3">
            <a:extLst>
              <a:ext uri="{FF2B5EF4-FFF2-40B4-BE49-F238E27FC236}">
                <a16:creationId xmlns:a16="http://schemas.microsoft.com/office/drawing/2014/main" id="{F98CD9D1-AE39-D262-425C-097DED777F61}"/>
              </a:ext>
            </a:extLst>
          </p:cNvPr>
          <p:cNvSpPr>
            <a:spLocks noGrp="1"/>
          </p:cNvSpPr>
          <p:nvPr>
            <p:ph type="body" sz="quarter" idx="101" hasCustomPrompt="1"/>
          </p:nvPr>
        </p:nvSpPr>
        <p:spPr>
          <a:xfrm>
            <a:off x="10050780" y="1206867"/>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0" name="Text Placeholder 3">
            <a:extLst>
              <a:ext uri="{FF2B5EF4-FFF2-40B4-BE49-F238E27FC236}">
                <a16:creationId xmlns:a16="http://schemas.microsoft.com/office/drawing/2014/main" id="{964F431F-1758-491B-F974-ABDC426DD6E8}"/>
              </a:ext>
            </a:extLst>
          </p:cNvPr>
          <p:cNvSpPr>
            <a:spLocks noGrp="1"/>
          </p:cNvSpPr>
          <p:nvPr>
            <p:ph type="body" sz="quarter" idx="114" hasCustomPrompt="1"/>
          </p:nvPr>
        </p:nvSpPr>
        <p:spPr>
          <a:xfrm>
            <a:off x="7116024" y="3132212"/>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3" name="Text Placeholder 3">
            <a:extLst>
              <a:ext uri="{FF2B5EF4-FFF2-40B4-BE49-F238E27FC236}">
                <a16:creationId xmlns:a16="http://schemas.microsoft.com/office/drawing/2014/main" id="{958BCA15-1C58-BA47-D50B-117C253BC863}"/>
              </a:ext>
            </a:extLst>
          </p:cNvPr>
          <p:cNvSpPr>
            <a:spLocks noGrp="1"/>
          </p:cNvSpPr>
          <p:nvPr>
            <p:ph type="body" sz="quarter" idx="115" hasCustomPrompt="1"/>
          </p:nvPr>
        </p:nvSpPr>
        <p:spPr>
          <a:xfrm>
            <a:off x="7116024" y="3517281"/>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5" name="Text Placeholder 3">
            <a:extLst>
              <a:ext uri="{FF2B5EF4-FFF2-40B4-BE49-F238E27FC236}">
                <a16:creationId xmlns:a16="http://schemas.microsoft.com/office/drawing/2014/main" id="{3D526A8B-E5EF-64B1-3385-CCE82DE28D4B}"/>
              </a:ext>
            </a:extLst>
          </p:cNvPr>
          <p:cNvSpPr>
            <a:spLocks noGrp="1"/>
          </p:cNvSpPr>
          <p:nvPr>
            <p:ph type="body" sz="quarter" idx="116" hasCustomPrompt="1"/>
          </p:nvPr>
        </p:nvSpPr>
        <p:spPr>
          <a:xfrm>
            <a:off x="7116024" y="3902350"/>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6" name="Text Placeholder 3">
            <a:extLst>
              <a:ext uri="{FF2B5EF4-FFF2-40B4-BE49-F238E27FC236}">
                <a16:creationId xmlns:a16="http://schemas.microsoft.com/office/drawing/2014/main" id="{C9F34623-8AE4-4941-11D6-174048923C1C}"/>
              </a:ext>
            </a:extLst>
          </p:cNvPr>
          <p:cNvSpPr>
            <a:spLocks noGrp="1"/>
          </p:cNvSpPr>
          <p:nvPr>
            <p:ph type="body" sz="quarter" idx="117" hasCustomPrompt="1"/>
          </p:nvPr>
        </p:nvSpPr>
        <p:spPr>
          <a:xfrm>
            <a:off x="7116024" y="4287419"/>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7" name="Text Placeholder 3">
            <a:extLst>
              <a:ext uri="{FF2B5EF4-FFF2-40B4-BE49-F238E27FC236}">
                <a16:creationId xmlns:a16="http://schemas.microsoft.com/office/drawing/2014/main" id="{DB1AAD6A-7313-54D6-EDB8-2ECE25AD60E2}"/>
              </a:ext>
            </a:extLst>
          </p:cNvPr>
          <p:cNvSpPr>
            <a:spLocks noGrp="1"/>
          </p:cNvSpPr>
          <p:nvPr>
            <p:ph type="body" sz="quarter" idx="118" hasCustomPrompt="1"/>
          </p:nvPr>
        </p:nvSpPr>
        <p:spPr>
          <a:xfrm>
            <a:off x="7116024" y="4672488"/>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1" name="Text Placeholder 3">
            <a:extLst>
              <a:ext uri="{FF2B5EF4-FFF2-40B4-BE49-F238E27FC236}">
                <a16:creationId xmlns:a16="http://schemas.microsoft.com/office/drawing/2014/main" id="{356C9FA9-9F4B-CF79-DBD9-6158AB1F3403}"/>
              </a:ext>
            </a:extLst>
          </p:cNvPr>
          <p:cNvSpPr>
            <a:spLocks noGrp="1"/>
          </p:cNvSpPr>
          <p:nvPr>
            <p:ph type="body" sz="quarter" idx="124" hasCustomPrompt="1"/>
          </p:nvPr>
        </p:nvSpPr>
        <p:spPr>
          <a:xfrm>
            <a:off x="7116024" y="5057557"/>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2" name="Text Placeholder 3">
            <a:extLst>
              <a:ext uri="{FF2B5EF4-FFF2-40B4-BE49-F238E27FC236}">
                <a16:creationId xmlns:a16="http://schemas.microsoft.com/office/drawing/2014/main" id="{D09671FA-6400-60FF-1CFA-3D7798635756}"/>
              </a:ext>
            </a:extLst>
          </p:cNvPr>
          <p:cNvSpPr>
            <a:spLocks noGrp="1"/>
          </p:cNvSpPr>
          <p:nvPr>
            <p:ph type="body" sz="quarter" idx="125" hasCustomPrompt="1"/>
          </p:nvPr>
        </p:nvSpPr>
        <p:spPr>
          <a:xfrm>
            <a:off x="7116024" y="5442621"/>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 name="Text Placeholder 3">
            <a:extLst>
              <a:ext uri="{FF2B5EF4-FFF2-40B4-BE49-F238E27FC236}">
                <a16:creationId xmlns:a16="http://schemas.microsoft.com/office/drawing/2014/main" id="{17B815E4-D652-35F0-2830-C94C45187BD0}"/>
              </a:ext>
            </a:extLst>
          </p:cNvPr>
          <p:cNvSpPr>
            <a:spLocks noGrp="1"/>
          </p:cNvSpPr>
          <p:nvPr>
            <p:ph type="body" sz="quarter" idx="128" hasCustomPrompt="1"/>
          </p:nvPr>
        </p:nvSpPr>
        <p:spPr>
          <a:xfrm>
            <a:off x="10050780" y="1591936"/>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5" name="Text Placeholder 3">
            <a:extLst>
              <a:ext uri="{FF2B5EF4-FFF2-40B4-BE49-F238E27FC236}">
                <a16:creationId xmlns:a16="http://schemas.microsoft.com/office/drawing/2014/main" id="{F55B5ACD-BD51-7286-1AA8-8C98F7FAD4B6}"/>
              </a:ext>
            </a:extLst>
          </p:cNvPr>
          <p:cNvSpPr>
            <a:spLocks noGrp="1"/>
          </p:cNvSpPr>
          <p:nvPr>
            <p:ph type="body" sz="quarter" idx="129" hasCustomPrompt="1"/>
          </p:nvPr>
        </p:nvSpPr>
        <p:spPr>
          <a:xfrm>
            <a:off x="10050780" y="1977005"/>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7" name="Text Placeholder 3">
            <a:extLst>
              <a:ext uri="{FF2B5EF4-FFF2-40B4-BE49-F238E27FC236}">
                <a16:creationId xmlns:a16="http://schemas.microsoft.com/office/drawing/2014/main" id="{1D8235E0-29B6-E6F5-C29B-8F60E24D6B45}"/>
              </a:ext>
            </a:extLst>
          </p:cNvPr>
          <p:cNvSpPr>
            <a:spLocks noGrp="1"/>
          </p:cNvSpPr>
          <p:nvPr>
            <p:ph type="body" sz="quarter" idx="130" hasCustomPrompt="1"/>
          </p:nvPr>
        </p:nvSpPr>
        <p:spPr>
          <a:xfrm>
            <a:off x="10050780" y="2362074"/>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8" name="Text Placeholder 3">
            <a:extLst>
              <a:ext uri="{FF2B5EF4-FFF2-40B4-BE49-F238E27FC236}">
                <a16:creationId xmlns:a16="http://schemas.microsoft.com/office/drawing/2014/main" id="{0EA52473-7FCB-0B36-B7C1-F3B7721EB23D}"/>
              </a:ext>
            </a:extLst>
          </p:cNvPr>
          <p:cNvSpPr>
            <a:spLocks noGrp="1"/>
          </p:cNvSpPr>
          <p:nvPr>
            <p:ph type="body" sz="quarter" idx="131" hasCustomPrompt="1"/>
          </p:nvPr>
        </p:nvSpPr>
        <p:spPr>
          <a:xfrm>
            <a:off x="10050780" y="2747143"/>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9" name="Text Placeholder 3">
            <a:extLst>
              <a:ext uri="{FF2B5EF4-FFF2-40B4-BE49-F238E27FC236}">
                <a16:creationId xmlns:a16="http://schemas.microsoft.com/office/drawing/2014/main" id="{652FA04D-83C6-401D-B6F9-251F0BB593F9}"/>
              </a:ext>
            </a:extLst>
          </p:cNvPr>
          <p:cNvSpPr>
            <a:spLocks noGrp="1"/>
          </p:cNvSpPr>
          <p:nvPr>
            <p:ph type="body" sz="quarter" idx="132" hasCustomPrompt="1"/>
          </p:nvPr>
        </p:nvSpPr>
        <p:spPr>
          <a:xfrm>
            <a:off x="10050780" y="3132212"/>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1" name="Text Placeholder 3">
            <a:extLst>
              <a:ext uri="{FF2B5EF4-FFF2-40B4-BE49-F238E27FC236}">
                <a16:creationId xmlns:a16="http://schemas.microsoft.com/office/drawing/2014/main" id="{BEE9E01B-042A-B17F-5318-5EA33C69002D}"/>
              </a:ext>
            </a:extLst>
          </p:cNvPr>
          <p:cNvSpPr>
            <a:spLocks noGrp="1"/>
          </p:cNvSpPr>
          <p:nvPr>
            <p:ph type="body" sz="quarter" idx="133" hasCustomPrompt="1"/>
          </p:nvPr>
        </p:nvSpPr>
        <p:spPr>
          <a:xfrm>
            <a:off x="10050780" y="3517281"/>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2" name="Text Placeholder 3">
            <a:extLst>
              <a:ext uri="{FF2B5EF4-FFF2-40B4-BE49-F238E27FC236}">
                <a16:creationId xmlns:a16="http://schemas.microsoft.com/office/drawing/2014/main" id="{A5D1BAA0-075E-5ADB-3CBA-269CF00A1A4B}"/>
              </a:ext>
            </a:extLst>
          </p:cNvPr>
          <p:cNvSpPr>
            <a:spLocks noGrp="1"/>
          </p:cNvSpPr>
          <p:nvPr>
            <p:ph type="body" sz="quarter" idx="134" hasCustomPrompt="1"/>
          </p:nvPr>
        </p:nvSpPr>
        <p:spPr>
          <a:xfrm>
            <a:off x="10050780" y="3902350"/>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4" name="Text Placeholder 3">
            <a:extLst>
              <a:ext uri="{FF2B5EF4-FFF2-40B4-BE49-F238E27FC236}">
                <a16:creationId xmlns:a16="http://schemas.microsoft.com/office/drawing/2014/main" id="{3CAB9EBA-F603-6A30-366A-97C4EA24954F}"/>
              </a:ext>
            </a:extLst>
          </p:cNvPr>
          <p:cNvSpPr>
            <a:spLocks noGrp="1"/>
          </p:cNvSpPr>
          <p:nvPr>
            <p:ph type="body" sz="quarter" idx="135" hasCustomPrompt="1"/>
          </p:nvPr>
        </p:nvSpPr>
        <p:spPr>
          <a:xfrm>
            <a:off x="10050780" y="4287419"/>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1" name="Text Placeholder 3">
            <a:extLst>
              <a:ext uri="{FF2B5EF4-FFF2-40B4-BE49-F238E27FC236}">
                <a16:creationId xmlns:a16="http://schemas.microsoft.com/office/drawing/2014/main" id="{21CF146D-BDCC-DBFA-E2EF-C6DCD97574CE}"/>
              </a:ext>
            </a:extLst>
          </p:cNvPr>
          <p:cNvSpPr>
            <a:spLocks noGrp="1"/>
          </p:cNvSpPr>
          <p:nvPr>
            <p:ph type="body" sz="quarter" idx="136" hasCustomPrompt="1"/>
          </p:nvPr>
        </p:nvSpPr>
        <p:spPr>
          <a:xfrm>
            <a:off x="10050780" y="4672488"/>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2" name="Text Placeholder 3">
            <a:extLst>
              <a:ext uri="{FF2B5EF4-FFF2-40B4-BE49-F238E27FC236}">
                <a16:creationId xmlns:a16="http://schemas.microsoft.com/office/drawing/2014/main" id="{3423B8EB-7627-C087-1180-2DBA3D01DD7C}"/>
              </a:ext>
            </a:extLst>
          </p:cNvPr>
          <p:cNvSpPr>
            <a:spLocks noGrp="1"/>
          </p:cNvSpPr>
          <p:nvPr>
            <p:ph type="body" sz="quarter" idx="137" hasCustomPrompt="1"/>
          </p:nvPr>
        </p:nvSpPr>
        <p:spPr>
          <a:xfrm>
            <a:off x="10050780" y="5057557"/>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4" name="Text Placeholder 3">
            <a:extLst>
              <a:ext uri="{FF2B5EF4-FFF2-40B4-BE49-F238E27FC236}">
                <a16:creationId xmlns:a16="http://schemas.microsoft.com/office/drawing/2014/main" id="{C9295674-DE38-ED81-B3A1-2DB6C842506F}"/>
              </a:ext>
            </a:extLst>
          </p:cNvPr>
          <p:cNvSpPr>
            <a:spLocks noGrp="1"/>
          </p:cNvSpPr>
          <p:nvPr>
            <p:ph type="body" sz="quarter" idx="139" hasCustomPrompt="1"/>
          </p:nvPr>
        </p:nvSpPr>
        <p:spPr>
          <a:xfrm>
            <a:off x="10050780" y="5442621"/>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37" name="Slide Number Placeholder 36">
            <a:extLst>
              <a:ext uri="{FF2B5EF4-FFF2-40B4-BE49-F238E27FC236}">
                <a16:creationId xmlns:a16="http://schemas.microsoft.com/office/drawing/2014/main" id="{9209102C-D7E9-B367-5265-0A76B0647265}"/>
              </a:ext>
            </a:extLst>
          </p:cNvPr>
          <p:cNvSpPr>
            <a:spLocks noGrp="1"/>
          </p:cNvSpPr>
          <p:nvPr>
            <p:ph type="sldNum" sz="quarter" idx="143"/>
          </p:nvPr>
        </p:nvSpPr>
        <p:spPr/>
        <p:txBody>
          <a:bodyPr/>
          <a:lstStyle/>
          <a:p>
            <a:fld id="{5EA29875-719B-4A39-A51C-7BDD87443D68}" type="slidenum">
              <a:rPr lang="en-US" smtClean="0"/>
              <a:pPr/>
              <a:t>‹#›</a:t>
            </a:fld>
            <a:endParaRPr lang="en-US"/>
          </a:p>
        </p:txBody>
      </p:sp>
      <p:sp>
        <p:nvSpPr>
          <p:cNvPr id="18" name="Text Placeholder 3">
            <a:extLst>
              <a:ext uri="{FF2B5EF4-FFF2-40B4-BE49-F238E27FC236}">
                <a16:creationId xmlns:a16="http://schemas.microsoft.com/office/drawing/2014/main" id="{8C232000-E82E-FBE5-F4C5-25E21111F157}"/>
              </a:ext>
            </a:extLst>
          </p:cNvPr>
          <p:cNvSpPr>
            <a:spLocks noGrp="1"/>
          </p:cNvSpPr>
          <p:nvPr>
            <p:ph type="body" sz="quarter" idx="144" hasCustomPrompt="1"/>
          </p:nvPr>
        </p:nvSpPr>
        <p:spPr>
          <a:xfrm>
            <a:off x="839787" y="269874"/>
            <a:ext cx="402336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9" name="Text Placeholder 3">
            <a:extLst>
              <a:ext uri="{FF2B5EF4-FFF2-40B4-BE49-F238E27FC236}">
                <a16:creationId xmlns:a16="http://schemas.microsoft.com/office/drawing/2014/main" id="{5EA58F30-4B8E-98F6-6272-7EFC9449204B}"/>
              </a:ext>
            </a:extLst>
          </p:cNvPr>
          <p:cNvSpPr>
            <a:spLocks noGrp="1"/>
          </p:cNvSpPr>
          <p:nvPr>
            <p:ph type="body" sz="quarter" idx="145" hasCustomPrompt="1"/>
          </p:nvPr>
        </p:nvSpPr>
        <p:spPr>
          <a:xfrm>
            <a:off x="839787" y="1162440"/>
            <a:ext cx="402336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1308045216"/>
      </p:ext>
    </p:extLst>
  </p:cSld>
  <p:clrMapOvr>
    <a:masterClrMapping/>
  </p:clrMapOvr>
  <p:hf sldNum="0" hdr="0" ftr="0" dt="0"/>
  <p:extLst>
    <p:ext uri="{DCECCB84-F9BA-43D5-87BE-67443E8EF086}">
      <p15:sldGuideLst xmlns:p15="http://schemas.microsoft.com/office/powerpoint/2012/main">
        <p15:guide id="3" pos="3385">
          <p15:clr>
            <a:srgbClr val="FBAE40"/>
          </p15:clr>
        </p15:guide>
        <p15:guide id="7" pos="316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10A485CD-2F85-0C5B-289A-E0CE1C9ED9FA}"/>
              </a:ext>
            </a:extLst>
          </p:cNvPr>
          <p:cNvSpPr>
            <a:spLocks noGrp="1"/>
          </p:cNvSpPr>
          <p:nvPr>
            <p:ph type="body" sz="quarter" idx="40" hasCustomPrompt="1"/>
          </p:nvPr>
        </p:nvSpPr>
        <p:spPr>
          <a:xfrm>
            <a:off x="6797250" y="1206871"/>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7" name="Text Placeholder 3">
            <a:extLst>
              <a:ext uri="{FF2B5EF4-FFF2-40B4-BE49-F238E27FC236}">
                <a16:creationId xmlns:a16="http://schemas.microsoft.com/office/drawing/2014/main" id="{8D6A15A5-79B9-A1AA-1B43-F7511592E718}"/>
              </a:ext>
            </a:extLst>
          </p:cNvPr>
          <p:cNvSpPr>
            <a:spLocks noGrp="1"/>
          </p:cNvSpPr>
          <p:nvPr>
            <p:ph type="body" sz="quarter" idx="69" hasCustomPrompt="1"/>
          </p:nvPr>
        </p:nvSpPr>
        <p:spPr>
          <a:xfrm>
            <a:off x="6797250" y="1591940"/>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9" name="Text Placeholder 3">
            <a:extLst>
              <a:ext uri="{FF2B5EF4-FFF2-40B4-BE49-F238E27FC236}">
                <a16:creationId xmlns:a16="http://schemas.microsoft.com/office/drawing/2014/main" id="{3B971C9D-9B26-D3DB-89DD-5CA21D7757BD}"/>
              </a:ext>
            </a:extLst>
          </p:cNvPr>
          <p:cNvSpPr>
            <a:spLocks noGrp="1"/>
          </p:cNvSpPr>
          <p:nvPr>
            <p:ph type="body" sz="quarter" idx="71" hasCustomPrompt="1"/>
          </p:nvPr>
        </p:nvSpPr>
        <p:spPr>
          <a:xfrm>
            <a:off x="6797250" y="1977009"/>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2" name="Text Placeholder 3">
            <a:extLst>
              <a:ext uri="{FF2B5EF4-FFF2-40B4-BE49-F238E27FC236}">
                <a16:creationId xmlns:a16="http://schemas.microsoft.com/office/drawing/2014/main" id="{9E10D321-245A-729A-2527-3E05930AC28C}"/>
              </a:ext>
            </a:extLst>
          </p:cNvPr>
          <p:cNvSpPr>
            <a:spLocks noGrp="1"/>
          </p:cNvSpPr>
          <p:nvPr>
            <p:ph type="body" sz="quarter" idx="74" hasCustomPrompt="1"/>
          </p:nvPr>
        </p:nvSpPr>
        <p:spPr>
          <a:xfrm>
            <a:off x="6797250" y="2362078"/>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4" name="Text Placeholder 3">
            <a:extLst>
              <a:ext uri="{FF2B5EF4-FFF2-40B4-BE49-F238E27FC236}">
                <a16:creationId xmlns:a16="http://schemas.microsoft.com/office/drawing/2014/main" id="{69BA2F79-9367-18FA-5D61-309784357434}"/>
              </a:ext>
            </a:extLst>
          </p:cNvPr>
          <p:cNvSpPr>
            <a:spLocks noGrp="1"/>
          </p:cNvSpPr>
          <p:nvPr>
            <p:ph type="body" sz="quarter" idx="76" hasCustomPrompt="1"/>
          </p:nvPr>
        </p:nvSpPr>
        <p:spPr>
          <a:xfrm>
            <a:off x="6797250" y="2747147"/>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0" name="Text Placeholder 3">
            <a:extLst>
              <a:ext uri="{FF2B5EF4-FFF2-40B4-BE49-F238E27FC236}">
                <a16:creationId xmlns:a16="http://schemas.microsoft.com/office/drawing/2014/main" id="{964F431F-1758-491B-F974-ABDC426DD6E8}"/>
              </a:ext>
            </a:extLst>
          </p:cNvPr>
          <p:cNvSpPr>
            <a:spLocks noGrp="1"/>
          </p:cNvSpPr>
          <p:nvPr>
            <p:ph type="body" sz="quarter" idx="114" hasCustomPrompt="1"/>
          </p:nvPr>
        </p:nvSpPr>
        <p:spPr>
          <a:xfrm>
            <a:off x="6797250" y="3132216"/>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3" name="Text Placeholder 3">
            <a:extLst>
              <a:ext uri="{FF2B5EF4-FFF2-40B4-BE49-F238E27FC236}">
                <a16:creationId xmlns:a16="http://schemas.microsoft.com/office/drawing/2014/main" id="{958BCA15-1C58-BA47-D50B-117C253BC863}"/>
              </a:ext>
            </a:extLst>
          </p:cNvPr>
          <p:cNvSpPr>
            <a:spLocks noGrp="1"/>
          </p:cNvSpPr>
          <p:nvPr>
            <p:ph type="body" sz="quarter" idx="115" hasCustomPrompt="1"/>
          </p:nvPr>
        </p:nvSpPr>
        <p:spPr>
          <a:xfrm>
            <a:off x="6797250" y="3517285"/>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5" name="Text Placeholder 3">
            <a:extLst>
              <a:ext uri="{FF2B5EF4-FFF2-40B4-BE49-F238E27FC236}">
                <a16:creationId xmlns:a16="http://schemas.microsoft.com/office/drawing/2014/main" id="{3D526A8B-E5EF-64B1-3385-CCE82DE28D4B}"/>
              </a:ext>
            </a:extLst>
          </p:cNvPr>
          <p:cNvSpPr>
            <a:spLocks noGrp="1"/>
          </p:cNvSpPr>
          <p:nvPr>
            <p:ph type="body" sz="quarter" idx="116" hasCustomPrompt="1"/>
          </p:nvPr>
        </p:nvSpPr>
        <p:spPr>
          <a:xfrm>
            <a:off x="6797250" y="3902354"/>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6" name="Text Placeholder 3">
            <a:extLst>
              <a:ext uri="{FF2B5EF4-FFF2-40B4-BE49-F238E27FC236}">
                <a16:creationId xmlns:a16="http://schemas.microsoft.com/office/drawing/2014/main" id="{C9F34623-8AE4-4941-11D6-174048923C1C}"/>
              </a:ext>
            </a:extLst>
          </p:cNvPr>
          <p:cNvSpPr>
            <a:spLocks noGrp="1"/>
          </p:cNvSpPr>
          <p:nvPr>
            <p:ph type="body" sz="quarter" idx="117" hasCustomPrompt="1"/>
          </p:nvPr>
        </p:nvSpPr>
        <p:spPr>
          <a:xfrm>
            <a:off x="6797250" y="4287423"/>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7" name="Text Placeholder 3">
            <a:extLst>
              <a:ext uri="{FF2B5EF4-FFF2-40B4-BE49-F238E27FC236}">
                <a16:creationId xmlns:a16="http://schemas.microsoft.com/office/drawing/2014/main" id="{DB1AAD6A-7313-54D6-EDB8-2ECE25AD60E2}"/>
              </a:ext>
            </a:extLst>
          </p:cNvPr>
          <p:cNvSpPr>
            <a:spLocks noGrp="1"/>
          </p:cNvSpPr>
          <p:nvPr>
            <p:ph type="body" sz="quarter" idx="118" hasCustomPrompt="1"/>
          </p:nvPr>
        </p:nvSpPr>
        <p:spPr>
          <a:xfrm>
            <a:off x="6797250" y="4672492"/>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1" name="Text Placeholder 3">
            <a:extLst>
              <a:ext uri="{FF2B5EF4-FFF2-40B4-BE49-F238E27FC236}">
                <a16:creationId xmlns:a16="http://schemas.microsoft.com/office/drawing/2014/main" id="{356C9FA9-9F4B-CF79-DBD9-6158AB1F3403}"/>
              </a:ext>
            </a:extLst>
          </p:cNvPr>
          <p:cNvSpPr>
            <a:spLocks noGrp="1"/>
          </p:cNvSpPr>
          <p:nvPr>
            <p:ph type="body" sz="quarter" idx="124" hasCustomPrompt="1"/>
          </p:nvPr>
        </p:nvSpPr>
        <p:spPr>
          <a:xfrm>
            <a:off x="6797250" y="5057561"/>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2" name="Text Placeholder 3">
            <a:extLst>
              <a:ext uri="{FF2B5EF4-FFF2-40B4-BE49-F238E27FC236}">
                <a16:creationId xmlns:a16="http://schemas.microsoft.com/office/drawing/2014/main" id="{D09671FA-6400-60FF-1CFA-3D7798635756}"/>
              </a:ext>
            </a:extLst>
          </p:cNvPr>
          <p:cNvSpPr>
            <a:spLocks noGrp="1"/>
          </p:cNvSpPr>
          <p:nvPr>
            <p:ph type="body" sz="quarter" idx="125" hasCustomPrompt="1"/>
          </p:nvPr>
        </p:nvSpPr>
        <p:spPr>
          <a:xfrm>
            <a:off x="6797250" y="5442625"/>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2" name="Text Placeholder 3">
            <a:extLst>
              <a:ext uri="{FF2B5EF4-FFF2-40B4-BE49-F238E27FC236}">
                <a16:creationId xmlns:a16="http://schemas.microsoft.com/office/drawing/2014/main" id="{0D559BFB-5A62-932C-D34D-7CE51103B80D}"/>
              </a:ext>
            </a:extLst>
          </p:cNvPr>
          <p:cNvSpPr>
            <a:spLocks noGrp="1"/>
          </p:cNvSpPr>
          <p:nvPr>
            <p:ph type="body" sz="quarter" idx="126" hasCustomPrompt="1"/>
          </p:nvPr>
        </p:nvSpPr>
        <p:spPr>
          <a:xfrm>
            <a:off x="9732474" y="1206871"/>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4" name="Text Placeholder 3">
            <a:extLst>
              <a:ext uri="{FF2B5EF4-FFF2-40B4-BE49-F238E27FC236}">
                <a16:creationId xmlns:a16="http://schemas.microsoft.com/office/drawing/2014/main" id="{E195693F-BEAD-A6BF-7FCA-3F583C695415}"/>
              </a:ext>
            </a:extLst>
          </p:cNvPr>
          <p:cNvSpPr>
            <a:spLocks noGrp="1"/>
          </p:cNvSpPr>
          <p:nvPr>
            <p:ph type="body" sz="quarter" idx="128" hasCustomPrompt="1"/>
          </p:nvPr>
        </p:nvSpPr>
        <p:spPr>
          <a:xfrm>
            <a:off x="9732474" y="1591940"/>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5" name="Text Placeholder 3">
            <a:extLst>
              <a:ext uri="{FF2B5EF4-FFF2-40B4-BE49-F238E27FC236}">
                <a16:creationId xmlns:a16="http://schemas.microsoft.com/office/drawing/2014/main" id="{703E9037-9AFD-CE85-08DA-5253C4D17AAB}"/>
              </a:ext>
            </a:extLst>
          </p:cNvPr>
          <p:cNvSpPr>
            <a:spLocks noGrp="1"/>
          </p:cNvSpPr>
          <p:nvPr>
            <p:ph type="body" sz="quarter" idx="129" hasCustomPrompt="1"/>
          </p:nvPr>
        </p:nvSpPr>
        <p:spPr>
          <a:xfrm>
            <a:off x="9732474" y="1977009"/>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9" name="Text Placeholder 3">
            <a:extLst>
              <a:ext uri="{FF2B5EF4-FFF2-40B4-BE49-F238E27FC236}">
                <a16:creationId xmlns:a16="http://schemas.microsoft.com/office/drawing/2014/main" id="{2D86293F-B45A-935E-B568-ED050581109C}"/>
              </a:ext>
            </a:extLst>
          </p:cNvPr>
          <p:cNvSpPr>
            <a:spLocks noGrp="1"/>
          </p:cNvSpPr>
          <p:nvPr>
            <p:ph type="body" sz="quarter" idx="130" hasCustomPrompt="1"/>
          </p:nvPr>
        </p:nvSpPr>
        <p:spPr>
          <a:xfrm>
            <a:off x="9732474" y="2362078"/>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1" name="Text Placeholder 3">
            <a:extLst>
              <a:ext uri="{FF2B5EF4-FFF2-40B4-BE49-F238E27FC236}">
                <a16:creationId xmlns:a16="http://schemas.microsoft.com/office/drawing/2014/main" id="{891B6EE5-4384-5037-0D86-A474F3DBBDF1}"/>
              </a:ext>
            </a:extLst>
          </p:cNvPr>
          <p:cNvSpPr>
            <a:spLocks noGrp="1"/>
          </p:cNvSpPr>
          <p:nvPr>
            <p:ph type="body" sz="quarter" idx="131" hasCustomPrompt="1"/>
          </p:nvPr>
        </p:nvSpPr>
        <p:spPr>
          <a:xfrm>
            <a:off x="9732474" y="2747147"/>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2" name="Text Placeholder 3">
            <a:extLst>
              <a:ext uri="{FF2B5EF4-FFF2-40B4-BE49-F238E27FC236}">
                <a16:creationId xmlns:a16="http://schemas.microsoft.com/office/drawing/2014/main" id="{7F621CCC-4CDF-E8A5-A3B7-63CAD76F53E4}"/>
              </a:ext>
            </a:extLst>
          </p:cNvPr>
          <p:cNvSpPr>
            <a:spLocks noGrp="1"/>
          </p:cNvSpPr>
          <p:nvPr>
            <p:ph type="body" sz="quarter" idx="132" hasCustomPrompt="1"/>
          </p:nvPr>
        </p:nvSpPr>
        <p:spPr>
          <a:xfrm>
            <a:off x="9732474" y="3132216"/>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4" name="Text Placeholder 3">
            <a:extLst>
              <a:ext uri="{FF2B5EF4-FFF2-40B4-BE49-F238E27FC236}">
                <a16:creationId xmlns:a16="http://schemas.microsoft.com/office/drawing/2014/main" id="{B2994915-9C22-3043-610C-0344CFE495CE}"/>
              </a:ext>
            </a:extLst>
          </p:cNvPr>
          <p:cNvSpPr>
            <a:spLocks noGrp="1"/>
          </p:cNvSpPr>
          <p:nvPr>
            <p:ph type="body" sz="quarter" idx="133" hasCustomPrompt="1"/>
          </p:nvPr>
        </p:nvSpPr>
        <p:spPr>
          <a:xfrm>
            <a:off x="9732474" y="3517285"/>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1" name="Text Placeholder 3">
            <a:extLst>
              <a:ext uri="{FF2B5EF4-FFF2-40B4-BE49-F238E27FC236}">
                <a16:creationId xmlns:a16="http://schemas.microsoft.com/office/drawing/2014/main" id="{48758DF7-6CBE-86AC-45F1-FB217B17F485}"/>
              </a:ext>
            </a:extLst>
          </p:cNvPr>
          <p:cNvSpPr>
            <a:spLocks noGrp="1"/>
          </p:cNvSpPr>
          <p:nvPr>
            <p:ph type="body" sz="quarter" idx="134" hasCustomPrompt="1"/>
          </p:nvPr>
        </p:nvSpPr>
        <p:spPr>
          <a:xfrm>
            <a:off x="9732474" y="3902354"/>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2" name="Text Placeholder 3">
            <a:extLst>
              <a:ext uri="{FF2B5EF4-FFF2-40B4-BE49-F238E27FC236}">
                <a16:creationId xmlns:a16="http://schemas.microsoft.com/office/drawing/2014/main" id="{70D0BD2E-5450-F581-E3B6-EF2B8A0816DE}"/>
              </a:ext>
            </a:extLst>
          </p:cNvPr>
          <p:cNvSpPr>
            <a:spLocks noGrp="1"/>
          </p:cNvSpPr>
          <p:nvPr>
            <p:ph type="body" sz="quarter" idx="135" hasCustomPrompt="1"/>
          </p:nvPr>
        </p:nvSpPr>
        <p:spPr>
          <a:xfrm>
            <a:off x="9732474" y="4287423"/>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3" name="Text Placeholder 3">
            <a:extLst>
              <a:ext uri="{FF2B5EF4-FFF2-40B4-BE49-F238E27FC236}">
                <a16:creationId xmlns:a16="http://schemas.microsoft.com/office/drawing/2014/main" id="{7D39C51C-4F1A-75ED-BBE6-EA3C230B2A3F}"/>
              </a:ext>
            </a:extLst>
          </p:cNvPr>
          <p:cNvSpPr>
            <a:spLocks noGrp="1"/>
          </p:cNvSpPr>
          <p:nvPr>
            <p:ph type="body" sz="quarter" idx="136" hasCustomPrompt="1"/>
          </p:nvPr>
        </p:nvSpPr>
        <p:spPr>
          <a:xfrm>
            <a:off x="9732474" y="4672492"/>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4" name="Text Placeholder 3">
            <a:extLst>
              <a:ext uri="{FF2B5EF4-FFF2-40B4-BE49-F238E27FC236}">
                <a16:creationId xmlns:a16="http://schemas.microsoft.com/office/drawing/2014/main" id="{4C850B6F-5A5F-6960-D28C-84679C19019B}"/>
              </a:ext>
            </a:extLst>
          </p:cNvPr>
          <p:cNvSpPr>
            <a:spLocks noGrp="1"/>
          </p:cNvSpPr>
          <p:nvPr>
            <p:ph type="body" sz="quarter" idx="137" hasCustomPrompt="1"/>
          </p:nvPr>
        </p:nvSpPr>
        <p:spPr>
          <a:xfrm>
            <a:off x="9732474" y="5057561"/>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5" name="Text Placeholder 3">
            <a:extLst>
              <a:ext uri="{FF2B5EF4-FFF2-40B4-BE49-F238E27FC236}">
                <a16:creationId xmlns:a16="http://schemas.microsoft.com/office/drawing/2014/main" id="{8F509791-E5DA-D505-5B6F-180BC139D264}"/>
              </a:ext>
            </a:extLst>
          </p:cNvPr>
          <p:cNvSpPr>
            <a:spLocks noGrp="1"/>
          </p:cNvSpPr>
          <p:nvPr>
            <p:ph type="body" sz="quarter" idx="139" hasCustomPrompt="1"/>
          </p:nvPr>
        </p:nvSpPr>
        <p:spPr>
          <a:xfrm>
            <a:off x="9732474" y="5442625"/>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9" name="Text Placeholder 3">
            <a:extLst>
              <a:ext uri="{FF2B5EF4-FFF2-40B4-BE49-F238E27FC236}">
                <a16:creationId xmlns:a16="http://schemas.microsoft.com/office/drawing/2014/main" id="{9CB4A33C-C8BA-FD65-A66B-15BD777965D8}"/>
              </a:ext>
            </a:extLst>
          </p:cNvPr>
          <p:cNvSpPr>
            <a:spLocks noGrp="1"/>
          </p:cNvSpPr>
          <p:nvPr>
            <p:ph type="body" sz="quarter" idx="144" hasCustomPrompt="1"/>
          </p:nvPr>
        </p:nvSpPr>
        <p:spPr>
          <a:xfrm>
            <a:off x="839787" y="269874"/>
            <a:ext cx="402336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26" name="Text Placeholder 3">
            <a:extLst>
              <a:ext uri="{FF2B5EF4-FFF2-40B4-BE49-F238E27FC236}">
                <a16:creationId xmlns:a16="http://schemas.microsoft.com/office/drawing/2014/main" id="{C80217E1-5D76-EA33-0CE3-0E005DDFAB59}"/>
              </a:ext>
            </a:extLst>
          </p:cNvPr>
          <p:cNvSpPr>
            <a:spLocks noGrp="1"/>
          </p:cNvSpPr>
          <p:nvPr>
            <p:ph type="body" sz="quarter" idx="145" hasCustomPrompt="1"/>
          </p:nvPr>
        </p:nvSpPr>
        <p:spPr>
          <a:xfrm>
            <a:off x="839787" y="1162440"/>
            <a:ext cx="402336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4155383062"/>
      </p:ext>
    </p:extLst>
  </p:cSld>
  <p:clrMapOvr>
    <a:masterClrMapping/>
  </p:clrMapOvr>
  <p:hf sldNum="0" hdr="0" ftr="0" dt="0"/>
  <p:extLst>
    <p:ext uri="{DCECCB84-F9BA-43D5-87BE-67443E8EF086}">
      <p15:sldGuideLst xmlns:p15="http://schemas.microsoft.com/office/powerpoint/2012/main">
        <p15:guide id="3" pos="3385">
          <p15:clr>
            <a:srgbClr val="FBAE40"/>
          </p15:clr>
        </p15:guide>
        <p15:guide id="7" pos="316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10512788"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10512788"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3">
            <a:extLst>
              <a:ext uri="{FF2B5EF4-FFF2-40B4-BE49-F238E27FC236}">
                <a16:creationId xmlns:a16="http://schemas.microsoft.com/office/drawing/2014/main" id="{14A9868D-3695-96B5-3EFE-DD1AEA3A7BDE}"/>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3" name="Text Placeholder 3">
            <a:extLst>
              <a:ext uri="{FF2B5EF4-FFF2-40B4-BE49-F238E27FC236}">
                <a16:creationId xmlns:a16="http://schemas.microsoft.com/office/drawing/2014/main" id="{D57088DD-238A-AA44-097E-22BABB028172}"/>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181020845"/>
      </p:ext>
    </p:extLst>
  </p:cSld>
  <p:clrMapOvr>
    <a:masterClrMapping/>
  </p:clrMapOvr>
  <p:hf sldNum="0" hdr="0" ft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x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508406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5084064" cy="166199"/>
          </a:xfrm>
          <a:prstGeom prst="rect">
            <a:avLst/>
          </a:prstGeom>
        </p:spPr>
        <p:txBody>
          <a:bodyPr vert="horz" wrap="square" lIns="0" tIns="0" rIns="0" bIns="0" rtlCol="0" anchor="t">
            <a:spAutoFit/>
          </a:bodyPr>
          <a:lstStyle>
            <a:lvl1pPr marL="0" indent="0">
              <a:buNone/>
              <a:defRPr lang="en-US" b="1" cap="none" baseline="0" dirty="0"/>
            </a:lvl1pPr>
          </a:lstStyle>
          <a:p>
            <a:pPr marL="180000" lvl="0" indent="-180000"/>
            <a:r>
              <a:rPr lang="en-US"/>
              <a:t>CLICK TO ADD TEXT</a:t>
            </a:r>
          </a:p>
        </p:txBody>
      </p:sp>
      <p:sp>
        <p:nvSpPr>
          <p:cNvPr id="2" name="Content Placeholder 7">
            <a:extLst>
              <a:ext uri="{FF2B5EF4-FFF2-40B4-BE49-F238E27FC236}">
                <a16:creationId xmlns:a16="http://schemas.microsoft.com/office/drawing/2014/main" id="{3EC09E56-4D2B-8A95-DA45-54D0C556C7CA}"/>
              </a:ext>
            </a:extLst>
          </p:cNvPr>
          <p:cNvSpPr>
            <a:spLocks noGrp="1"/>
          </p:cNvSpPr>
          <p:nvPr>
            <p:ph sz="quarter" idx="55"/>
          </p:nvPr>
        </p:nvSpPr>
        <p:spPr>
          <a:xfrm>
            <a:off x="6268511" y="1850682"/>
            <a:ext cx="508406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6">
            <a:extLst>
              <a:ext uri="{FF2B5EF4-FFF2-40B4-BE49-F238E27FC236}">
                <a16:creationId xmlns:a16="http://schemas.microsoft.com/office/drawing/2014/main" id="{9C0F1A59-7BAC-D807-FED0-DB446FCCD679}"/>
              </a:ext>
            </a:extLst>
          </p:cNvPr>
          <p:cNvSpPr>
            <a:spLocks noGrp="1"/>
          </p:cNvSpPr>
          <p:nvPr>
            <p:ph type="body" sz="quarter" idx="56" hasCustomPrompt="1"/>
          </p:nvPr>
        </p:nvSpPr>
        <p:spPr>
          <a:xfrm>
            <a:off x="6268511" y="1608869"/>
            <a:ext cx="5084064" cy="166199"/>
          </a:xfrm>
          <a:prstGeom prst="rect">
            <a:avLst/>
          </a:prstGeom>
        </p:spPr>
        <p:txBody>
          <a:bodyPr vert="horz" wrap="square" lIns="0" tIns="0" rIns="0" bIns="0" rtlCol="0" anchor="t">
            <a:spAutoFit/>
          </a:bodyPr>
          <a:lstStyle>
            <a:lvl1pPr marL="0" indent="0">
              <a:buNone/>
              <a:defRPr lang="en-US" b="1" cap="none" baseline="0" dirty="0"/>
            </a:lvl1pPr>
          </a:lstStyle>
          <a:p>
            <a:pPr marL="180000" lvl="0" indent="-180000"/>
            <a:r>
              <a:rPr lang="en-US"/>
              <a:t>CLICK TO ADD TEXT</a:t>
            </a:r>
          </a:p>
        </p:txBody>
      </p:sp>
      <p:sp>
        <p:nvSpPr>
          <p:cNvPr id="5" name="Text Placeholder 3">
            <a:extLst>
              <a:ext uri="{FF2B5EF4-FFF2-40B4-BE49-F238E27FC236}">
                <a16:creationId xmlns:a16="http://schemas.microsoft.com/office/drawing/2014/main" id="{8E4D84EF-1EE2-B970-D832-CF89060DA369}"/>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D6D2ED67-89F0-A49A-680C-4311376EC02F}"/>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1223364093"/>
      </p:ext>
    </p:extLst>
  </p:cSld>
  <p:clrMapOvr>
    <a:masterClrMapping/>
  </p:clrMapOvr>
  <p:hf sldNum="0" hdr="0" ft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x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Content Placeholder 7">
            <a:extLst>
              <a:ext uri="{FF2B5EF4-FFF2-40B4-BE49-F238E27FC236}">
                <a16:creationId xmlns:a16="http://schemas.microsoft.com/office/drawing/2014/main" id="{3EC09E56-4D2B-8A95-DA45-54D0C556C7CA}"/>
              </a:ext>
            </a:extLst>
          </p:cNvPr>
          <p:cNvSpPr>
            <a:spLocks noGrp="1"/>
          </p:cNvSpPr>
          <p:nvPr>
            <p:ph sz="quarter" idx="55"/>
          </p:nvPr>
        </p:nvSpPr>
        <p:spPr>
          <a:xfrm>
            <a:off x="8069514"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6">
            <a:extLst>
              <a:ext uri="{FF2B5EF4-FFF2-40B4-BE49-F238E27FC236}">
                <a16:creationId xmlns:a16="http://schemas.microsoft.com/office/drawing/2014/main" id="{9C0F1A59-7BAC-D807-FED0-DB446FCCD679}"/>
              </a:ext>
            </a:extLst>
          </p:cNvPr>
          <p:cNvSpPr>
            <a:spLocks noGrp="1"/>
          </p:cNvSpPr>
          <p:nvPr>
            <p:ph type="body" sz="quarter" idx="56" hasCustomPrompt="1"/>
          </p:nvPr>
        </p:nvSpPr>
        <p:spPr>
          <a:xfrm>
            <a:off x="8069514"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5" name="Content Placeholder 7">
            <a:extLst>
              <a:ext uri="{FF2B5EF4-FFF2-40B4-BE49-F238E27FC236}">
                <a16:creationId xmlns:a16="http://schemas.microsoft.com/office/drawing/2014/main" id="{138FB5D8-4FA7-2ECA-1A2F-DED440E93FB1}"/>
              </a:ext>
            </a:extLst>
          </p:cNvPr>
          <p:cNvSpPr>
            <a:spLocks noGrp="1"/>
          </p:cNvSpPr>
          <p:nvPr>
            <p:ph sz="quarter" idx="57"/>
          </p:nvPr>
        </p:nvSpPr>
        <p:spPr>
          <a:xfrm>
            <a:off x="4454833"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1E068C41-D06A-7FB4-D9C9-D95DAEEE7ED8}"/>
              </a:ext>
            </a:extLst>
          </p:cNvPr>
          <p:cNvSpPr>
            <a:spLocks noGrp="1"/>
          </p:cNvSpPr>
          <p:nvPr>
            <p:ph type="body" sz="quarter" idx="58" hasCustomPrompt="1"/>
          </p:nvPr>
        </p:nvSpPr>
        <p:spPr>
          <a:xfrm>
            <a:off x="4454833"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9" name="Text Placeholder 3">
            <a:extLst>
              <a:ext uri="{FF2B5EF4-FFF2-40B4-BE49-F238E27FC236}">
                <a16:creationId xmlns:a16="http://schemas.microsoft.com/office/drawing/2014/main" id="{2D5D252C-3F45-21DF-4B8D-32AE8196D0E4}"/>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1" name="Text Placeholder 3">
            <a:extLst>
              <a:ext uri="{FF2B5EF4-FFF2-40B4-BE49-F238E27FC236}">
                <a16:creationId xmlns:a16="http://schemas.microsoft.com/office/drawing/2014/main" id="{0F971941-FE4E-84B4-550E-7716BF3A5FED}"/>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913679161"/>
      </p:ext>
    </p:extLst>
  </p:cSld>
  <p:clrMapOvr>
    <a:masterClrMapping/>
  </p:clrMapOvr>
  <p:hf sldNum="0" hdr="0" ftr="0" dt="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x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3552373"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3552373"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2" name="Content Placeholder 7">
            <a:extLst>
              <a:ext uri="{FF2B5EF4-FFF2-40B4-BE49-F238E27FC236}">
                <a16:creationId xmlns:a16="http://schemas.microsoft.com/office/drawing/2014/main" id="{B6586D22-268F-2ED1-EE8D-B805CAEC749A}"/>
              </a:ext>
            </a:extLst>
          </p:cNvPr>
          <p:cNvSpPr>
            <a:spLocks noGrp="1"/>
          </p:cNvSpPr>
          <p:nvPr>
            <p:ph sz="quarter" idx="57"/>
          </p:nvPr>
        </p:nvSpPr>
        <p:spPr>
          <a:xfrm>
            <a:off x="6264960"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F9903C0D-8629-1E86-0A3E-7F822E0D5B88}"/>
              </a:ext>
            </a:extLst>
          </p:cNvPr>
          <p:cNvSpPr>
            <a:spLocks noGrp="1"/>
          </p:cNvSpPr>
          <p:nvPr>
            <p:ph type="body" sz="quarter" idx="58" hasCustomPrompt="1"/>
          </p:nvPr>
        </p:nvSpPr>
        <p:spPr>
          <a:xfrm>
            <a:off x="6264960"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5" name="Content Placeholder 7">
            <a:extLst>
              <a:ext uri="{FF2B5EF4-FFF2-40B4-BE49-F238E27FC236}">
                <a16:creationId xmlns:a16="http://schemas.microsoft.com/office/drawing/2014/main" id="{282E2AAC-64C5-4696-75DA-66206FC4DDEB}"/>
              </a:ext>
            </a:extLst>
          </p:cNvPr>
          <p:cNvSpPr>
            <a:spLocks noGrp="1"/>
          </p:cNvSpPr>
          <p:nvPr>
            <p:ph sz="quarter" idx="59"/>
          </p:nvPr>
        </p:nvSpPr>
        <p:spPr>
          <a:xfrm>
            <a:off x="8977546"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220EB49A-A353-97BC-A71A-1B6330027D48}"/>
              </a:ext>
            </a:extLst>
          </p:cNvPr>
          <p:cNvSpPr>
            <a:spLocks noGrp="1"/>
          </p:cNvSpPr>
          <p:nvPr>
            <p:ph type="body" sz="quarter" idx="60" hasCustomPrompt="1"/>
          </p:nvPr>
        </p:nvSpPr>
        <p:spPr>
          <a:xfrm>
            <a:off x="8977546"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3">
            <a:extLst>
              <a:ext uri="{FF2B5EF4-FFF2-40B4-BE49-F238E27FC236}">
                <a16:creationId xmlns:a16="http://schemas.microsoft.com/office/drawing/2014/main" id="{E2876E20-FB6B-C4C3-E79D-0523C011C58E}"/>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5" name="Text Placeholder 3">
            <a:extLst>
              <a:ext uri="{FF2B5EF4-FFF2-40B4-BE49-F238E27FC236}">
                <a16:creationId xmlns:a16="http://schemas.microsoft.com/office/drawing/2014/main" id="{F7CE2D98-FDDC-FD00-5E69-F2A04C479FFE}"/>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719772291"/>
      </p:ext>
    </p:extLst>
  </p:cSld>
  <p:clrMapOvr>
    <a:masterClrMapping/>
  </p:clrMapOvr>
  <p:hf sldNum="0" hdr="0" ftr="0" dt="0"/>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x content w/ gradient line">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2973311"/>
            <a:ext cx="5084064"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2487054"/>
            <a:ext cx="5084064"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6268146" y="2973311"/>
            <a:ext cx="5084064"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6268146" y="2487054"/>
            <a:ext cx="5084064"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6">
            <a:extLst>
              <a:ext uri="{FF2B5EF4-FFF2-40B4-BE49-F238E27FC236}">
                <a16:creationId xmlns:a16="http://schemas.microsoft.com/office/drawing/2014/main" id="{56BC8D48-83CC-5154-F76E-89AEC7BB65E9}"/>
              </a:ext>
            </a:extLst>
          </p:cNvPr>
          <p:cNvSpPr>
            <a:spLocks noGrp="1"/>
          </p:cNvSpPr>
          <p:nvPr>
            <p:ph type="body" sz="quarter" idx="61" hasCustomPrompt="1"/>
          </p:nvPr>
        </p:nvSpPr>
        <p:spPr>
          <a:xfrm>
            <a:off x="839786" y="2344787"/>
            <a:ext cx="5084064"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3" name="Text Placeholder 6">
            <a:extLst>
              <a:ext uri="{FF2B5EF4-FFF2-40B4-BE49-F238E27FC236}">
                <a16:creationId xmlns:a16="http://schemas.microsoft.com/office/drawing/2014/main" id="{1740A58C-5125-913C-F340-C42F047A134A}"/>
              </a:ext>
            </a:extLst>
          </p:cNvPr>
          <p:cNvSpPr>
            <a:spLocks noGrp="1"/>
          </p:cNvSpPr>
          <p:nvPr>
            <p:ph type="body" sz="quarter" idx="62" hasCustomPrompt="1"/>
          </p:nvPr>
        </p:nvSpPr>
        <p:spPr>
          <a:xfrm>
            <a:off x="6268146" y="2344787"/>
            <a:ext cx="5084064"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5" name="Text Placeholder 3">
            <a:extLst>
              <a:ext uri="{FF2B5EF4-FFF2-40B4-BE49-F238E27FC236}">
                <a16:creationId xmlns:a16="http://schemas.microsoft.com/office/drawing/2014/main" id="{EDA8097A-C484-CB1A-5979-F173FF97D31A}"/>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DED1455E-CABA-437F-570A-D4F53B1AD9B2}"/>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35678549"/>
      </p:ext>
    </p:extLst>
  </p:cSld>
  <p:clrMapOvr>
    <a:masterClrMapping/>
  </p:clrMapOvr>
  <p:hf sldNum="0" hdr="0" ft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x content w/ gradient line">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2973311"/>
            <a:ext cx="3282696"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4454650" y="2973311"/>
            <a:ext cx="3282696"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4454650"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2" name="Content Placeholder 7">
            <a:extLst>
              <a:ext uri="{FF2B5EF4-FFF2-40B4-BE49-F238E27FC236}">
                <a16:creationId xmlns:a16="http://schemas.microsoft.com/office/drawing/2014/main" id="{B6586D22-268F-2ED1-EE8D-B805CAEC749A}"/>
              </a:ext>
            </a:extLst>
          </p:cNvPr>
          <p:cNvSpPr>
            <a:spLocks noGrp="1"/>
          </p:cNvSpPr>
          <p:nvPr>
            <p:ph sz="quarter" idx="57"/>
          </p:nvPr>
        </p:nvSpPr>
        <p:spPr>
          <a:xfrm>
            <a:off x="8069514" y="2973311"/>
            <a:ext cx="3282696"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F9903C0D-8629-1E86-0A3E-7F822E0D5B88}"/>
              </a:ext>
            </a:extLst>
          </p:cNvPr>
          <p:cNvSpPr>
            <a:spLocks noGrp="1"/>
          </p:cNvSpPr>
          <p:nvPr>
            <p:ph type="body" sz="quarter" idx="58" hasCustomPrompt="1"/>
          </p:nvPr>
        </p:nvSpPr>
        <p:spPr>
          <a:xfrm>
            <a:off x="8069514"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6">
            <a:extLst>
              <a:ext uri="{FF2B5EF4-FFF2-40B4-BE49-F238E27FC236}">
                <a16:creationId xmlns:a16="http://schemas.microsoft.com/office/drawing/2014/main" id="{56BC8D48-83CC-5154-F76E-89AEC7BB65E9}"/>
              </a:ext>
            </a:extLst>
          </p:cNvPr>
          <p:cNvSpPr>
            <a:spLocks noGrp="1"/>
          </p:cNvSpPr>
          <p:nvPr>
            <p:ph type="body" sz="quarter" idx="61" hasCustomPrompt="1"/>
          </p:nvPr>
        </p:nvSpPr>
        <p:spPr>
          <a:xfrm>
            <a:off x="839786" y="2344787"/>
            <a:ext cx="3282696"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3" name="Text Placeholder 6">
            <a:extLst>
              <a:ext uri="{FF2B5EF4-FFF2-40B4-BE49-F238E27FC236}">
                <a16:creationId xmlns:a16="http://schemas.microsoft.com/office/drawing/2014/main" id="{1740A58C-5125-913C-F340-C42F047A134A}"/>
              </a:ext>
            </a:extLst>
          </p:cNvPr>
          <p:cNvSpPr>
            <a:spLocks noGrp="1"/>
          </p:cNvSpPr>
          <p:nvPr>
            <p:ph type="body" sz="quarter" idx="62" hasCustomPrompt="1"/>
          </p:nvPr>
        </p:nvSpPr>
        <p:spPr>
          <a:xfrm>
            <a:off x="4454650" y="2344787"/>
            <a:ext cx="3282696"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5" name="Text Placeholder 6">
            <a:extLst>
              <a:ext uri="{FF2B5EF4-FFF2-40B4-BE49-F238E27FC236}">
                <a16:creationId xmlns:a16="http://schemas.microsoft.com/office/drawing/2014/main" id="{5A4D55F4-9618-B195-8EF9-6B04617C190A}"/>
              </a:ext>
            </a:extLst>
          </p:cNvPr>
          <p:cNvSpPr>
            <a:spLocks noGrp="1"/>
          </p:cNvSpPr>
          <p:nvPr>
            <p:ph type="body" sz="quarter" idx="63" hasCustomPrompt="1"/>
          </p:nvPr>
        </p:nvSpPr>
        <p:spPr>
          <a:xfrm>
            <a:off x="8069514" y="2344787"/>
            <a:ext cx="3282696" cy="18288"/>
          </a:xfrm>
          <a:prstGeom prst="rect">
            <a:avLst/>
          </a:prstGeom>
          <a:gradFill flip="none" rotWithShape="1">
            <a:gsLst>
              <a:gs pos="0">
                <a:srgbClr val="E5BFC2"/>
              </a:gs>
              <a:gs pos="35000">
                <a:srgbClr val="EA5362"/>
              </a:gs>
              <a:gs pos="70000">
                <a:srgbClr val="A83167"/>
              </a:gs>
              <a:gs pos="100000">
                <a:srgbClr val="451C8D"/>
              </a:gs>
            </a:gsLst>
            <a:lin ang="0" scaled="1"/>
            <a:tileRect/>
          </a:gradFill>
        </p:spPr>
        <p:txBody>
          <a:bodyPr wrap="square" tIns="0" anchor="b">
            <a:spAutoFit/>
          </a:bodyPr>
          <a:lstStyle>
            <a:lvl1pPr marL="0" indent="0">
              <a:buNone/>
              <a:defRPr sz="1200" b="1" cap="none" baseline="0"/>
            </a:lvl1pPr>
          </a:lstStyle>
          <a:p>
            <a:pPr lvl="0"/>
            <a:r>
              <a:rPr lang="en-US"/>
              <a:t> </a:t>
            </a:r>
          </a:p>
        </p:txBody>
      </p:sp>
      <p:sp>
        <p:nvSpPr>
          <p:cNvPr id="15" name="Text Placeholder 3">
            <a:extLst>
              <a:ext uri="{FF2B5EF4-FFF2-40B4-BE49-F238E27FC236}">
                <a16:creationId xmlns:a16="http://schemas.microsoft.com/office/drawing/2014/main" id="{960DA77C-3EAD-B77D-31A2-356AB0462434}"/>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6" name="Text Placeholder 3">
            <a:extLst>
              <a:ext uri="{FF2B5EF4-FFF2-40B4-BE49-F238E27FC236}">
                <a16:creationId xmlns:a16="http://schemas.microsoft.com/office/drawing/2014/main" id="{F8A9CA2C-F497-ADAE-26D5-F0C1D5D5F6ED}"/>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052923776"/>
      </p:ext>
    </p:extLst>
  </p:cSld>
  <p:clrMapOvr>
    <a:masterClrMapping/>
  </p:clrMapOvr>
  <p:hf sldNum="0" hdr="0" ft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x content w/ gradient line">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2973311"/>
            <a:ext cx="237744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3551447" y="2973311"/>
            <a:ext cx="237744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3551447"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2" name="Content Placeholder 7">
            <a:extLst>
              <a:ext uri="{FF2B5EF4-FFF2-40B4-BE49-F238E27FC236}">
                <a16:creationId xmlns:a16="http://schemas.microsoft.com/office/drawing/2014/main" id="{B6586D22-268F-2ED1-EE8D-B805CAEC749A}"/>
              </a:ext>
            </a:extLst>
          </p:cNvPr>
          <p:cNvSpPr>
            <a:spLocks noGrp="1"/>
          </p:cNvSpPr>
          <p:nvPr>
            <p:ph sz="quarter" idx="57"/>
          </p:nvPr>
        </p:nvSpPr>
        <p:spPr>
          <a:xfrm>
            <a:off x="6263108" y="2973311"/>
            <a:ext cx="237744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F9903C0D-8629-1E86-0A3E-7F822E0D5B88}"/>
              </a:ext>
            </a:extLst>
          </p:cNvPr>
          <p:cNvSpPr>
            <a:spLocks noGrp="1"/>
          </p:cNvSpPr>
          <p:nvPr>
            <p:ph type="body" sz="quarter" idx="58" hasCustomPrompt="1"/>
          </p:nvPr>
        </p:nvSpPr>
        <p:spPr>
          <a:xfrm>
            <a:off x="6263108"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5" name="Content Placeholder 7">
            <a:extLst>
              <a:ext uri="{FF2B5EF4-FFF2-40B4-BE49-F238E27FC236}">
                <a16:creationId xmlns:a16="http://schemas.microsoft.com/office/drawing/2014/main" id="{282E2AAC-64C5-4696-75DA-66206FC4DDEB}"/>
              </a:ext>
            </a:extLst>
          </p:cNvPr>
          <p:cNvSpPr>
            <a:spLocks noGrp="1"/>
          </p:cNvSpPr>
          <p:nvPr>
            <p:ph sz="quarter" idx="59"/>
          </p:nvPr>
        </p:nvSpPr>
        <p:spPr>
          <a:xfrm>
            <a:off x="8974770" y="2973311"/>
            <a:ext cx="237744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220EB49A-A353-97BC-A71A-1B6330027D48}"/>
              </a:ext>
            </a:extLst>
          </p:cNvPr>
          <p:cNvSpPr>
            <a:spLocks noGrp="1"/>
          </p:cNvSpPr>
          <p:nvPr>
            <p:ph type="body" sz="quarter" idx="60" hasCustomPrompt="1"/>
          </p:nvPr>
        </p:nvSpPr>
        <p:spPr>
          <a:xfrm>
            <a:off x="8974770"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6">
            <a:extLst>
              <a:ext uri="{FF2B5EF4-FFF2-40B4-BE49-F238E27FC236}">
                <a16:creationId xmlns:a16="http://schemas.microsoft.com/office/drawing/2014/main" id="{56BC8D48-83CC-5154-F76E-89AEC7BB65E9}"/>
              </a:ext>
            </a:extLst>
          </p:cNvPr>
          <p:cNvSpPr>
            <a:spLocks noGrp="1"/>
          </p:cNvSpPr>
          <p:nvPr>
            <p:ph type="body" sz="quarter" idx="61" hasCustomPrompt="1"/>
          </p:nvPr>
        </p:nvSpPr>
        <p:spPr>
          <a:xfrm>
            <a:off x="839786" y="2344787"/>
            <a:ext cx="237744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3" name="Text Placeholder 6">
            <a:extLst>
              <a:ext uri="{FF2B5EF4-FFF2-40B4-BE49-F238E27FC236}">
                <a16:creationId xmlns:a16="http://schemas.microsoft.com/office/drawing/2014/main" id="{1740A58C-5125-913C-F340-C42F047A134A}"/>
              </a:ext>
            </a:extLst>
          </p:cNvPr>
          <p:cNvSpPr>
            <a:spLocks noGrp="1"/>
          </p:cNvSpPr>
          <p:nvPr>
            <p:ph type="body" sz="quarter" idx="62" hasCustomPrompt="1"/>
          </p:nvPr>
        </p:nvSpPr>
        <p:spPr>
          <a:xfrm>
            <a:off x="3551447" y="2344787"/>
            <a:ext cx="237744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5" name="Text Placeholder 6">
            <a:extLst>
              <a:ext uri="{FF2B5EF4-FFF2-40B4-BE49-F238E27FC236}">
                <a16:creationId xmlns:a16="http://schemas.microsoft.com/office/drawing/2014/main" id="{5A4D55F4-9618-B195-8EF9-6B04617C190A}"/>
              </a:ext>
            </a:extLst>
          </p:cNvPr>
          <p:cNvSpPr>
            <a:spLocks noGrp="1"/>
          </p:cNvSpPr>
          <p:nvPr>
            <p:ph type="body" sz="quarter" idx="63" hasCustomPrompt="1"/>
          </p:nvPr>
        </p:nvSpPr>
        <p:spPr>
          <a:xfrm>
            <a:off x="6263108" y="2344787"/>
            <a:ext cx="2377440" cy="18288"/>
          </a:xfrm>
          <a:prstGeom prst="rect">
            <a:avLst/>
          </a:prstGeom>
          <a:gradFill flip="none" rotWithShape="1">
            <a:gsLst>
              <a:gs pos="0">
                <a:srgbClr val="E5BFC2"/>
              </a:gs>
              <a:gs pos="35000">
                <a:srgbClr val="EA5362"/>
              </a:gs>
              <a:gs pos="70000">
                <a:srgbClr val="A83167"/>
              </a:gs>
              <a:gs pos="100000">
                <a:srgbClr val="451C8D"/>
              </a:gs>
            </a:gsLst>
            <a:lin ang="0" scaled="1"/>
            <a:tileRect/>
          </a:gradFill>
        </p:spPr>
        <p:txBody>
          <a:bodyPr wrap="square" tIns="0" anchor="b">
            <a:spAutoFit/>
          </a:bodyPr>
          <a:lstStyle>
            <a:lvl1pPr marL="0" indent="0">
              <a:buNone/>
              <a:defRPr sz="1200" b="1" cap="none" baseline="0"/>
            </a:lvl1pPr>
          </a:lstStyle>
          <a:p>
            <a:pPr lvl="0"/>
            <a:r>
              <a:rPr lang="en-US"/>
              <a:t> </a:t>
            </a:r>
          </a:p>
        </p:txBody>
      </p:sp>
      <p:sp>
        <p:nvSpPr>
          <p:cNvPr id="7" name="Text Placeholder 6">
            <a:extLst>
              <a:ext uri="{FF2B5EF4-FFF2-40B4-BE49-F238E27FC236}">
                <a16:creationId xmlns:a16="http://schemas.microsoft.com/office/drawing/2014/main" id="{37AFDAE1-9FAB-5E8B-CFD3-D078964E02B3}"/>
              </a:ext>
            </a:extLst>
          </p:cNvPr>
          <p:cNvSpPr>
            <a:spLocks noGrp="1"/>
          </p:cNvSpPr>
          <p:nvPr>
            <p:ph type="body" sz="quarter" idx="64" hasCustomPrompt="1"/>
          </p:nvPr>
        </p:nvSpPr>
        <p:spPr>
          <a:xfrm>
            <a:off x="8974770" y="2344787"/>
            <a:ext cx="237744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18" name="Text Placeholder 3">
            <a:extLst>
              <a:ext uri="{FF2B5EF4-FFF2-40B4-BE49-F238E27FC236}">
                <a16:creationId xmlns:a16="http://schemas.microsoft.com/office/drawing/2014/main" id="{B226B7B0-FD05-E882-FCAE-36319D6FE202}"/>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9" name="Text Placeholder 3">
            <a:extLst>
              <a:ext uri="{FF2B5EF4-FFF2-40B4-BE49-F238E27FC236}">
                <a16:creationId xmlns:a16="http://schemas.microsoft.com/office/drawing/2014/main" id="{B2DEC358-6CDB-7962-E078-8593066EB372}"/>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3490027834"/>
      </p:ext>
    </p:extLst>
  </p:cSld>
  <p:clrMapOvr>
    <a:masterClrMapping/>
  </p:clrMapOvr>
  <p:hf sldNum="0" hdr="0" ft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 x content w/ gradient line">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2976402"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2976402"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2" name="Content Placeholder 7">
            <a:extLst>
              <a:ext uri="{FF2B5EF4-FFF2-40B4-BE49-F238E27FC236}">
                <a16:creationId xmlns:a16="http://schemas.microsoft.com/office/drawing/2014/main" id="{B6586D22-268F-2ED1-EE8D-B805CAEC749A}"/>
              </a:ext>
            </a:extLst>
          </p:cNvPr>
          <p:cNvSpPr>
            <a:spLocks noGrp="1"/>
          </p:cNvSpPr>
          <p:nvPr>
            <p:ph sz="quarter" idx="57"/>
          </p:nvPr>
        </p:nvSpPr>
        <p:spPr>
          <a:xfrm>
            <a:off x="5113018"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F9903C0D-8629-1E86-0A3E-7F822E0D5B88}"/>
              </a:ext>
            </a:extLst>
          </p:cNvPr>
          <p:cNvSpPr>
            <a:spLocks noGrp="1"/>
          </p:cNvSpPr>
          <p:nvPr>
            <p:ph type="body" sz="quarter" idx="58" hasCustomPrompt="1"/>
          </p:nvPr>
        </p:nvSpPr>
        <p:spPr>
          <a:xfrm>
            <a:off x="5113018"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5" name="Content Placeholder 7">
            <a:extLst>
              <a:ext uri="{FF2B5EF4-FFF2-40B4-BE49-F238E27FC236}">
                <a16:creationId xmlns:a16="http://schemas.microsoft.com/office/drawing/2014/main" id="{282E2AAC-64C5-4696-75DA-66206FC4DDEB}"/>
              </a:ext>
            </a:extLst>
          </p:cNvPr>
          <p:cNvSpPr>
            <a:spLocks noGrp="1"/>
          </p:cNvSpPr>
          <p:nvPr>
            <p:ph sz="quarter" idx="59"/>
          </p:nvPr>
        </p:nvSpPr>
        <p:spPr>
          <a:xfrm>
            <a:off x="7249634"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220EB49A-A353-97BC-A71A-1B6330027D48}"/>
              </a:ext>
            </a:extLst>
          </p:cNvPr>
          <p:cNvSpPr>
            <a:spLocks noGrp="1"/>
          </p:cNvSpPr>
          <p:nvPr>
            <p:ph type="body" sz="quarter" idx="60" hasCustomPrompt="1"/>
          </p:nvPr>
        </p:nvSpPr>
        <p:spPr>
          <a:xfrm>
            <a:off x="7249634"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6">
            <a:extLst>
              <a:ext uri="{FF2B5EF4-FFF2-40B4-BE49-F238E27FC236}">
                <a16:creationId xmlns:a16="http://schemas.microsoft.com/office/drawing/2014/main" id="{56BC8D48-83CC-5154-F76E-89AEC7BB65E9}"/>
              </a:ext>
            </a:extLst>
          </p:cNvPr>
          <p:cNvSpPr>
            <a:spLocks noGrp="1"/>
          </p:cNvSpPr>
          <p:nvPr>
            <p:ph type="body" sz="quarter" idx="61" hasCustomPrompt="1"/>
          </p:nvPr>
        </p:nvSpPr>
        <p:spPr>
          <a:xfrm>
            <a:off x="839786" y="2344787"/>
            <a:ext cx="196596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3" name="Text Placeholder 6">
            <a:extLst>
              <a:ext uri="{FF2B5EF4-FFF2-40B4-BE49-F238E27FC236}">
                <a16:creationId xmlns:a16="http://schemas.microsoft.com/office/drawing/2014/main" id="{1740A58C-5125-913C-F340-C42F047A134A}"/>
              </a:ext>
            </a:extLst>
          </p:cNvPr>
          <p:cNvSpPr>
            <a:spLocks noGrp="1"/>
          </p:cNvSpPr>
          <p:nvPr>
            <p:ph type="body" sz="quarter" idx="62" hasCustomPrompt="1"/>
          </p:nvPr>
        </p:nvSpPr>
        <p:spPr>
          <a:xfrm>
            <a:off x="2976402" y="2344787"/>
            <a:ext cx="196596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5" name="Text Placeholder 6">
            <a:extLst>
              <a:ext uri="{FF2B5EF4-FFF2-40B4-BE49-F238E27FC236}">
                <a16:creationId xmlns:a16="http://schemas.microsoft.com/office/drawing/2014/main" id="{5A4D55F4-9618-B195-8EF9-6B04617C190A}"/>
              </a:ext>
            </a:extLst>
          </p:cNvPr>
          <p:cNvSpPr>
            <a:spLocks noGrp="1"/>
          </p:cNvSpPr>
          <p:nvPr>
            <p:ph type="body" sz="quarter" idx="63" hasCustomPrompt="1"/>
          </p:nvPr>
        </p:nvSpPr>
        <p:spPr>
          <a:xfrm>
            <a:off x="5113018" y="2344787"/>
            <a:ext cx="1965960" cy="18288"/>
          </a:xfrm>
          <a:prstGeom prst="rect">
            <a:avLst/>
          </a:prstGeom>
          <a:gradFill flip="none" rotWithShape="1">
            <a:gsLst>
              <a:gs pos="0">
                <a:srgbClr val="E5BFC2"/>
              </a:gs>
              <a:gs pos="35000">
                <a:srgbClr val="EA5362"/>
              </a:gs>
              <a:gs pos="70000">
                <a:srgbClr val="A83167"/>
              </a:gs>
              <a:gs pos="100000">
                <a:srgbClr val="451C8D"/>
              </a:gs>
            </a:gsLst>
            <a:lin ang="0" scaled="1"/>
            <a:tileRect/>
          </a:gradFill>
        </p:spPr>
        <p:txBody>
          <a:bodyPr wrap="square" tIns="0" anchor="b">
            <a:spAutoFit/>
          </a:bodyPr>
          <a:lstStyle>
            <a:lvl1pPr marL="0" indent="0">
              <a:buNone/>
              <a:defRPr sz="1200" b="1" cap="none" baseline="0"/>
            </a:lvl1pPr>
          </a:lstStyle>
          <a:p>
            <a:pPr lvl="0"/>
            <a:r>
              <a:rPr lang="en-US"/>
              <a:t> </a:t>
            </a:r>
          </a:p>
        </p:txBody>
      </p:sp>
      <p:sp>
        <p:nvSpPr>
          <p:cNvPr id="7" name="Text Placeholder 6">
            <a:extLst>
              <a:ext uri="{FF2B5EF4-FFF2-40B4-BE49-F238E27FC236}">
                <a16:creationId xmlns:a16="http://schemas.microsoft.com/office/drawing/2014/main" id="{37AFDAE1-9FAB-5E8B-CFD3-D078964E02B3}"/>
              </a:ext>
            </a:extLst>
          </p:cNvPr>
          <p:cNvSpPr>
            <a:spLocks noGrp="1"/>
          </p:cNvSpPr>
          <p:nvPr>
            <p:ph type="body" sz="quarter" idx="64" hasCustomPrompt="1"/>
          </p:nvPr>
        </p:nvSpPr>
        <p:spPr>
          <a:xfrm>
            <a:off x="7249634" y="2344787"/>
            <a:ext cx="196596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9" name="Content Placeholder 7">
            <a:extLst>
              <a:ext uri="{FF2B5EF4-FFF2-40B4-BE49-F238E27FC236}">
                <a16:creationId xmlns:a16="http://schemas.microsoft.com/office/drawing/2014/main" id="{0E078ED8-0F3C-0A54-C202-671AD512F1FD}"/>
              </a:ext>
            </a:extLst>
          </p:cNvPr>
          <p:cNvSpPr>
            <a:spLocks noGrp="1"/>
          </p:cNvSpPr>
          <p:nvPr>
            <p:ph sz="quarter" idx="65"/>
          </p:nvPr>
        </p:nvSpPr>
        <p:spPr>
          <a:xfrm>
            <a:off x="9386250"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6">
            <a:extLst>
              <a:ext uri="{FF2B5EF4-FFF2-40B4-BE49-F238E27FC236}">
                <a16:creationId xmlns:a16="http://schemas.microsoft.com/office/drawing/2014/main" id="{F4D2EABC-6FF3-2FDB-2B43-641986FA216F}"/>
              </a:ext>
            </a:extLst>
          </p:cNvPr>
          <p:cNvSpPr>
            <a:spLocks noGrp="1"/>
          </p:cNvSpPr>
          <p:nvPr>
            <p:ph type="body" sz="quarter" idx="66" hasCustomPrompt="1"/>
          </p:nvPr>
        </p:nvSpPr>
        <p:spPr>
          <a:xfrm>
            <a:off x="9386250"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8" name="Text Placeholder 6">
            <a:extLst>
              <a:ext uri="{FF2B5EF4-FFF2-40B4-BE49-F238E27FC236}">
                <a16:creationId xmlns:a16="http://schemas.microsoft.com/office/drawing/2014/main" id="{C165AC3C-FBE0-6FA1-9147-46485BA1CEDE}"/>
              </a:ext>
            </a:extLst>
          </p:cNvPr>
          <p:cNvSpPr>
            <a:spLocks noGrp="1"/>
          </p:cNvSpPr>
          <p:nvPr>
            <p:ph type="body" sz="quarter" idx="67" hasCustomPrompt="1"/>
          </p:nvPr>
        </p:nvSpPr>
        <p:spPr>
          <a:xfrm>
            <a:off x="9386250" y="2344787"/>
            <a:ext cx="196596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21" name="Text Placeholder 3">
            <a:extLst>
              <a:ext uri="{FF2B5EF4-FFF2-40B4-BE49-F238E27FC236}">
                <a16:creationId xmlns:a16="http://schemas.microsoft.com/office/drawing/2014/main" id="{90C0EC77-0044-2B6B-1363-DC50E5C3CF40}"/>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22" name="Text Placeholder 3">
            <a:extLst>
              <a:ext uri="{FF2B5EF4-FFF2-40B4-BE49-F238E27FC236}">
                <a16:creationId xmlns:a16="http://schemas.microsoft.com/office/drawing/2014/main" id="{3DF2C75F-15BB-4D64-CC20-792B5EEE429B}"/>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3700471995"/>
      </p:ext>
    </p:extLst>
  </p:cSld>
  <p:clrMapOvr>
    <a:masterClrMapping/>
  </p:clrMapOvr>
  <p:hf sldNum="0" hdr="0" ft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10512788"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10512788"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3" name="Graphic 2">
            <a:extLst>
              <a:ext uri="{FF2B5EF4-FFF2-40B4-BE49-F238E27FC236}">
                <a16:creationId xmlns:a16="http://schemas.microsoft.com/office/drawing/2014/main" id="{5CE72A2D-1543-0DBB-6047-E9B3A298639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9" name="Text Placeholder 3">
            <a:extLst>
              <a:ext uri="{FF2B5EF4-FFF2-40B4-BE49-F238E27FC236}">
                <a16:creationId xmlns:a16="http://schemas.microsoft.com/office/drawing/2014/main" id="{C6F68ACA-0053-5A10-7A51-F71E6E0D8F20}"/>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0" name="Text Placeholder 3">
            <a:extLst>
              <a:ext uri="{FF2B5EF4-FFF2-40B4-BE49-F238E27FC236}">
                <a16:creationId xmlns:a16="http://schemas.microsoft.com/office/drawing/2014/main" id="{75DAF3E6-E254-1824-0D25-99D8014D8C9B}"/>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1" name="Slide Number Placeholder 5">
            <a:extLst>
              <a:ext uri="{FF2B5EF4-FFF2-40B4-BE49-F238E27FC236}">
                <a16:creationId xmlns:a16="http://schemas.microsoft.com/office/drawing/2014/main" id="{0D8DAAE7-D0BD-E9DE-2A28-BE6854C12952}"/>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2" name="Slide Number Placeholder 5">
            <a:extLst>
              <a:ext uri="{FF2B5EF4-FFF2-40B4-BE49-F238E27FC236}">
                <a16:creationId xmlns:a16="http://schemas.microsoft.com/office/drawing/2014/main" id="{06E0B410-C872-EB7D-9AA1-21C8FD5ADF29}"/>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3" name="Slide Number Placeholder 5">
            <a:extLst>
              <a:ext uri="{FF2B5EF4-FFF2-40B4-BE49-F238E27FC236}">
                <a16:creationId xmlns:a16="http://schemas.microsoft.com/office/drawing/2014/main" id="{DA1CB924-B29D-707D-1D66-84501387C839}"/>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288195645"/>
      </p:ext>
    </p:extLst>
  </p:cSld>
  <p:clrMapOvr>
    <a:masterClrMapping/>
  </p:clrMapOvr>
  <p:hf sldNum="0" hdr="0" ft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x content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3" name="Graphic 2">
            <a:extLst>
              <a:ext uri="{FF2B5EF4-FFF2-40B4-BE49-F238E27FC236}">
                <a16:creationId xmlns:a16="http://schemas.microsoft.com/office/drawing/2014/main" id="{5CE72A2D-1543-0DBB-6047-E9B3A298639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5" name="Content Placeholder 7">
            <a:extLst>
              <a:ext uri="{FF2B5EF4-FFF2-40B4-BE49-F238E27FC236}">
                <a16:creationId xmlns:a16="http://schemas.microsoft.com/office/drawing/2014/main" id="{3377327A-5669-76DE-029A-0336804673B7}"/>
              </a:ext>
            </a:extLst>
          </p:cNvPr>
          <p:cNvSpPr>
            <a:spLocks noGrp="1"/>
          </p:cNvSpPr>
          <p:nvPr>
            <p:ph sz="quarter" idx="22"/>
          </p:nvPr>
        </p:nvSpPr>
        <p:spPr>
          <a:xfrm>
            <a:off x="839787" y="1850682"/>
            <a:ext cx="508406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D6B96342-1DA9-A183-C602-227565FBDFBD}"/>
              </a:ext>
            </a:extLst>
          </p:cNvPr>
          <p:cNvSpPr>
            <a:spLocks noGrp="1"/>
          </p:cNvSpPr>
          <p:nvPr>
            <p:ph type="body" sz="quarter" idx="42" hasCustomPrompt="1"/>
          </p:nvPr>
        </p:nvSpPr>
        <p:spPr>
          <a:xfrm>
            <a:off x="839787" y="1608869"/>
            <a:ext cx="5084064" cy="166199"/>
          </a:xfrm>
          <a:prstGeom prst="rect">
            <a:avLst/>
          </a:prstGeom>
        </p:spPr>
        <p:txBody>
          <a:bodyPr vert="horz" wrap="square" lIns="0" tIns="0" rIns="0" bIns="0" rtlCol="0" anchor="t">
            <a:spAutoFit/>
          </a:bodyPr>
          <a:lstStyle>
            <a:lvl1pPr>
              <a:defRPr lang="en-US" b="1" cap="none" baseline="0" dirty="0"/>
            </a:lvl1pPr>
          </a:lstStyle>
          <a:p>
            <a:pPr marL="0" lvl="0" indent="0">
              <a:buNone/>
            </a:pPr>
            <a:r>
              <a:rPr lang="en-US"/>
              <a:t>CLICK TO ADD TEXT</a:t>
            </a:r>
          </a:p>
        </p:txBody>
      </p:sp>
      <p:sp>
        <p:nvSpPr>
          <p:cNvPr id="9" name="Content Placeholder 7">
            <a:extLst>
              <a:ext uri="{FF2B5EF4-FFF2-40B4-BE49-F238E27FC236}">
                <a16:creationId xmlns:a16="http://schemas.microsoft.com/office/drawing/2014/main" id="{C57CD4A1-3C8D-0802-98B3-34F3E87001F1}"/>
              </a:ext>
            </a:extLst>
          </p:cNvPr>
          <p:cNvSpPr>
            <a:spLocks noGrp="1"/>
          </p:cNvSpPr>
          <p:nvPr>
            <p:ph sz="quarter" idx="55"/>
          </p:nvPr>
        </p:nvSpPr>
        <p:spPr>
          <a:xfrm>
            <a:off x="6268511" y="1850682"/>
            <a:ext cx="508406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6">
            <a:extLst>
              <a:ext uri="{FF2B5EF4-FFF2-40B4-BE49-F238E27FC236}">
                <a16:creationId xmlns:a16="http://schemas.microsoft.com/office/drawing/2014/main" id="{B07BD374-94E6-9338-24E6-2F2622DE70BC}"/>
              </a:ext>
            </a:extLst>
          </p:cNvPr>
          <p:cNvSpPr>
            <a:spLocks noGrp="1"/>
          </p:cNvSpPr>
          <p:nvPr>
            <p:ph type="body" sz="quarter" idx="56" hasCustomPrompt="1"/>
          </p:nvPr>
        </p:nvSpPr>
        <p:spPr>
          <a:xfrm>
            <a:off x="6268511" y="1608869"/>
            <a:ext cx="5084064" cy="166199"/>
          </a:xfrm>
          <a:prstGeom prst="rect">
            <a:avLst/>
          </a:prstGeom>
        </p:spPr>
        <p:txBody>
          <a:bodyPr vert="horz" wrap="square" lIns="0" tIns="0" rIns="0" bIns="0" rtlCol="0" anchor="t">
            <a:spAutoFit/>
          </a:bodyPr>
          <a:lstStyle>
            <a:lvl1pPr>
              <a:defRPr lang="en-US" b="1" cap="none" baseline="0" dirty="0"/>
            </a:lvl1pPr>
          </a:lstStyle>
          <a:p>
            <a:pPr marL="0" lvl="0" indent="0">
              <a:buNone/>
            </a:pPr>
            <a:r>
              <a:rPr lang="en-US"/>
              <a:t>CLICK TO ADD TEXT</a:t>
            </a:r>
          </a:p>
        </p:txBody>
      </p:sp>
      <p:sp>
        <p:nvSpPr>
          <p:cNvPr id="11" name="Text Placeholder 3">
            <a:extLst>
              <a:ext uri="{FF2B5EF4-FFF2-40B4-BE49-F238E27FC236}">
                <a16:creationId xmlns:a16="http://schemas.microsoft.com/office/drawing/2014/main" id="{A40E949F-779A-E950-35EA-2E7AD5D3C3BE}"/>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2" name="Text Placeholder 3">
            <a:extLst>
              <a:ext uri="{FF2B5EF4-FFF2-40B4-BE49-F238E27FC236}">
                <a16:creationId xmlns:a16="http://schemas.microsoft.com/office/drawing/2014/main" id="{6D2D794A-1194-6852-06E5-1E6C866096FF}"/>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3" name="Slide Number Placeholder 5">
            <a:extLst>
              <a:ext uri="{FF2B5EF4-FFF2-40B4-BE49-F238E27FC236}">
                <a16:creationId xmlns:a16="http://schemas.microsoft.com/office/drawing/2014/main" id="{96321778-1FA5-6FB7-BB48-2672DEA1AF15}"/>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5" name="Slide Number Placeholder 5">
            <a:extLst>
              <a:ext uri="{FF2B5EF4-FFF2-40B4-BE49-F238E27FC236}">
                <a16:creationId xmlns:a16="http://schemas.microsoft.com/office/drawing/2014/main" id="{C8EDFF5D-60A7-E05A-EA1A-F02E4F469C3C}"/>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6" name="Slide Number Placeholder 5">
            <a:extLst>
              <a:ext uri="{FF2B5EF4-FFF2-40B4-BE49-F238E27FC236}">
                <a16:creationId xmlns:a16="http://schemas.microsoft.com/office/drawing/2014/main" id="{52FF6F7D-67D4-F7FC-9A50-1EE7264C6CC5}"/>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106375152"/>
      </p:ext>
    </p:extLst>
  </p:cSld>
  <p:clrMapOvr>
    <a:masterClrMapping/>
  </p:clrMapOvr>
  <p:hf sldNum="0" hdr="0" ft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x content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sp>
        <p:nvSpPr>
          <p:cNvPr id="4" name="Content Placeholder 7">
            <a:extLst>
              <a:ext uri="{FF2B5EF4-FFF2-40B4-BE49-F238E27FC236}">
                <a16:creationId xmlns:a16="http://schemas.microsoft.com/office/drawing/2014/main" id="{A96A1E3E-DA99-B7F2-7C60-60511C9FF781}"/>
              </a:ext>
            </a:extLst>
          </p:cNvPr>
          <p:cNvSpPr>
            <a:spLocks noGrp="1"/>
          </p:cNvSpPr>
          <p:nvPr>
            <p:ph sz="quarter" idx="22"/>
          </p:nvPr>
        </p:nvSpPr>
        <p:spPr>
          <a:xfrm>
            <a:off x="839787"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84F98CE8-E690-F3F6-116D-15B0A0BA7E7E}"/>
              </a:ext>
            </a:extLst>
          </p:cNvPr>
          <p:cNvSpPr>
            <a:spLocks noGrp="1"/>
          </p:cNvSpPr>
          <p:nvPr>
            <p:ph type="body" sz="quarter" idx="42" hasCustomPrompt="1"/>
          </p:nvPr>
        </p:nvSpPr>
        <p:spPr>
          <a:xfrm>
            <a:off x="839787"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1" name="Content Placeholder 7">
            <a:extLst>
              <a:ext uri="{FF2B5EF4-FFF2-40B4-BE49-F238E27FC236}">
                <a16:creationId xmlns:a16="http://schemas.microsoft.com/office/drawing/2014/main" id="{44BC8A89-5716-4FBA-2A10-002BAE8E017A}"/>
              </a:ext>
            </a:extLst>
          </p:cNvPr>
          <p:cNvSpPr>
            <a:spLocks noGrp="1"/>
          </p:cNvSpPr>
          <p:nvPr>
            <p:ph sz="quarter" idx="55"/>
          </p:nvPr>
        </p:nvSpPr>
        <p:spPr>
          <a:xfrm>
            <a:off x="8069514"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045A4F01-8597-05CF-D19C-0ABA45002377}"/>
              </a:ext>
            </a:extLst>
          </p:cNvPr>
          <p:cNvSpPr>
            <a:spLocks noGrp="1"/>
          </p:cNvSpPr>
          <p:nvPr>
            <p:ph type="body" sz="quarter" idx="56" hasCustomPrompt="1"/>
          </p:nvPr>
        </p:nvSpPr>
        <p:spPr>
          <a:xfrm>
            <a:off x="8069514"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3" name="Content Placeholder 7">
            <a:extLst>
              <a:ext uri="{FF2B5EF4-FFF2-40B4-BE49-F238E27FC236}">
                <a16:creationId xmlns:a16="http://schemas.microsoft.com/office/drawing/2014/main" id="{07820561-F04C-809A-B127-CE71B0D67841}"/>
              </a:ext>
            </a:extLst>
          </p:cNvPr>
          <p:cNvSpPr>
            <a:spLocks noGrp="1"/>
          </p:cNvSpPr>
          <p:nvPr>
            <p:ph sz="quarter" idx="57"/>
          </p:nvPr>
        </p:nvSpPr>
        <p:spPr>
          <a:xfrm>
            <a:off x="4454833"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6">
            <a:extLst>
              <a:ext uri="{FF2B5EF4-FFF2-40B4-BE49-F238E27FC236}">
                <a16:creationId xmlns:a16="http://schemas.microsoft.com/office/drawing/2014/main" id="{90756F32-8F67-E562-F4FF-80B174C38448}"/>
              </a:ext>
            </a:extLst>
          </p:cNvPr>
          <p:cNvSpPr>
            <a:spLocks noGrp="1"/>
          </p:cNvSpPr>
          <p:nvPr>
            <p:ph type="body" sz="quarter" idx="58" hasCustomPrompt="1"/>
          </p:nvPr>
        </p:nvSpPr>
        <p:spPr>
          <a:xfrm>
            <a:off x="4454833"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16" name="Graphic 15">
            <a:extLst>
              <a:ext uri="{FF2B5EF4-FFF2-40B4-BE49-F238E27FC236}">
                <a16:creationId xmlns:a16="http://schemas.microsoft.com/office/drawing/2014/main" id="{99CF4A3C-43CF-1C9A-ECCC-89E96BED1F7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7" name="Text Placeholder 3">
            <a:extLst>
              <a:ext uri="{FF2B5EF4-FFF2-40B4-BE49-F238E27FC236}">
                <a16:creationId xmlns:a16="http://schemas.microsoft.com/office/drawing/2014/main" id="{D2701E25-2516-CA8F-C371-AA628B6B3F74}"/>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8686EE27-2508-879E-EF54-7FC40A66A121}"/>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0" name="Slide Number Placeholder 5">
            <a:extLst>
              <a:ext uri="{FF2B5EF4-FFF2-40B4-BE49-F238E27FC236}">
                <a16:creationId xmlns:a16="http://schemas.microsoft.com/office/drawing/2014/main" id="{F5ACAC82-75E5-23D5-01A6-1A0ECFE62B8D}"/>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7" name="Slide Number Placeholder 5">
            <a:extLst>
              <a:ext uri="{FF2B5EF4-FFF2-40B4-BE49-F238E27FC236}">
                <a16:creationId xmlns:a16="http://schemas.microsoft.com/office/drawing/2014/main" id="{4C26A8BC-48D6-839F-18A5-AA5E6E606B0B}"/>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8" name="Slide Number Placeholder 5">
            <a:extLst>
              <a:ext uri="{FF2B5EF4-FFF2-40B4-BE49-F238E27FC236}">
                <a16:creationId xmlns:a16="http://schemas.microsoft.com/office/drawing/2014/main" id="{3F4CAEC0-4929-CC7F-4A06-B35EA0EBA207}"/>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4230960806"/>
      </p:ext>
    </p:extLst>
  </p:cSld>
  <p:clrMapOvr>
    <a:masterClrMapping/>
  </p:clrMapOvr>
  <p:hf sldNum="0" hdr="0" ft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 x content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sp>
        <p:nvSpPr>
          <p:cNvPr id="3" name="Content Placeholder 7">
            <a:extLst>
              <a:ext uri="{FF2B5EF4-FFF2-40B4-BE49-F238E27FC236}">
                <a16:creationId xmlns:a16="http://schemas.microsoft.com/office/drawing/2014/main" id="{67CB7B05-B76C-32BA-D756-C4A9CEEBD466}"/>
              </a:ext>
            </a:extLst>
          </p:cNvPr>
          <p:cNvSpPr>
            <a:spLocks noGrp="1"/>
          </p:cNvSpPr>
          <p:nvPr>
            <p:ph sz="quarter" idx="22"/>
          </p:nvPr>
        </p:nvSpPr>
        <p:spPr>
          <a:xfrm>
            <a:off x="839786"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7137EB39-441C-6ECB-0527-B55F03957B64}"/>
              </a:ext>
            </a:extLst>
          </p:cNvPr>
          <p:cNvSpPr>
            <a:spLocks noGrp="1"/>
          </p:cNvSpPr>
          <p:nvPr>
            <p:ph type="body" sz="quarter" idx="42" hasCustomPrompt="1"/>
          </p:nvPr>
        </p:nvSpPr>
        <p:spPr>
          <a:xfrm>
            <a:off x="839786"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7" name="Content Placeholder 7">
            <a:extLst>
              <a:ext uri="{FF2B5EF4-FFF2-40B4-BE49-F238E27FC236}">
                <a16:creationId xmlns:a16="http://schemas.microsoft.com/office/drawing/2014/main" id="{CDA29A62-4696-F171-DC39-0E1DF0198F10}"/>
              </a:ext>
            </a:extLst>
          </p:cNvPr>
          <p:cNvSpPr>
            <a:spLocks noGrp="1"/>
          </p:cNvSpPr>
          <p:nvPr>
            <p:ph sz="quarter" idx="55"/>
          </p:nvPr>
        </p:nvSpPr>
        <p:spPr>
          <a:xfrm>
            <a:off x="3552373"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6D85AA2A-33D3-314C-583E-2EABA5E75E71}"/>
              </a:ext>
            </a:extLst>
          </p:cNvPr>
          <p:cNvSpPr>
            <a:spLocks noGrp="1"/>
          </p:cNvSpPr>
          <p:nvPr>
            <p:ph type="body" sz="quarter" idx="56" hasCustomPrompt="1"/>
          </p:nvPr>
        </p:nvSpPr>
        <p:spPr>
          <a:xfrm>
            <a:off x="3552373"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BEDBB10A-C965-E212-3F5A-D36F7939BEDF}"/>
              </a:ext>
            </a:extLst>
          </p:cNvPr>
          <p:cNvSpPr>
            <a:spLocks noGrp="1"/>
          </p:cNvSpPr>
          <p:nvPr>
            <p:ph sz="quarter" idx="57"/>
          </p:nvPr>
        </p:nvSpPr>
        <p:spPr>
          <a:xfrm>
            <a:off x="6264960"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A722600C-82FC-E8BE-C4FB-0A9D3F39AFA5}"/>
              </a:ext>
            </a:extLst>
          </p:cNvPr>
          <p:cNvSpPr>
            <a:spLocks noGrp="1"/>
          </p:cNvSpPr>
          <p:nvPr>
            <p:ph type="body" sz="quarter" idx="58" hasCustomPrompt="1"/>
          </p:nvPr>
        </p:nvSpPr>
        <p:spPr>
          <a:xfrm>
            <a:off x="6264960"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7" name="Content Placeholder 7">
            <a:extLst>
              <a:ext uri="{FF2B5EF4-FFF2-40B4-BE49-F238E27FC236}">
                <a16:creationId xmlns:a16="http://schemas.microsoft.com/office/drawing/2014/main" id="{DBAB4876-D42C-0D16-9AB9-3E08128683AE}"/>
              </a:ext>
            </a:extLst>
          </p:cNvPr>
          <p:cNvSpPr>
            <a:spLocks noGrp="1"/>
          </p:cNvSpPr>
          <p:nvPr>
            <p:ph sz="quarter" idx="59"/>
          </p:nvPr>
        </p:nvSpPr>
        <p:spPr>
          <a:xfrm>
            <a:off x="8977546"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6">
            <a:extLst>
              <a:ext uri="{FF2B5EF4-FFF2-40B4-BE49-F238E27FC236}">
                <a16:creationId xmlns:a16="http://schemas.microsoft.com/office/drawing/2014/main" id="{64D490D1-E27F-00CD-58C6-D2F38D5AEC17}"/>
              </a:ext>
            </a:extLst>
          </p:cNvPr>
          <p:cNvSpPr>
            <a:spLocks noGrp="1"/>
          </p:cNvSpPr>
          <p:nvPr>
            <p:ph type="body" sz="quarter" idx="60" hasCustomPrompt="1"/>
          </p:nvPr>
        </p:nvSpPr>
        <p:spPr>
          <a:xfrm>
            <a:off x="8977546"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11" name="Text Placeholder 3">
            <a:extLst>
              <a:ext uri="{FF2B5EF4-FFF2-40B4-BE49-F238E27FC236}">
                <a16:creationId xmlns:a16="http://schemas.microsoft.com/office/drawing/2014/main" id="{C4B80CEE-6B25-B139-1CE7-65A7C7F5A4B1}"/>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2" name="Text Placeholder 3">
            <a:extLst>
              <a:ext uri="{FF2B5EF4-FFF2-40B4-BE49-F238E27FC236}">
                <a16:creationId xmlns:a16="http://schemas.microsoft.com/office/drawing/2014/main" id="{699D0D5C-53A0-3839-1801-165E24F6A72E}"/>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3" name="Slide Number Placeholder 5">
            <a:extLst>
              <a:ext uri="{FF2B5EF4-FFF2-40B4-BE49-F238E27FC236}">
                <a16:creationId xmlns:a16="http://schemas.microsoft.com/office/drawing/2014/main" id="{776E7769-5B4E-6146-EB88-D982E4096460}"/>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5" name="Slide Number Placeholder 5">
            <a:extLst>
              <a:ext uri="{FF2B5EF4-FFF2-40B4-BE49-F238E27FC236}">
                <a16:creationId xmlns:a16="http://schemas.microsoft.com/office/drawing/2014/main" id="{4171810B-DF18-E8B9-3B21-4BA64C33215E}"/>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20" name="Slide Number Placeholder 5">
            <a:extLst>
              <a:ext uri="{FF2B5EF4-FFF2-40B4-BE49-F238E27FC236}">
                <a16:creationId xmlns:a16="http://schemas.microsoft.com/office/drawing/2014/main" id="{99A0C801-E724-97B2-6884-BE706220118F}"/>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3744422151"/>
      </p:ext>
    </p:extLst>
  </p:cSld>
  <p:clrMapOvr>
    <a:masterClrMapping/>
  </p:clrMapOvr>
  <p:hf sldNum="0" hdr="0" ft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x content (w/ line and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4" name="Content Placeholder 7">
            <a:extLst>
              <a:ext uri="{FF2B5EF4-FFF2-40B4-BE49-F238E27FC236}">
                <a16:creationId xmlns:a16="http://schemas.microsoft.com/office/drawing/2014/main" id="{283CF3B1-6FE0-6FCD-157C-54C4D1CFAA54}"/>
              </a:ext>
            </a:extLst>
          </p:cNvPr>
          <p:cNvSpPr>
            <a:spLocks noGrp="1"/>
          </p:cNvSpPr>
          <p:nvPr>
            <p:ph sz="quarter" idx="22"/>
          </p:nvPr>
        </p:nvSpPr>
        <p:spPr>
          <a:xfrm>
            <a:off x="839786" y="2973311"/>
            <a:ext cx="5084064"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EEB7CF2E-2F21-99AA-BAC5-3345002CA650}"/>
              </a:ext>
            </a:extLst>
          </p:cNvPr>
          <p:cNvSpPr>
            <a:spLocks noGrp="1"/>
          </p:cNvSpPr>
          <p:nvPr>
            <p:ph type="body" sz="quarter" idx="42" hasCustomPrompt="1"/>
          </p:nvPr>
        </p:nvSpPr>
        <p:spPr>
          <a:xfrm>
            <a:off x="839786" y="2487054"/>
            <a:ext cx="5084064"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1" name="Content Placeholder 7">
            <a:extLst>
              <a:ext uri="{FF2B5EF4-FFF2-40B4-BE49-F238E27FC236}">
                <a16:creationId xmlns:a16="http://schemas.microsoft.com/office/drawing/2014/main" id="{892C5487-E793-AB3C-082B-3393DA9AEFF1}"/>
              </a:ext>
            </a:extLst>
          </p:cNvPr>
          <p:cNvSpPr>
            <a:spLocks noGrp="1"/>
          </p:cNvSpPr>
          <p:nvPr>
            <p:ph sz="quarter" idx="55"/>
          </p:nvPr>
        </p:nvSpPr>
        <p:spPr>
          <a:xfrm>
            <a:off x="6268146" y="2973311"/>
            <a:ext cx="5084064"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EEBF4112-D2CD-1D9B-4D8D-4A75425AB806}"/>
              </a:ext>
            </a:extLst>
          </p:cNvPr>
          <p:cNvSpPr>
            <a:spLocks noGrp="1"/>
          </p:cNvSpPr>
          <p:nvPr>
            <p:ph type="body" sz="quarter" idx="56" hasCustomPrompt="1"/>
          </p:nvPr>
        </p:nvSpPr>
        <p:spPr>
          <a:xfrm>
            <a:off x="6268146" y="2487054"/>
            <a:ext cx="5084064"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3" name="Text Placeholder 6">
            <a:extLst>
              <a:ext uri="{FF2B5EF4-FFF2-40B4-BE49-F238E27FC236}">
                <a16:creationId xmlns:a16="http://schemas.microsoft.com/office/drawing/2014/main" id="{6C1970BC-3C56-B758-D752-C7ACF5116F3A}"/>
              </a:ext>
            </a:extLst>
          </p:cNvPr>
          <p:cNvSpPr>
            <a:spLocks noGrp="1"/>
          </p:cNvSpPr>
          <p:nvPr>
            <p:ph type="body" sz="quarter" idx="61" hasCustomPrompt="1"/>
          </p:nvPr>
        </p:nvSpPr>
        <p:spPr>
          <a:xfrm>
            <a:off x="839786" y="2344787"/>
            <a:ext cx="5084064"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15" name="Text Placeholder 6">
            <a:extLst>
              <a:ext uri="{FF2B5EF4-FFF2-40B4-BE49-F238E27FC236}">
                <a16:creationId xmlns:a16="http://schemas.microsoft.com/office/drawing/2014/main" id="{553AF32B-0C40-8BC2-A9BE-C3F92B641F85}"/>
              </a:ext>
            </a:extLst>
          </p:cNvPr>
          <p:cNvSpPr>
            <a:spLocks noGrp="1"/>
          </p:cNvSpPr>
          <p:nvPr>
            <p:ph type="body" sz="quarter" idx="62" hasCustomPrompt="1"/>
          </p:nvPr>
        </p:nvSpPr>
        <p:spPr>
          <a:xfrm>
            <a:off x="6268146" y="2344787"/>
            <a:ext cx="5084064"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7" name="Text Placeholder 3">
            <a:extLst>
              <a:ext uri="{FF2B5EF4-FFF2-40B4-BE49-F238E27FC236}">
                <a16:creationId xmlns:a16="http://schemas.microsoft.com/office/drawing/2014/main" id="{D6B493A9-0215-91F6-8730-63577DE5826D}"/>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768185FB-A5E0-F944-1336-C9F190A050AE}"/>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0" name="Slide Number Placeholder 5">
            <a:extLst>
              <a:ext uri="{FF2B5EF4-FFF2-40B4-BE49-F238E27FC236}">
                <a16:creationId xmlns:a16="http://schemas.microsoft.com/office/drawing/2014/main" id="{76B7929D-1DCB-BFCE-9B4F-FE061B239D50}"/>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6" name="Slide Number Placeholder 5">
            <a:extLst>
              <a:ext uri="{FF2B5EF4-FFF2-40B4-BE49-F238E27FC236}">
                <a16:creationId xmlns:a16="http://schemas.microsoft.com/office/drawing/2014/main" id="{D9E28E06-A948-8999-3CA6-CD44903FED8D}"/>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7" name="Slide Number Placeholder 5">
            <a:extLst>
              <a:ext uri="{FF2B5EF4-FFF2-40B4-BE49-F238E27FC236}">
                <a16:creationId xmlns:a16="http://schemas.microsoft.com/office/drawing/2014/main" id="{EBF1D8D3-29DE-05AE-6117-5EA0D34FE6AD}"/>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2960204796"/>
      </p:ext>
    </p:extLst>
  </p:cSld>
  <p:clrMapOvr>
    <a:masterClrMapping/>
  </p:clrMapOvr>
  <p:hf sldNum="0" hdr="0" ft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x content (w/ line and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3" name="Content Placeholder 7">
            <a:extLst>
              <a:ext uri="{FF2B5EF4-FFF2-40B4-BE49-F238E27FC236}">
                <a16:creationId xmlns:a16="http://schemas.microsoft.com/office/drawing/2014/main" id="{37F7A1C1-D254-DBC8-D693-C5C560AACC5E}"/>
              </a:ext>
            </a:extLst>
          </p:cNvPr>
          <p:cNvSpPr>
            <a:spLocks noGrp="1"/>
          </p:cNvSpPr>
          <p:nvPr>
            <p:ph sz="quarter" idx="22"/>
          </p:nvPr>
        </p:nvSpPr>
        <p:spPr>
          <a:xfrm>
            <a:off x="839786" y="2973311"/>
            <a:ext cx="3282696"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FC036677-DD4B-7BC1-0082-64910B2D46CE}"/>
              </a:ext>
            </a:extLst>
          </p:cNvPr>
          <p:cNvSpPr>
            <a:spLocks noGrp="1"/>
          </p:cNvSpPr>
          <p:nvPr>
            <p:ph type="body" sz="quarter" idx="42" hasCustomPrompt="1"/>
          </p:nvPr>
        </p:nvSpPr>
        <p:spPr>
          <a:xfrm>
            <a:off x="839786"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7" name="Content Placeholder 7">
            <a:extLst>
              <a:ext uri="{FF2B5EF4-FFF2-40B4-BE49-F238E27FC236}">
                <a16:creationId xmlns:a16="http://schemas.microsoft.com/office/drawing/2014/main" id="{36900377-6F4C-4278-1DB5-11FAFC2B14EE}"/>
              </a:ext>
            </a:extLst>
          </p:cNvPr>
          <p:cNvSpPr>
            <a:spLocks noGrp="1"/>
          </p:cNvSpPr>
          <p:nvPr>
            <p:ph sz="quarter" idx="55"/>
          </p:nvPr>
        </p:nvSpPr>
        <p:spPr>
          <a:xfrm>
            <a:off x="4454650" y="2973311"/>
            <a:ext cx="3282696"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8E47D00A-6CF5-7972-808C-D5CECCE3B40F}"/>
              </a:ext>
            </a:extLst>
          </p:cNvPr>
          <p:cNvSpPr>
            <a:spLocks noGrp="1"/>
          </p:cNvSpPr>
          <p:nvPr>
            <p:ph type="body" sz="quarter" idx="56" hasCustomPrompt="1"/>
          </p:nvPr>
        </p:nvSpPr>
        <p:spPr>
          <a:xfrm>
            <a:off x="4454650"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57F365E9-068E-9ACA-44ED-9DB373F64EFF}"/>
              </a:ext>
            </a:extLst>
          </p:cNvPr>
          <p:cNvSpPr>
            <a:spLocks noGrp="1"/>
          </p:cNvSpPr>
          <p:nvPr>
            <p:ph sz="quarter" idx="57"/>
          </p:nvPr>
        </p:nvSpPr>
        <p:spPr>
          <a:xfrm>
            <a:off x="8069514" y="2973311"/>
            <a:ext cx="3282696"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B13D299B-344E-B604-C1F9-301BDF21970A}"/>
              </a:ext>
            </a:extLst>
          </p:cNvPr>
          <p:cNvSpPr>
            <a:spLocks noGrp="1"/>
          </p:cNvSpPr>
          <p:nvPr>
            <p:ph type="body" sz="quarter" idx="58" hasCustomPrompt="1"/>
          </p:nvPr>
        </p:nvSpPr>
        <p:spPr>
          <a:xfrm>
            <a:off x="8069514"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7" name="Text Placeholder 6">
            <a:extLst>
              <a:ext uri="{FF2B5EF4-FFF2-40B4-BE49-F238E27FC236}">
                <a16:creationId xmlns:a16="http://schemas.microsoft.com/office/drawing/2014/main" id="{EE531DE9-7D37-F2B6-730E-B4786409A3E6}"/>
              </a:ext>
            </a:extLst>
          </p:cNvPr>
          <p:cNvSpPr>
            <a:spLocks noGrp="1"/>
          </p:cNvSpPr>
          <p:nvPr>
            <p:ph type="body" sz="quarter" idx="61" hasCustomPrompt="1"/>
          </p:nvPr>
        </p:nvSpPr>
        <p:spPr>
          <a:xfrm>
            <a:off x="839786" y="2344787"/>
            <a:ext cx="3282696"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18" name="Text Placeholder 6">
            <a:extLst>
              <a:ext uri="{FF2B5EF4-FFF2-40B4-BE49-F238E27FC236}">
                <a16:creationId xmlns:a16="http://schemas.microsoft.com/office/drawing/2014/main" id="{37C4B96F-E9BB-D9E6-CF81-55DE2653EA99}"/>
              </a:ext>
            </a:extLst>
          </p:cNvPr>
          <p:cNvSpPr>
            <a:spLocks noGrp="1"/>
          </p:cNvSpPr>
          <p:nvPr>
            <p:ph type="body" sz="quarter" idx="62" hasCustomPrompt="1"/>
          </p:nvPr>
        </p:nvSpPr>
        <p:spPr>
          <a:xfrm>
            <a:off x="4454650" y="2344787"/>
            <a:ext cx="3282696"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0" name="Text Placeholder 6">
            <a:extLst>
              <a:ext uri="{FF2B5EF4-FFF2-40B4-BE49-F238E27FC236}">
                <a16:creationId xmlns:a16="http://schemas.microsoft.com/office/drawing/2014/main" id="{2C9CFB92-510C-A2A8-62FD-FB8480632FAA}"/>
              </a:ext>
            </a:extLst>
          </p:cNvPr>
          <p:cNvSpPr>
            <a:spLocks noGrp="1"/>
          </p:cNvSpPr>
          <p:nvPr>
            <p:ph type="body" sz="quarter" idx="63" hasCustomPrompt="1"/>
          </p:nvPr>
        </p:nvSpPr>
        <p:spPr>
          <a:xfrm>
            <a:off x="8069514" y="2344787"/>
            <a:ext cx="3282696"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11" name="Text Placeholder 3">
            <a:extLst>
              <a:ext uri="{FF2B5EF4-FFF2-40B4-BE49-F238E27FC236}">
                <a16:creationId xmlns:a16="http://schemas.microsoft.com/office/drawing/2014/main" id="{F5B882E5-4277-AF2A-76AD-629019B83A4F}"/>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2" name="Text Placeholder 3">
            <a:extLst>
              <a:ext uri="{FF2B5EF4-FFF2-40B4-BE49-F238E27FC236}">
                <a16:creationId xmlns:a16="http://schemas.microsoft.com/office/drawing/2014/main" id="{975AF096-9ACE-B36B-EA47-9CB14097F394}"/>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3" name="Slide Number Placeholder 5">
            <a:extLst>
              <a:ext uri="{FF2B5EF4-FFF2-40B4-BE49-F238E27FC236}">
                <a16:creationId xmlns:a16="http://schemas.microsoft.com/office/drawing/2014/main" id="{F74663C7-7DFD-434E-D12C-055DC8C5C08B}"/>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5" name="Slide Number Placeholder 5">
            <a:extLst>
              <a:ext uri="{FF2B5EF4-FFF2-40B4-BE49-F238E27FC236}">
                <a16:creationId xmlns:a16="http://schemas.microsoft.com/office/drawing/2014/main" id="{68C35EAF-8A26-05CF-FBE2-1D16AC7CD54A}"/>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21" name="Slide Number Placeholder 5">
            <a:extLst>
              <a:ext uri="{FF2B5EF4-FFF2-40B4-BE49-F238E27FC236}">
                <a16:creationId xmlns:a16="http://schemas.microsoft.com/office/drawing/2014/main" id="{9F448815-8ACE-68CB-44F9-E8E6FFBAFB3A}"/>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2507406005"/>
      </p:ext>
    </p:extLst>
  </p:cSld>
  <p:clrMapOvr>
    <a:masterClrMapping/>
  </p:clrMapOvr>
  <p:hf sldNum="0" hdr="0" ft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 x content (w/ line and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4" name="Content Placeholder 7">
            <a:extLst>
              <a:ext uri="{FF2B5EF4-FFF2-40B4-BE49-F238E27FC236}">
                <a16:creationId xmlns:a16="http://schemas.microsoft.com/office/drawing/2014/main" id="{4A6850C8-4C08-AD26-4B65-208F11B9CE6C}"/>
              </a:ext>
            </a:extLst>
          </p:cNvPr>
          <p:cNvSpPr>
            <a:spLocks noGrp="1"/>
          </p:cNvSpPr>
          <p:nvPr>
            <p:ph sz="quarter" idx="22"/>
          </p:nvPr>
        </p:nvSpPr>
        <p:spPr>
          <a:xfrm>
            <a:off x="839786" y="2973311"/>
            <a:ext cx="237744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74B0EBCC-9BA0-AA62-74F0-3BE770EE5CD2}"/>
              </a:ext>
            </a:extLst>
          </p:cNvPr>
          <p:cNvSpPr>
            <a:spLocks noGrp="1"/>
          </p:cNvSpPr>
          <p:nvPr>
            <p:ph type="body" sz="quarter" idx="42" hasCustomPrompt="1"/>
          </p:nvPr>
        </p:nvSpPr>
        <p:spPr>
          <a:xfrm>
            <a:off x="839786"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1" name="Content Placeholder 7">
            <a:extLst>
              <a:ext uri="{FF2B5EF4-FFF2-40B4-BE49-F238E27FC236}">
                <a16:creationId xmlns:a16="http://schemas.microsoft.com/office/drawing/2014/main" id="{DBE9A169-E219-DA54-A7EB-D8D9B13D1115}"/>
              </a:ext>
            </a:extLst>
          </p:cNvPr>
          <p:cNvSpPr>
            <a:spLocks noGrp="1"/>
          </p:cNvSpPr>
          <p:nvPr>
            <p:ph sz="quarter" idx="55"/>
          </p:nvPr>
        </p:nvSpPr>
        <p:spPr>
          <a:xfrm>
            <a:off x="3551447" y="2973311"/>
            <a:ext cx="237744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9C5922A6-65AB-96A2-5E67-81D1743C1131}"/>
              </a:ext>
            </a:extLst>
          </p:cNvPr>
          <p:cNvSpPr>
            <a:spLocks noGrp="1"/>
          </p:cNvSpPr>
          <p:nvPr>
            <p:ph type="body" sz="quarter" idx="56" hasCustomPrompt="1"/>
          </p:nvPr>
        </p:nvSpPr>
        <p:spPr>
          <a:xfrm>
            <a:off x="3551447"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3" name="Content Placeholder 7">
            <a:extLst>
              <a:ext uri="{FF2B5EF4-FFF2-40B4-BE49-F238E27FC236}">
                <a16:creationId xmlns:a16="http://schemas.microsoft.com/office/drawing/2014/main" id="{579261AF-FE66-B839-170A-E33BD9074CED}"/>
              </a:ext>
            </a:extLst>
          </p:cNvPr>
          <p:cNvSpPr>
            <a:spLocks noGrp="1"/>
          </p:cNvSpPr>
          <p:nvPr>
            <p:ph sz="quarter" idx="57"/>
          </p:nvPr>
        </p:nvSpPr>
        <p:spPr>
          <a:xfrm>
            <a:off x="6263108" y="2973311"/>
            <a:ext cx="237744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6">
            <a:extLst>
              <a:ext uri="{FF2B5EF4-FFF2-40B4-BE49-F238E27FC236}">
                <a16:creationId xmlns:a16="http://schemas.microsoft.com/office/drawing/2014/main" id="{F2D62633-499A-0F22-73AA-1126FD9E1EA5}"/>
              </a:ext>
            </a:extLst>
          </p:cNvPr>
          <p:cNvSpPr>
            <a:spLocks noGrp="1"/>
          </p:cNvSpPr>
          <p:nvPr>
            <p:ph type="body" sz="quarter" idx="58" hasCustomPrompt="1"/>
          </p:nvPr>
        </p:nvSpPr>
        <p:spPr>
          <a:xfrm>
            <a:off x="6263108"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1" name="Content Placeholder 7">
            <a:extLst>
              <a:ext uri="{FF2B5EF4-FFF2-40B4-BE49-F238E27FC236}">
                <a16:creationId xmlns:a16="http://schemas.microsoft.com/office/drawing/2014/main" id="{707C57C3-F0DD-DC3E-D885-5D4825521040}"/>
              </a:ext>
            </a:extLst>
          </p:cNvPr>
          <p:cNvSpPr>
            <a:spLocks noGrp="1"/>
          </p:cNvSpPr>
          <p:nvPr>
            <p:ph sz="quarter" idx="59"/>
          </p:nvPr>
        </p:nvSpPr>
        <p:spPr>
          <a:xfrm>
            <a:off x="8974770" y="2973311"/>
            <a:ext cx="237744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6">
            <a:extLst>
              <a:ext uri="{FF2B5EF4-FFF2-40B4-BE49-F238E27FC236}">
                <a16:creationId xmlns:a16="http://schemas.microsoft.com/office/drawing/2014/main" id="{F769A465-C830-601E-4E74-9583FB4E8901}"/>
              </a:ext>
            </a:extLst>
          </p:cNvPr>
          <p:cNvSpPr>
            <a:spLocks noGrp="1"/>
          </p:cNvSpPr>
          <p:nvPr>
            <p:ph type="body" sz="quarter" idx="60" hasCustomPrompt="1"/>
          </p:nvPr>
        </p:nvSpPr>
        <p:spPr>
          <a:xfrm>
            <a:off x="8974770"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3" name="Text Placeholder 6">
            <a:extLst>
              <a:ext uri="{FF2B5EF4-FFF2-40B4-BE49-F238E27FC236}">
                <a16:creationId xmlns:a16="http://schemas.microsoft.com/office/drawing/2014/main" id="{F93E6C26-277F-7EE2-09AA-570FFE4CFD58}"/>
              </a:ext>
            </a:extLst>
          </p:cNvPr>
          <p:cNvSpPr>
            <a:spLocks noGrp="1"/>
          </p:cNvSpPr>
          <p:nvPr>
            <p:ph type="body" sz="quarter" idx="61" hasCustomPrompt="1"/>
          </p:nvPr>
        </p:nvSpPr>
        <p:spPr>
          <a:xfrm>
            <a:off x="839786" y="2344787"/>
            <a:ext cx="237744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4" name="Text Placeholder 6">
            <a:extLst>
              <a:ext uri="{FF2B5EF4-FFF2-40B4-BE49-F238E27FC236}">
                <a16:creationId xmlns:a16="http://schemas.microsoft.com/office/drawing/2014/main" id="{5BE5EB32-77D8-340C-C233-2790298D19FF}"/>
              </a:ext>
            </a:extLst>
          </p:cNvPr>
          <p:cNvSpPr>
            <a:spLocks noGrp="1"/>
          </p:cNvSpPr>
          <p:nvPr>
            <p:ph type="body" sz="quarter" idx="62" hasCustomPrompt="1"/>
          </p:nvPr>
        </p:nvSpPr>
        <p:spPr>
          <a:xfrm>
            <a:off x="3551447" y="2344787"/>
            <a:ext cx="237744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5" name="Text Placeholder 6">
            <a:extLst>
              <a:ext uri="{FF2B5EF4-FFF2-40B4-BE49-F238E27FC236}">
                <a16:creationId xmlns:a16="http://schemas.microsoft.com/office/drawing/2014/main" id="{F26A9BA2-4265-147C-C20D-07ADF2818323}"/>
              </a:ext>
            </a:extLst>
          </p:cNvPr>
          <p:cNvSpPr>
            <a:spLocks noGrp="1"/>
          </p:cNvSpPr>
          <p:nvPr>
            <p:ph type="body" sz="quarter" idx="63" hasCustomPrompt="1"/>
          </p:nvPr>
        </p:nvSpPr>
        <p:spPr>
          <a:xfrm>
            <a:off x="6263108" y="2344787"/>
            <a:ext cx="237744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6" name="Text Placeholder 6">
            <a:extLst>
              <a:ext uri="{FF2B5EF4-FFF2-40B4-BE49-F238E27FC236}">
                <a16:creationId xmlns:a16="http://schemas.microsoft.com/office/drawing/2014/main" id="{7E511664-07DC-05FD-3971-4BBA057E1FD1}"/>
              </a:ext>
            </a:extLst>
          </p:cNvPr>
          <p:cNvSpPr>
            <a:spLocks noGrp="1"/>
          </p:cNvSpPr>
          <p:nvPr>
            <p:ph type="body" sz="quarter" idx="64" hasCustomPrompt="1"/>
          </p:nvPr>
        </p:nvSpPr>
        <p:spPr>
          <a:xfrm>
            <a:off x="8974770" y="2344787"/>
            <a:ext cx="237744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7" name="Text Placeholder 3">
            <a:extLst>
              <a:ext uri="{FF2B5EF4-FFF2-40B4-BE49-F238E27FC236}">
                <a16:creationId xmlns:a16="http://schemas.microsoft.com/office/drawing/2014/main" id="{7624BE71-6287-A60C-D988-C20AC9B063D7}"/>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F2931273-47DE-96C9-3DDF-9A77544BE4B5}"/>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0" name="Slide Number Placeholder 5">
            <a:extLst>
              <a:ext uri="{FF2B5EF4-FFF2-40B4-BE49-F238E27FC236}">
                <a16:creationId xmlns:a16="http://schemas.microsoft.com/office/drawing/2014/main" id="{1A0E3C19-6E40-051C-78B5-E09ACF2BBD4B}"/>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6" name="Slide Number Placeholder 5">
            <a:extLst>
              <a:ext uri="{FF2B5EF4-FFF2-40B4-BE49-F238E27FC236}">
                <a16:creationId xmlns:a16="http://schemas.microsoft.com/office/drawing/2014/main" id="{F89831FF-0063-0222-85EF-7D3B92F1068D}"/>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7" name="Slide Number Placeholder 5">
            <a:extLst>
              <a:ext uri="{FF2B5EF4-FFF2-40B4-BE49-F238E27FC236}">
                <a16:creationId xmlns:a16="http://schemas.microsoft.com/office/drawing/2014/main" id="{89CA085E-6DED-2B70-7AAF-83E3D9355083}"/>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447137075"/>
      </p:ext>
    </p:extLst>
  </p:cSld>
  <p:clrMapOvr>
    <a:masterClrMapping/>
  </p:clrMapOvr>
  <p:hf sldNum="0" hdr="0" ft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 x content (w/ line and blue background)">
    <p:spTree>
      <p:nvGrpSpPr>
        <p:cNvPr id="1" name=""/>
        <p:cNvGrpSpPr/>
        <p:nvPr/>
      </p:nvGrpSpPr>
      <p:grpSpPr>
        <a:xfrm>
          <a:off x="0" y="0"/>
          <a:ext cx="0" cy="0"/>
          <a:chOff x="0" y="0"/>
          <a:chExt cx="0" cy="0"/>
        </a:xfrm>
      </p:grpSpPr>
      <p:pic>
        <p:nvPicPr>
          <p:cNvPr id="22" name="Picture 21" descr="A blue and white gradient&#10;&#10;Description automatically generated">
            <a:extLst>
              <a:ext uri="{FF2B5EF4-FFF2-40B4-BE49-F238E27FC236}">
                <a16:creationId xmlns:a16="http://schemas.microsoft.com/office/drawing/2014/main" id="{6BD13FB2-FD34-2685-BC51-899FC8D55645}"/>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3" name="Content Placeholder 7">
            <a:extLst>
              <a:ext uri="{FF2B5EF4-FFF2-40B4-BE49-F238E27FC236}">
                <a16:creationId xmlns:a16="http://schemas.microsoft.com/office/drawing/2014/main" id="{7A8F7CDF-5D63-DB94-497D-BB622CE0EBF9}"/>
              </a:ext>
            </a:extLst>
          </p:cNvPr>
          <p:cNvSpPr>
            <a:spLocks noGrp="1"/>
          </p:cNvSpPr>
          <p:nvPr>
            <p:ph sz="quarter" idx="22"/>
          </p:nvPr>
        </p:nvSpPr>
        <p:spPr>
          <a:xfrm>
            <a:off x="839786"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0971E8B1-23D4-CE4E-B4D7-118633B91412}"/>
              </a:ext>
            </a:extLst>
          </p:cNvPr>
          <p:cNvSpPr>
            <a:spLocks noGrp="1"/>
          </p:cNvSpPr>
          <p:nvPr>
            <p:ph type="body" sz="quarter" idx="42" hasCustomPrompt="1"/>
          </p:nvPr>
        </p:nvSpPr>
        <p:spPr>
          <a:xfrm>
            <a:off x="839786"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7" name="Content Placeholder 7">
            <a:extLst>
              <a:ext uri="{FF2B5EF4-FFF2-40B4-BE49-F238E27FC236}">
                <a16:creationId xmlns:a16="http://schemas.microsoft.com/office/drawing/2014/main" id="{3E194745-2C4C-DB4C-A07D-22DF12EF84D2}"/>
              </a:ext>
            </a:extLst>
          </p:cNvPr>
          <p:cNvSpPr>
            <a:spLocks noGrp="1"/>
          </p:cNvSpPr>
          <p:nvPr>
            <p:ph sz="quarter" idx="55"/>
          </p:nvPr>
        </p:nvSpPr>
        <p:spPr>
          <a:xfrm>
            <a:off x="2976402"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F04F045F-02BF-037B-EFDC-66317AC28990}"/>
              </a:ext>
            </a:extLst>
          </p:cNvPr>
          <p:cNvSpPr>
            <a:spLocks noGrp="1"/>
          </p:cNvSpPr>
          <p:nvPr>
            <p:ph type="body" sz="quarter" idx="56" hasCustomPrompt="1"/>
          </p:nvPr>
        </p:nvSpPr>
        <p:spPr>
          <a:xfrm>
            <a:off x="2976402"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64F5763E-BCDC-195E-E423-66FDE6E9E612}"/>
              </a:ext>
            </a:extLst>
          </p:cNvPr>
          <p:cNvSpPr>
            <a:spLocks noGrp="1"/>
          </p:cNvSpPr>
          <p:nvPr>
            <p:ph sz="quarter" idx="57"/>
          </p:nvPr>
        </p:nvSpPr>
        <p:spPr>
          <a:xfrm>
            <a:off x="5113018"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3CD5621A-2A8A-AC8E-BB9A-2559E28AC377}"/>
              </a:ext>
            </a:extLst>
          </p:cNvPr>
          <p:cNvSpPr>
            <a:spLocks noGrp="1"/>
          </p:cNvSpPr>
          <p:nvPr>
            <p:ph type="body" sz="quarter" idx="58" hasCustomPrompt="1"/>
          </p:nvPr>
        </p:nvSpPr>
        <p:spPr>
          <a:xfrm>
            <a:off x="5113018"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7" name="Content Placeholder 7">
            <a:extLst>
              <a:ext uri="{FF2B5EF4-FFF2-40B4-BE49-F238E27FC236}">
                <a16:creationId xmlns:a16="http://schemas.microsoft.com/office/drawing/2014/main" id="{5B9A5E60-0360-F87F-508C-CE08DBC9DBA3}"/>
              </a:ext>
            </a:extLst>
          </p:cNvPr>
          <p:cNvSpPr>
            <a:spLocks noGrp="1"/>
          </p:cNvSpPr>
          <p:nvPr>
            <p:ph sz="quarter" idx="59"/>
          </p:nvPr>
        </p:nvSpPr>
        <p:spPr>
          <a:xfrm>
            <a:off x="7249634"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6">
            <a:extLst>
              <a:ext uri="{FF2B5EF4-FFF2-40B4-BE49-F238E27FC236}">
                <a16:creationId xmlns:a16="http://schemas.microsoft.com/office/drawing/2014/main" id="{EAB13923-BEDE-8B47-A4E8-A0A13D28AFC3}"/>
              </a:ext>
            </a:extLst>
          </p:cNvPr>
          <p:cNvSpPr>
            <a:spLocks noGrp="1"/>
          </p:cNvSpPr>
          <p:nvPr>
            <p:ph type="body" sz="quarter" idx="60" hasCustomPrompt="1"/>
          </p:nvPr>
        </p:nvSpPr>
        <p:spPr>
          <a:xfrm>
            <a:off x="7249634"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0" name="Text Placeholder 6">
            <a:extLst>
              <a:ext uri="{FF2B5EF4-FFF2-40B4-BE49-F238E27FC236}">
                <a16:creationId xmlns:a16="http://schemas.microsoft.com/office/drawing/2014/main" id="{EE8A1B01-1782-9FAA-886F-722CEECA8343}"/>
              </a:ext>
            </a:extLst>
          </p:cNvPr>
          <p:cNvSpPr>
            <a:spLocks noGrp="1"/>
          </p:cNvSpPr>
          <p:nvPr>
            <p:ph type="body" sz="quarter" idx="61" hasCustomPrompt="1"/>
          </p:nvPr>
        </p:nvSpPr>
        <p:spPr>
          <a:xfrm>
            <a:off x="839786"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7" name="Text Placeholder 6">
            <a:extLst>
              <a:ext uri="{FF2B5EF4-FFF2-40B4-BE49-F238E27FC236}">
                <a16:creationId xmlns:a16="http://schemas.microsoft.com/office/drawing/2014/main" id="{BD07E14D-F68A-02C7-7130-0E111C4631CF}"/>
              </a:ext>
            </a:extLst>
          </p:cNvPr>
          <p:cNvSpPr>
            <a:spLocks noGrp="1"/>
          </p:cNvSpPr>
          <p:nvPr>
            <p:ph type="body" sz="quarter" idx="62" hasCustomPrompt="1"/>
          </p:nvPr>
        </p:nvSpPr>
        <p:spPr>
          <a:xfrm>
            <a:off x="2976402"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8" name="Text Placeholder 6">
            <a:extLst>
              <a:ext uri="{FF2B5EF4-FFF2-40B4-BE49-F238E27FC236}">
                <a16:creationId xmlns:a16="http://schemas.microsoft.com/office/drawing/2014/main" id="{BE85334F-769D-3379-4477-99F395EF9679}"/>
              </a:ext>
            </a:extLst>
          </p:cNvPr>
          <p:cNvSpPr>
            <a:spLocks noGrp="1"/>
          </p:cNvSpPr>
          <p:nvPr>
            <p:ph type="body" sz="quarter" idx="63" hasCustomPrompt="1"/>
          </p:nvPr>
        </p:nvSpPr>
        <p:spPr>
          <a:xfrm>
            <a:off x="5113018"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9" name="Text Placeholder 6">
            <a:extLst>
              <a:ext uri="{FF2B5EF4-FFF2-40B4-BE49-F238E27FC236}">
                <a16:creationId xmlns:a16="http://schemas.microsoft.com/office/drawing/2014/main" id="{9AAAD40C-74DE-8FBB-4D8D-392ECA252E39}"/>
              </a:ext>
            </a:extLst>
          </p:cNvPr>
          <p:cNvSpPr>
            <a:spLocks noGrp="1"/>
          </p:cNvSpPr>
          <p:nvPr>
            <p:ph type="body" sz="quarter" idx="64" hasCustomPrompt="1"/>
          </p:nvPr>
        </p:nvSpPr>
        <p:spPr>
          <a:xfrm>
            <a:off x="7249634"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30" name="Content Placeholder 7">
            <a:extLst>
              <a:ext uri="{FF2B5EF4-FFF2-40B4-BE49-F238E27FC236}">
                <a16:creationId xmlns:a16="http://schemas.microsoft.com/office/drawing/2014/main" id="{CFCAF4A0-265F-6D40-06FB-0C257FBD0486}"/>
              </a:ext>
            </a:extLst>
          </p:cNvPr>
          <p:cNvSpPr>
            <a:spLocks noGrp="1"/>
          </p:cNvSpPr>
          <p:nvPr>
            <p:ph sz="quarter" idx="65"/>
          </p:nvPr>
        </p:nvSpPr>
        <p:spPr>
          <a:xfrm>
            <a:off x="9386250"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Text Placeholder 6">
            <a:extLst>
              <a:ext uri="{FF2B5EF4-FFF2-40B4-BE49-F238E27FC236}">
                <a16:creationId xmlns:a16="http://schemas.microsoft.com/office/drawing/2014/main" id="{E24F9FFB-0607-59A8-F7B6-8EDF13F3A3CC}"/>
              </a:ext>
            </a:extLst>
          </p:cNvPr>
          <p:cNvSpPr>
            <a:spLocks noGrp="1"/>
          </p:cNvSpPr>
          <p:nvPr>
            <p:ph type="body" sz="quarter" idx="66" hasCustomPrompt="1"/>
          </p:nvPr>
        </p:nvSpPr>
        <p:spPr>
          <a:xfrm>
            <a:off x="9386250"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32" name="Text Placeholder 6">
            <a:extLst>
              <a:ext uri="{FF2B5EF4-FFF2-40B4-BE49-F238E27FC236}">
                <a16:creationId xmlns:a16="http://schemas.microsoft.com/office/drawing/2014/main" id="{99533431-A329-4CC1-72E1-8580E35364F5}"/>
              </a:ext>
            </a:extLst>
          </p:cNvPr>
          <p:cNvSpPr>
            <a:spLocks noGrp="1"/>
          </p:cNvSpPr>
          <p:nvPr>
            <p:ph type="body" sz="quarter" idx="67" hasCustomPrompt="1"/>
          </p:nvPr>
        </p:nvSpPr>
        <p:spPr>
          <a:xfrm>
            <a:off x="9386250"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11" name="Text Placeholder 3">
            <a:extLst>
              <a:ext uri="{FF2B5EF4-FFF2-40B4-BE49-F238E27FC236}">
                <a16:creationId xmlns:a16="http://schemas.microsoft.com/office/drawing/2014/main" id="{C633949E-3113-4194-CECB-53F3F51CCDB1}"/>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2" name="Text Placeholder 3">
            <a:extLst>
              <a:ext uri="{FF2B5EF4-FFF2-40B4-BE49-F238E27FC236}">
                <a16:creationId xmlns:a16="http://schemas.microsoft.com/office/drawing/2014/main" id="{6B589A52-11EF-1998-F9F2-F06908191469}"/>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3" name="Slide Number Placeholder 5">
            <a:extLst>
              <a:ext uri="{FF2B5EF4-FFF2-40B4-BE49-F238E27FC236}">
                <a16:creationId xmlns:a16="http://schemas.microsoft.com/office/drawing/2014/main" id="{F8913688-167D-1B9C-6359-59042251DAB0}"/>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5" name="Slide Number Placeholder 5">
            <a:extLst>
              <a:ext uri="{FF2B5EF4-FFF2-40B4-BE49-F238E27FC236}">
                <a16:creationId xmlns:a16="http://schemas.microsoft.com/office/drawing/2014/main" id="{07A1B5EA-221E-B637-C689-6175DE556604}"/>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21" name="Slide Number Placeholder 5">
            <a:extLst>
              <a:ext uri="{FF2B5EF4-FFF2-40B4-BE49-F238E27FC236}">
                <a16:creationId xmlns:a16="http://schemas.microsoft.com/office/drawing/2014/main" id="{7703BC7F-38BA-2002-4014-34968C93ECDA}"/>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499264713"/>
      </p:ext>
    </p:extLst>
  </p:cSld>
  <p:clrMapOvr>
    <a:masterClrMapping/>
  </p:clrMapOvr>
  <p:hf sldNum="0" hdr="0" ft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and Content in black background">
    <p:bg>
      <p:bgPr>
        <a:solidFill>
          <a:schemeClr val="tx1"/>
        </a:solidFill>
        <a:effectLst/>
      </p:bgPr>
    </p:bg>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10512788" cy="4334218"/>
          </a:xfrm>
          <a:prstGeom prst="rect">
            <a:avLst/>
          </a:prstGeom>
        </p:spPr>
        <p:txBody>
          <a:bodyPr/>
          <a:lstStyle>
            <a:lvl1pP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10512788" cy="166199"/>
          </a:xfrm>
          <a:prstGeom prst="rect">
            <a:avLst/>
          </a:prstGeom>
        </p:spPr>
        <p:txBody>
          <a:bodyPr wrap="square" tIns="0" anchor="t">
            <a:spAutoFit/>
          </a:bodyPr>
          <a:lstStyle>
            <a:lvl1pPr marL="0" indent="0">
              <a:buNone/>
              <a:defRPr sz="1200" b="1" cap="none" baseline="0">
                <a:solidFill>
                  <a:schemeClr val="bg1"/>
                </a:solidFill>
              </a:defRPr>
            </a:lvl1pPr>
          </a:lstStyle>
          <a:p>
            <a:pPr lvl="0"/>
            <a:r>
              <a:rPr lang="en-US"/>
              <a:t>CLICK TO ADD TEXT</a:t>
            </a:r>
          </a:p>
        </p:txBody>
      </p:sp>
      <p:sp>
        <p:nvSpPr>
          <p:cNvPr id="2" name="Text Placeholder 3">
            <a:extLst>
              <a:ext uri="{FF2B5EF4-FFF2-40B4-BE49-F238E27FC236}">
                <a16:creationId xmlns:a16="http://schemas.microsoft.com/office/drawing/2014/main" id="{14A9868D-3695-96B5-3EFE-DD1AEA3A7BDE}"/>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bg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3" name="Text Placeholder 3">
            <a:extLst>
              <a:ext uri="{FF2B5EF4-FFF2-40B4-BE49-F238E27FC236}">
                <a16:creationId xmlns:a16="http://schemas.microsoft.com/office/drawing/2014/main" id="{D57088DD-238A-AA44-097E-22BABB028172}"/>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bg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pic>
        <p:nvPicPr>
          <p:cNvPr id="5" name="Graphic 4">
            <a:extLst>
              <a:ext uri="{FF2B5EF4-FFF2-40B4-BE49-F238E27FC236}">
                <a16:creationId xmlns:a16="http://schemas.microsoft.com/office/drawing/2014/main" id="{C0F6626B-F1E3-77BC-3D18-3473592C9E2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9788" y="6323831"/>
            <a:ext cx="1149756" cy="228489"/>
          </a:xfrm>
          <a:prstGeom prst="rect">
            <a:avLst/>
          </a:prstGeom>
        </p:spPr>
      </p:pic>
      <p:sp>
        <p:nvSpPr>
          <p:cNvPr id="6" name="Slide Number Placeholder 5">
            <a:extLst>
              <a:ext uri="{FF2B5EF4-FFF2-40B4-BE49-F238E27FC236}">
                <a16:creationId xmlns:a16="http://schemas.microsoft.com/office/drawing/2014/main" id="{5FC4C025-2653-02B2-D12E-9CFB7AEEDF87}"/>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bg1"/>
                </a:solidFill>
              </a:rPr>
              <a:pPr/>
              <a:t>‹#›</a:t>
            </a:fld>
            <a:endParaRPr lang="en-US">
              <a:solidFill>
                <a:schemeClr val="bg1"/>
              </a:solidFill>
            </a:endParaRPr>
          </a:p>
        </p:txBody>
      </p:sp>
      <p:sp>
        <p:nvSpPr>
          <p:cNvPr id="7" name="Slide Number Placeholder 5">
            <a:extLst>
              <a:ext uri="{FF2B5EF4-FFF2-40B4-BE49-F238E27FC236}">
                <a16:creationId xmlns:a16="http://schemas.microsoft.com/office/drawing/2014/main" id="{154C61E4-7DDB-5432-0FC4-E8881ED6D4B6}"/>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bg1"/>
                </a:solidFill>
              </a:defRPr>
            </a:lvl1pPr>
          </a:lstStyle>
          <a:p>
            <a:fld id="{5EA29875-719B-4A39-A51C-7BDD87443D68}" type="slidenum">
              <a:rPr lang="en-US" smtClean="0"/>
              <a:pPr/>
              <a:t>‹#›</a:t>
            </a:fld>
            <a:endParaRPr lang="en-US"/>
          </a:p>
        </p:txBody>
      </p:sp>
      <p:sp>
        <p:nvSpPr>
          <p:cNvPr id="9" name="Slide Number Placeholder 5">
            <a:extLst>
              <a:ext uri="{FF2B5EF4-FFF2-40B4-BE49-F238E27FC236}">
                <a16:creationId xmlns:a16="http://schemas.microsoft.com/office/drawing/2014/main" id="{E37CE04A-9223-07BB-3DFB-2459B6EC5D58}"/>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bg1"/>
                </a:solidFill>
              </a:rPr>
              <a:pPr/>
              <a:t>‹#›</a:t>
            </a:fld>
            <a:endParaRPr lang="en-US">
              <a:solidFill>
                <a:schemeClr val="bg1"/>
              </a:solidFill>
            </a:endParaRPr>
          </a:p>
        </p:txBody>
      </p:sp>
    </p:spTree>
    <p:extLst>
      <p:ext uri="{BB962C8B-B14F-4D97-AF65-F5344CB8AC3E}">
        <p14:creationId xmlns:p14="http://schemas.microsoft.com/office/powerpoint/2010/main" val="2822030381"/>
      </p:ext>
    </p:extLst>
  </p:cSld>
  <p:clrMapOvr>
    <a:masterClrMapping/>
  </p:clrMapOvr>
  <p:hf sldNum="0" hdr="0" ft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9527C44E-2047-D236-B458-7400DD11C0FB}"/>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7" name="Text Placeholder 3">
            <a:extLst>
              <a:ext uri="{FF2B5EF4-FFF2-40B4-BE49-F238E27FC236}">
                <a16:creationId xmlns:a16="http://schemas.microsoft.com/office/drawing/2014/main" id="{6ECC1B14-0CBD-39B8-6381-424A397FEBB4}"/>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3088903416"/>
      </p:ext>
    </p:extLst>
  </p:cSld>
  <p:clrMapOvr>
    <a:masterClrMapping/>
  </p:clrMapOvr>
  <p:hf sldNum="0" hdr="0" ft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5007658"/>
      </p:ext>
    </p:extLst>
  </p:cSld>
  <p:clrMapOvr>
    <a:masterClrMapping/>
  </p:clrMapOvr>
  <p:hf sldNum="0" hdr="0" ft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icture (large) right">
    <p:spTree>
      <p:nvGrpSpPr>
        <p:cNvPr id="1" name=""/>
        <p:cNvGrpSpPr/>
        <p:nvPr/>
      </p:nvGrpSpPr>
      <p:grpSpPr>
        <a:xfrm>
          <a:off x="0" y="0"/>
          <a:ext cx="0" cy="0"/>
          <a:chOff x="0" y="0"/>
          <a:chExt cx="0" cy="0"/>
        </a:xfrm>
      </p:grpSpPr>
      <p:sp>
        <p:nvSpPr>
          <p:cNvPr id="5" name="Picture Placeholder 28">
            <a:extLst>
              <a:ext uri="{FF2B5EF4-FFF2-40B4-BE49-F238E27FC236}">
                <a16:creationId xmlns:a16="http://schemas.microsoft.com/office/drawing/2014/main" id="{237F5FB1-FF85-B9CA-EDD6-CE940434FF04}"/>
              </a:ext>
            </a:extLst>
          </p:cNvPr>
          <p:cNvSpPr>
            <a:spLocks noGrp="1"/>
          </p:cNvSpPr>
          <p:nvPr>
            <p:ph type="pic" sz="quarter" idx="31" hasCustomPrompt="1"/>
          </p:nvPr>
        </p:nvSpPr>
        <p:spPr>
          <a:xfrm>
            <a:off x="7089648" y="0"/>
            <a:ext cx="5102352" cy="6858000"/>
          </a:xfrm>
          <a:prstGeom prst="rect">
            <a:avLst/>
          </a:prstGeom>
          <a:solidFill>
            <a:srgbClr val="D5D5D5"/>
          </a:solidFill>
        </p:spPr>
        <p:txBody>
          <a:bodyPr tIns="2412000"/>
          <a:lstStyle>
            <a:lvl1pPr marL="0" indent="0" algn="ctr">
              <a:lnSpc>
                <a:spcPct val="100000"/>
              </a:lnSpc>
              <a:spcBef>
                <a:spcPts val="0"/>
              </a:spcBef>
              <a:buNone/>
              <a:defRPr>
                <a:solidFill>
                  <a:schemeClr val="tx1"/>
                </a:solidFill>
              </a:defRPr>
            </a:lvl1pPr>
          </a:lstStyle>
          <a:p>
            <a:r>
              <a:rPr lang="en-US"/>
              <a:t>CLICK ICON </a:t>
            </a:r>
            <a:br>
              <a:rPr lang="en-US"/>
            </a:br>
            <a:r>
              <a:rPr lang="en-US"/>
              <a:t>to insert a picture</a:t>
            </a:r>
          </a:p>
        </p:txBody>
      </p:sp>
      <p:sp>
        <p:nvSpPr>
          <p:cNvPr id="14" name="Content Placeholder 7">
            <a:extLst>
              <a:ext uri="{FF2B5EF4-FFF2-40B4-BE49-F238E27FC236}">
                <a16:creationId xmlns:a16="http://schemas.microsoft.com/office/drawing/2014/main" id="{E7ED9563-55C1-93FA-3535-6CB203959771}"/>
              </a:ext>
            </a:extLst>
          </p:cNvPr>
          <p:cNvSpPr>
            <a:spLocks noGrp="1"/>
          </p:cNvSpPr>
          <p:nvPr>
            <p:ph sz="quarter" idx="22"/>
          </p:nvPr>
        </p:nvSpPr>
        <p:spPr>
          <a:xfrm>
            <a:off x="839786" y="1850682"/>
            <a:ext cx="582771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6">
            <a:extLst>
              <a:ext uri="{FF2B5EF4-FFF2-40B4-BE49-F238E27FC236}">
                <a16:creationId xmlns:a16="http://schemas.microsoft.com/office/drawing/2014/main" id="{1CFDB3A6-C411-0F13-83B5-1BFABDC20F41}"/>
              </a:ext>
            </a:extLst>
          </p:cNvPr>
          <p:cNvSpPr>
            <a:spLocks noGrp="1"/>
          </p:cNvSpPr>
          <p:nvPr>
            <p:ph type="body" sz="quarter" idx="42" hasCustomPrompt="1"/>
          </p:nvPr>
        </p:nvSpPr>
        <p:spPr>
          <a:xfrm>
            <a:off x="839786" y="1608869"/>
            <a:ext cx="5827714"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4" name="Text Placeholder 3">
            <a:extLst>
              <a:ext uri="{FF2B5EF4-FFF2-40B4-BE49-F238E27FC236}">
                <a16:creationId xmlns:a16="http://schemas.microsoft.com/office/drawing/2014/main" id="{D604D9E5-0B5F-DC52-C3D1-6FBDFA98C5E2}"/>
              </a:ext>
            </a:extLst>
          </p:cNvPr>
          <p:cNvSpPr>
            <a:spLocks noGrp="1"/>
          </p:cNvSpPr>
          <p:nvPr>
            <p:ph type="body" sz="quarter" idx="146" hasCustomPrompt="1"/>
          </p:nvPr>
        </p:nvSpPr>
        <p:spPr>
          <a:xfrm>
            <a:off x="839787" y="269874"/>
            <a:ext cx="5824728"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6" name="Text Placeholder 3">
            <a:extLst>
              <a:ext uri="{FF2B5EF4-FFF2-40B4-BE49-F238E27FC236}">
                <a16:creationId xmlns:a16="http://schemas.microsoft.com/office/drawing/2014/main" id="{64234410-7C01-D89F-44F0-EDD29D99B59D}"/>
              </a:ext>
            </a:extLst>
          </p:cNvPr>
          <p:cNvSpPr>
            <a:spLocks noGrp="1"/>
          </p:cNvSpPr>
          <p:nvPr>
            <p:ph type="body" sz="quarter" idx="147" hasCustomPrompt="1"/>
          </p:nvPr>
        </p:nvSpPr>
        <p:spPr>
          <a:xfrm>
            <a:off x="839787" y="1162440"/>
            <a:ext cx="5824728"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158761160"/>
      </p:ext>
    </p:extLst>
  </p:cSld>
  <p:clrMapOvr>
    <a:masterClrMapping/>
  </p:clrMapOvr>
  <p:hf sldNum="0" hdr="0" ftr="0" dt="0"/>
  <p:extLst>
    <p:ext uri="{DCECCB84-F9BA-43D5-87BE-67443E8EF086}">
      <p15:sldGuideLst xmlns:p15="http://schemas.microsoft.com/office/powerpoint/2012/main">
        <p15:guide id="2" pos="4203">
          <p15:clr>
            <a:srgbClr val="FBAE40"/>
          </p15:clr>
        </p15:guide>
        <p15:guide id="3" pos="4465">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icture (large) left">
    <p:spTree>
      <p:nvGrpSpPr>
        <p:cNvPr id="1" name=""/>
        <p:cNvGrpSpPr/>
        <p:nvPr/>
      </p:nvGrpSpPr>
      <p:grpSpPr>
        <a:xfrm>
          <a:off x="0" y="0"/>
          <a:ext cx="0" cy="0"/>
          <a:chOff x="0" y="0"/>
          <a:chExt cx="0" cy="0"/>
        </a:xfrm>
      </p:grpSpPr>
      <p:sp>
        <p:nvSpPr>
          <p:cNvPr id="5" name="Picture Placeholder 28">
            <a:extLst>
              <a:ext uri="{FF2B5EF4-FFF2-40B4-BE49-F238E27FC236}">
                <a16:creationId xmlns:a16="http://schemas.microsoft.com/office/drawing/2014/main" id="{237F5FB1-FF85-B9CA-EDD6-CE940434FF04}"/>
              </a:ext>
            </a:extLst>
          </p:cNvPr>
          <p:cNvSpPr>
            <a:spLocks noGrp="1"/>
          </p:cNvSpPr>
          <p:nvPr>
            <p:ph type="pic" sz="quarter" idx="31" hasCustomPrompt="1"/>
          </p:nvPr>
        </p:nvSpPr>
        <p:spPr>
          <a:xfrm>
            <a:off x="0" y="0"/>
            <a:ext cx="5102352" cy="6858000"/>
          </a:xfrm>
          <a:prstGeom prst="rect">
            <a:avLst/>
          </a:prstGeom>
          <a:solidFill>
            <a:srgbClr val="D5D5D5"/>
          </a:solidFill>
        </p:spPr>
        <p:txBody>
          <a:bodyPr tIns="2412000"/>
          <a:lstStyle>
            <a:lvl1pPr marL="0" indent="0" algn="ctr">
              <a:lnSpc>
                <a:spcPct val="100000"/>
              </a:lnSpc>
              <a:spcBef>
                <a:spcPts val="0"/>
              </a:spcBef>
              <a:buNone/>
              <a:defRPr>
                <a:solidFill>
                  <a:schemeClr val="tx1"/>
                </a:solidFill>
              </a:defRPr>
            </a:lvl1pPr>
          </a:lstStyle>
          <a:p>
            <a:r>
              <a:rPr lang="en-US"/>
              <a:t>CLICK ICON </a:t>
            </a:r>
            <a:br>
              <a:rPr lang="en-US"/>
            </a:br>
            <a:r>
              <a:rPr lang="en-US"/>
              <a:t>to insert a picture</a:t>
            </a:r>
          </a:p>
        </p:txBody>
      </p:sp>
      <p:sp>
        <p:nvSpPr>
          <p:cNvPr id="14" name="Content Placeholder 7">
            <a:extLst>
              <a:ext uri="{FF2B5EF4-FFF2-40B4-BE49-F238E27FC236}">
                <a16:creationId xmlns:a16="http://schemas.microsoft.com/office/drawing/2014/main" id="{E7ED9563-55C1-93FA-3535-6CB203959771}"/>
              </a:ext>
            </a:extLst>
          </p:cNvPr>
          <p:cNvSpPr>
            <a:spLocks noGrp="1"/>
          </p:cNvSpPr>
          <p:nvPr>
            <p:ph sz="quarter" idx="22"/>
          </p:nvPr>
        </p:nvSpPr>
        <p:spPr>
          <a:xfrm>
            <a:off x="5526086" y="1850682"/>
            <a:ext cx="582771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6">
            <a:extLst>
              <a:ext uri="{FF2B5EF4-FFF2-40B4-BE49-F238E27FC236}">
                <a16:creationId xmlns:a16="http://schemas.microsoft.com/office/drawing/2014/main" id="{1CFDB3A6-C411-0F13-83B5-1BFABDC20F41}"/>
              </a:ext>
            </a:extLst>
          </p:cNvPr>
          <p:cNvSpPr>
            <a:spLocks noGrp="1"/>
          </p:cNvSpPr>
          <p:nvPr>
            <p:ph type="body" sz="quarter" idx="42" hasCustomPrompt="1"/>
          </p:nvPr>
        </p:nvSpPr>
        <p:spPr>
          <a:xfrm>
            <a:off x="5526086" y="1608869"/>
            <a:ext cx="5827714"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2" name="Graphic 1">
            <a:extLst>
              <a:ext uri="{FF2B5EF4-FFF2-40B4-BE49-F238E27FC236}">
                <a16:creationId xmlns:a16="http://schemas.microsoft.com/office/drawing/2014/main" id="{BD3AB349-A30E-7391-EE92-54EE6EE5E98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04044" y="6323831"/>
            <a:ext cx="1149756" cy="228489"/>
          </a:xfrm>
          <a:prstGeom prst="rect">
            <a:avLst/>
          </a:prstGeom>
        </p:spPr>
      </p:pic>
      <p:sp>
        <p:nvSpPr>
          <p:cNvPr id="6" name="Text Placeholder 3">
            <a:extLst>
              <a:ext uri="{FF2B5EF4-FFF2-40B4-BE49-F238E27FC236}">
                <a16:creationId xmlns:a16="http://schemas.microsoft.com/office/drawing/2014/main" id="{2D33C56A-0EA6-F211-863A-1A46664128A0}"/>
              </a:ext>
            </a:extLst>
          </p:cNvPr>
          <p:cNvSpPr>
            <a:spLocks noGrp="1"/>
          </p:cNvSpPr>
          <p:nvPr>
            <p:ph type="body" sz="quarter" idx="146" hasCustomPrompt="1"/>
          </p:nvPr>
        </p:nvSpPr>
        <p:spPr>
          <a:xfrm>
            <a:off x="5528562" y="269874"/>
            <a:ext cx="5824728"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7" name="Text Placeholder 3">
            <a:extLst>
              <a:ext uri="{FF2B5EF4-FFF2-40B4-BE49-F238E27FC236}">
                <a16:creationId xmlns:a16="http://schemas.microsoft.com/office/drawing/2014/main" id="{AF82D212-E95A-E457-0A63-7CD47016EF48}"/>
              </a:ext>
            </a:extLst>
          </p:cNvPr>
          <p:cNvSpPr>
            <a:spLocks noGrp="1"/>
          </p:cNvSpPr>
          <p:nvPr>
            <p:ph type="body" sz="quarter" idx="147" hasCustomPrompt="1"/>
          </p:nvPr>
        </p:nvSpPr>
        <p:spPr>
          <a:xfrm>
            <a:off x="5528562" y="1162440"/>
            <a:ext cx="5824728"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480389804"/>
      </p:ext>
    </p:extLst>
  </p:cSld>
  <p:clrMapOvr>
    <a:masterClrMapping/>
  </p:clrMapOvr>
  <p:hf sldNum="0" hdr="0" ftr="0" dt="0"/>
  <p:extLst>
    <p:ext uri="{DCECCB84-F9BA-43D5-87BE-67443E8EF086}">
      <p15:sldGuideLst xmlns:p15="http://schemas.microsoft.com/office/powerpoint/2012/main">
        <p15:guide id="2" pos="4203">
          <p15:clr>
            <a:srgbClr val="FBAE40"/>
          </p15:clr>
        </p15:guide>
        <p15:guide id="3" pos="4465">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icture (small) right">
    <p:spTree>
      <p:nvGrpSpPr>
        <p:cNvPr id="1" name=""/>
        <p:cNvGrpSpPr/>
        <p:nvPr/>
      </p:nvGrpSpPr>
      <p:grpSpPr>
        <a:xfrm>
          <a:off x="0" y="0"/>
          <a:ext cx="0" cy="0"/>
          <a:chOff x="0" y="0"/>
          <a:chExt cx="0" cy="0"/>
        </a:xfrm>
      </p:grpSpPr>
      <p:sp>
        <p:nvSpPr>
          <p:cNvPr id="5" name="Picture Placeholder 28">
            <a:extLst>
              <a:ext uri="{FF2B5EF4-FFF2-40B4-BE49-F238E27FC236}">
                <a16:creationId xmlns:a16="http://schemas.microsoft.com/office/drawing/2014/main" id="{237F5FB1-FF85-B9CA-EDD6-CE940434FF04}"/>
              </a:ext>
            </a:extLst>
          </p:cNvPr>
          <p:cNvSpPr>
            <a:spLocks noGrp="1"/>
          </p:cNvSpPr>
          <p:nvPr>
            <p:ph type="pic" sz="quarter" idx="31" hasCustomPrompt="1"/>
          </p:nvPr>
        </p:nvSpPr>
        <p:spPr>
          <a:xfrm>
            <a:off x="8605222" y="0"/>
            <a:ext cx="3586777" cy="6857999"/>
          </a:xfrm>
          <a:prstGeom prst="rect">
            <a:avLst/>
          </a:prstGeom>
          <a:solidFill>
            <a:srgbClr val="D5D5D5"/>
          </a:solidFill>
        </p:spPr>
        <p:txBody>
          <a:bodyPr tIns="2412000"/>
          <a:lstStyle>
            <a:lvl1pPr marL="0" indent="0" algn="ctr">
              <a:lnSpc>
                <a:spcPct val="100000"/>
              </a:lnSpc>
              <a:spcBef>
                <a:spcPts val="0"/>
              </a:spcBef>
              <a:spcAft>
                <a:spcPts val="0"/>
              </a:spcAft>
              <a:buNone/>
              <a:defRPr>
                <a:solidFill>
                  <a:schemeClr val="tx1"/>
                </a:solidFill>
              </a:defRPr>
            </a:lvl1pPr>
          </a:lstStyle>
          <a:p>
            <a:r>
              <a:rPr lang="en-US"/>
              <a:t>CLICK ICON </a:t>
            </a:r>
            <a:br>
              <a:rPr lang="en-US"/>
            </a:br>
            <a:r>
              <a:rPr lang="en-US"/>
              <a:t>to insert a picture</a:t>
            </a:r>
          </a:p>
        </p:txBody>
      </p:sp>
      <p:sp>
        <p:nvSpPr>
          <p:cNvPr id="12" name="Content Placeholder 7">
            <a:extLst>
              <a:ext uri="{FF2B5EF4-FFF2-40B4-BE49-F238E27FC236}">
                <a16:creationId xmlns:a16="http://schemas.microsoft.com/office/drawing/2014/main" id="{936F5F2C-7AC4-D20C-0F56-57FE683DC7FA}"/>
              </a:ext>
            </a:extLst>
          </p:cNvPr>
          <p:cNvSpPr>
            <a:spLocks noGrp="1"/>
          </p:cNvSpPr>
          <p:nvPr>
            <p:ph sz="quarter" idx="22"/>
          </p:nvPr>
        </p:nvSpPr>
        <p:spPr>
          <a:xfrm>
            <a:off x="839786" y="1850682"/>
            <a:ext cx="7405437"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26C29CDE-0371-352A-B198-3B9EBDBDDAC5}"/>
              </a:ext>
            </a:extLst>
          </p:cNvPr>
          <p:cNvSpPr>
            <a:spLocks noGrp="1"/>
          </p:cNvSpPr>
          <p:nvPr>
            <p:ph type="body" sz="quarter" idx="42" hasCustomPrompt="1"/>
          </p:nvPr>
        </p:nvSpPr>
        <p:spPr>
          <a:xfrm>
            <a:off x="839786" y="1608869"/>
            <a:ext cx="7405437"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4" name="Text Placeholder 3">
            <a:extLst>
              <a:ext uri="{FF2B5EF4-FFF2-40B4-BE49-F238E27FC236}">
                <a16:creationId xmlns:a16="http://schemas.microsoft.com/office/drawing/2014/main" id="{59FE27E5-1166-BA0B-B392-2DBAEBE078A5}"/>
              </a:ext>
            </a:extLst>
          </p:cNvPr>
          <p:cNvSpPr>
            <a:spLocks noGrp="1"/>
          </p:cNvSpPr>
          <p:nvPr>
            <p:ph type="body" sz="quarter" idx="146" hasCustomPrompt="1"/>
          </p:nvPr>
        </p:nvSpPr>
        <p:spPr>
          <a:xfrm>
            <a:off x="839787" y="269874"/>
            <a:ext cx="740664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6" name="Text Placeholder 3">
            <a:extLst>
              <a:ext uri="{FF2B5EF4-FFF2-40B4-BE49-F238E27FC236}">
                <a16:creationId xmlns:a16="http://schemas.microsoft.com/office/drawing/2014/main" id="{ABE0BF8E-F216-7972-5577-7D6E0428F58C}"/>
              </a:ext>
            </a:extLst>
          </p:cNvPr>
          <p:cNvSpPr>
            <a:spLocks noGrp="1"/>
          </p:cNvSpPr>
          <p:nvPr>
            <p:ph type="body" sz="quarter" idx="147" hasCustomPrompt="1"/>
          </p:nvPr>
        </p:nvSpPr>
        <p:spPr>
          <a:xfrm>
            <a:off x="839787" y="1162440"/>
            <a:ext cx="740664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1682490797"/>
      </p:ext>
    </p:extLst>
  </p:cSld>
  <p:clrMapOvr>
    <a:masterClrMapping/>
  </p:clrMapOvr>
  <p:hf sldNum="0" hdr="0" ftr="0" dt="0"/>
  <p:extLst>
    <p:ext uri="{DCECCB84-F9BA-43D5-87BE-67443E8EF086}">
      <p15:sldGuideLst xmlns:p15="http://schemas.microsoft.com/office/powerpoint/2012/main">
        <p15:guide id="1" pos="5193">
          <p15:clr>
            <a:srgbClr val="FBAE40"/>
          </p15:clr>
        </p15:guide>
        <p15:guide id="2" pos="542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icture (small) left">
    <p:spTree>
      <p:nvGrpSpPr>
        <p:cNvPr id="1" name=""/>
        <p:cNvGrpSpPr/>
        <p:nvPr/>
      </p:nvGrpSpPr>
      <p:grpSpPr>
        <a:xfrm>
          <a:off x="0" y="0"/>
          <a:ext cx="0" cy="0"/>
          <a:chOff x="0" y="0"/>
          <a:chExt cx="0" cy="0"/>
        </a:xfrm>
      </p:grpSpPr>
      <p:sp>
        <p:nvSpPr>
          <p:cNvPr id="5" name="Picture Placeholder 28">
            <a:extLst>
              <a:ext uri="{FF2B5EF4-FFF2-40B4-BE49-F238E27FC236}">
                <a16:creationId xmlns:a16="http://schemas.microsoft.com/office/drawing/2014/main" id="{237F5FB1-FF85-B9CA-EDD6-CE940434FF04}"/>
              </a:ext>
            </a:extLst>
          </p:cNvPr>
          <p:cNvSpPr>
            <a:spLocks noGrp="1"/>
          </p:cNvSpPr>
          <p:nvPr>
            <p:ph type="pic" sz="quarter" idx="31" hasCustomPrompt="1"/>
          </p:nvPr>
        </p:nvSpPr>
        <p:spPr>
          <a:xfrm>
            <a:off x="0" y="0"/>
            <a:ext cx="3586777" cy="6857999"/>
          </a:xfrm>
          <a:prstGeom prst="rect">
            <a:avLst/>
          </a:prstGeom>
          <a:solidFill>
            <a:srgbClr val="D5D5D5"/>
          </a:solidFill>
        </p:spPr>
        <p:txBody>
          <a:bodyPr tIns="2412000"/>
          <a:lstStyle>
            <a:lvl1pPr marL="0" indent="0" algn="ctr">
              <a:lnSpc>
                <a:spcPct val="100000"/>
              </a:lnSpc>
              <a:spcBef>
                <a:spcPts val="0"/>
              </a:spcBef>
              <a:spcAft>
                <a:spcPts val="0"/>
              </a:spcAft>
              <a:buNone/>
              <a:defRPr>
                <a:solidFill>
                  <a:schemeClr val="tx1"/>
                </a:solidFill>
              </a:defRPr>
            </a:lvl1pPr>
          </a:lstStyle>
          <a:p>
            <a:r>
              <a:rPr lang="en-US"/>
              <a:t>CLICK ICON </a:t>
            </a:r>
            <a:br>
              <a:rPr lang="en-US"/>
            </a:br>
            <a:r>
              <a:rPr lang="en-US"/>
              <a:t>to insert a picture</a:t>
            </a:r>
          </a:p>
        </p:txBody>
      </p:sp>
      <p:sp>
        <p:nvSpPr>
          <p:cNvPr id="12" name="Content Placeholder 7">
            <a:extLst>
              <a:ext uri="{FF2B5EF4-FFF2-40B4-BE49-F238E27FC236}">
                <a16:creationId xmlns:a16="http://schemas.microsoft.com/office/drawing/2014/main" id="{936F5F2C-7AC4-D20C-0F56-57FE683DC7FA}"/>
              </a:ext>
            </a:extLst>
          </p:cNvPr>
          <p:cNvSpPr>
            <a:spLocks noGrp="1"/>
          </p:cNvSpPr>
          <p:nvPr>
            <p:ph sz="quarter" idx="22"/>
          </p:nvPr>
        </p:nvSpPr>
        <p:spPr>
          <a:xfrm>
            <a:off x="3948363" y="1850682"/>
            <a:ext cx="7405437"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26C29CDE-0371-352A-B198-3B9EBDBDDAC5}"/>
              </a:ext>
            </a:extLst>
          </p:cNvPr>
          <p:cNvSpPr>
            <a:spLocks noGrp="1"/>
          </p:cNvSpPr>
          <p:nvPr>
            <p:ph type="body" sz="quarter" idx="42" hasCustomPrompt="1"/>
          </p:nvPr>
        </p:nvSpPr>
        <p:spPr>
          <a:xfrm>
            <a:off x="3948363" y="1608869"/>
            <a:ext cx="7405437"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2" name="Graphic 1">
            <a:extLst>
              <a:ext uri="{FF2B5EF4-FFF2-40B4-BE49-F238E27FC236}">
                <a16:creationId xmlns:a16="http://schemas.microsoft.com/office/drawing/2014/main" id="{F10C0264-DB7C-81CC-219A-1A4CDD4F6F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04044" y="6323831"/>
            <a:ext cx="1149756" cy="228489"/>
          </a:xfrm>
          <a:prstGeom prst="rect">
            <a:avLst/>
          </a:prstGeom>
        </p:spPr>
      </p:pic>
      <p:sp>
        <p:nvSpPr>
          <p:cNvPr id="6" name="Text Placeholder 3">
            <a:extLst>
              <a:ext uri="{FF2B5EF4-FFF2-40B4-BE49-F238E27FC236}">
                <a16:creationId xmlns:a16="http://schemas.microsoft.com/office/drawing/2014/main" id="{F21C800D-4C64-D366-A796-8D271F329963}"/>
              </a:ext>
            </a:extLst>
          </p:cNvPr>
          <p:cNvSpPr>
            <a:spLocks noGrp="1"/>
          </p:cNvSpPr>
          <p:nvPr>
            <p:ph type="body" sz="quarter" idx="146" hasCustomPrompt="1"/>
          </p:nvPr>
        </p:nvSpPr>
        <p:spPr>
          <a:xfrm>
            <a:off x="3947160" y="269874"/>
            <a:ext cx="740664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7" name="Text Placeholder 3">
            <a:extLst>
              <a:ext uri="{FF2B5EF4-FFF2-40B4-BE49-F238E27FC236}">
                <a16:creationId xmlns:a16="http://schemas.microsoft.com/office/drawing/2014/main" id="{2D918107-BBBF-152F-C226-596981D7498D}"/>
              </a:ext>
            </a:extLst>
          </p:cNvPr>
          <p:cNvSpPr>
            <a:spLocks noGrp="1"/>
          </p:cNvSpPr>
          <p:nvPr>
            <p:ph type="body" sz="quarter" idx="147" hasCustomPrompt="1"/>
          </p:nvPr>
        </p:nvSpPr>
        <p:spPr>
          <a:xfrm>
            <a:off x="3947160" y="1162440"/>
            <a:ext cx="740664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768367519"/>
      </p:ext>
    </p:extLst>
  </p:cSld>
  <p:clrMapOvr>
    <a:masterClrMapping/>
  </p:clrMapOvr>
  <p:hf sldNum="0" hdr="0" ftr="0" dt="0"/>
  <p:extLst>
    <p:ext uri="{DCECCB84-F9BA-43D5-87BE-67443E8EF086}">
      <p15:sldGuideLst xmlns:p15="http://schemas.microsoft.com/office/powerpoint/2012/main">
        <p15:guide id="1" pos="5193">
          <p15:clr>
            <a:srgbClr val="FBAE40"/>
          </p15:clr>
        </p15:guide>
        <p15:guide id="2" pos="54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9366B1C9-D95E-382C-61CA-3E1C2C4C75AD}"/>
              </a:ext>
            </a:extLst>
          </p:cNvPr>
          <p:cNvSpPr>
            <a:spLocks noGrp="1"/>
          </p:cNvSpPr>
          <p:nvPr>
            <p:ph type="body" sz="quarter" idx="27" hasCustomPrompt="1"/>
          </p:nvPr>
        </p:nvSpPr>
        <p:spPr>
          <a:xfrm>
            <a:off x="1866000" y="266700"/>
            <a:ext cx="8460000" cy="3987445"/>
          </a:xfrm>
          <a:prstGeom prst="rect">
            <a:avLst/>
          </a:prstGeom>
        </p:spPr>
        <p:txBody>
          <a:bodyPr anchor="b">
            <a:noAutofit/>
          </a:bodyPr>
          <a:lstStyle>
            <a:lvl1pPr marL="0" indent="0" algn="ctr">
              <a:buNone/>
              <a:defRPr lang="en-US" sz="5000" kern="1200" cap="none" dirty="0">
                <a:ln w="0"/>
                <a:gradFill flip="none" rotWithShape="1">
                  <a:gsLst>
                    <a:gs pos="17000">
                      <a:srgbClr val="6A1DA1"/>
                    </a:gs>
                    <a:gs pos="66000">
                      <a:srgbClr val="EE424A"/>
                    </a:gs>
                  </a:gsLst>
                  <a:lin ang="2400000" scaled="0"/>
                  <a:tileRect/>
                </a:gradFill>
                <a:latin typeface="+mn-lt"/>
                <a:ea typeface="+mn-ea"/>
                <a:cs typeface="+mn-cs"/>
              </a:defRPr>
            </a:lvl1pPr>
          </a:lstStyle>
          <a:p>
            <a:pPr lvl="0"/>
            <a:r>
              <a:rPr lang="en-US"/>
              <a:t>Click to add quote – </a:t>
            </a:r>
            <a:r>
              <a:rPr lang="en-US" err="1"/>
              <a:t>fontsize</a:t>
            </a:r>
            <a:r>
              <a:rPr lang="en-US"/>
              <a:t>: max. 50 pt and min. 28 pt</a:t>
            </a:r>
          </a:p>
        </p:txBody>
      </p:sp>
      <p:sp>
        <p:nvSpPr>
          <p:cNvPr id="2" name="Text Placeholder 3">
            <a:extLst>
              <a:ext uri="{FF2B5EF4-FFF2-40B4-BE49-F238E27FC236}">
                <a16:creationId xmlns:a16="http://schemas.microsoft.com/office/drawing/2014/main" id="{B8C48276-D5E4-B27C-F498-76D8AF44B789}"/>
              </a:ext>
            </a:extLst>
          </p:cNvPr>
          <p:cNvSpPr>
            <a:spLocks noGrp="1"/>
          </p:cNvSpPr>
          <p:nvPr>
            <p:ph type="body" sz="quarter" idx="145" hasCustomPrompt="1"/>
          </p:nvPr>
        </p:nvSpPr>
        <p:spPr>
          <a:xfrm>
            <a:off x="3412732" y="4550077"/>
            <a:ext cx="5367528" cy="283464"/>
          </a:xfrm>
          <a:prstGeom prst="rect">
            <a:avLst/>
          </a:prstGeom>
        </p:spPr>
        <p:txBody>
          <a:bodyPr wrap="square" anchor="ctr" anchorCtr="0">
            <a:noAutofit/>
          </a:bodyPr>
          <a:lstStyle>
            <a:lvl1pPr marL="0" indent="0" algn="ctr" defTabSz="914400" rtl="0" eaLnBrk="1" latinLnBrk="0" hangingPunct="1">
              <a:lnSpc>
                <a:spcPct val="90000"/>
              </a:lnSpc>
              <a:spcBef>
                <a:spcPts val="1000"/>
              </a:spcBef>
              <a:spcAft>
                <a:spcPts val="400"/>
              </a:spcAft>
              <a:buFont typeface="Wingdings" pitchFamily="2" charset="2"/>
              <a:buNone/>
              <a:defRPr lang="en-US" sz="1600" b="1"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 name="Text Placeholder 3">
            <a:extLst>
              <a:ext uri="{FF2B5EF4-FFF2-40B4-BE49-F238E27FC236}">
                <a16:creationId xmlns:a16="http://schemas.microsoft.com/office/drawing/2014/main" id="{8AF41D23-A245-58E6-6592-B800954892E1}"/>
              </a:ext>
            </a:extLst>
          </p:cNvPr>
          <p:cNvSpPr>
            <a:spLocks noGrp="1"/>
          </p:cNvSpPr>
          <p:nvPr>
            <p:ph type="body" sz="quarter" idx="146" hasCustomPrompt="1"/>
          </p:nvPr>
        </p:nvSpPr>
        <p:spPr>
          <a:xfrm>
            <a:off x="3412732" y="4886206"/>
            <a:ext cx="5367528" cy="283464"/>
          </a:xfrm>
          <a:prstGeom prst="rect">
            <a:avLst/>
          </a:prstGeom>
        </p:spPr>
        <p:txBody>
          <a:bodyPr wrap="square" anchor="ctr" anchorCtr="0">
            <a:noAutofit/>
          </a:bodyPr>
          <a:lstStyle>
            <a:lvl1pPr marL="0" indent="0" algn="ctr"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Tree>
    <p:extLst>
      <p:ext uri="{BB962C8B-B14F-4D97-AF65-F5344CB8AC3E}">
        <p14:creationId xmlns:p14="http://schemas.microsoft.com/office/powerpoint/2010/main" val="3059134028"/>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ote (w/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23BC3275-5D18-1ED2-A4B9-20DE23770E90}"/>
              </a:ext>
            </a:extLst>
          </p:cNvPr>
          <p:cNvPicPr>
            <a:picLocks noChangeAspect="1"/>
          </p:cNvPicPr>
          <p:nvPr userDrawn="1"/>
        </p:nvPicPr>
        <p:blipFill rotWithShape="1">
          <a:blip r:embed="rId2"/>
          <a:srcRect l="19791" t="1586" r="22186"/>
          <a:stretch/>
        </p:blipFill>
        <p:spPr>
          <a:xfrm>
            <a:off x="0" y="-11458"/>
            <a:ext cx="12192000" cy="6875113"/>
          </a:xfrm>
          <a:prstGeom prst="rect">
            <a:avLst/>
          </a:prstGeom>
        </p:spPr>
      </p:pic>
      <p:sp>
        <p:nvSpPr>
          <p:cNvPr id="7" name="Text Placeholder 5">
            <a:extLst>
              <a:ext uri="{FF2B5EF4-FFF2-40B4-BE49-F238E27FC236}">
                <a16:creationId xmlns:a16="http://schemas.microsoft.com/office/drawing/2014/main" id="{9366B1C9-D95E-382C-61CA-3E1C2C4C75AD}"/>
              </a:ext>
            </a:extLst>
          </p:cNvPr>
          <p:cNvSpPr>
            <a:spLocks noGrp="1"/>
          </p:cNvSpPr>
          <p:nvPr>
            <p:ph type="body" sz="quarter" idx="27" hasCustomPrompt="1"/>
          </p:nvPr>
        </p:nvSpPr>
        <p:spPr>
          <a:xfrm>
            <a:off x="1866000" y="266700"/>
            <a:ext cx="8460000" cy="3987445"/>
          </a:xfrm>
          <a:prstGeom prst="rect">
            <a:avLst/>
          </a:prstGeom>
        </p:spPr>
        <p:txBody>
          <a:bodyPr anchor="b">
            <a:noAutofit/>
          </a:bodyPr>
          <a:lstStyle>
            <a:lvl1pPr marL="0" indent="0" algn="ctr">
              <a:buNone/>
              <a:defRPr sz="5000"/>
            </a:lvl1pPr>
          </a:lstStyle>
          <a:p>
            <a:pPr lvl="0"/>
            <a:r>
              <a:rPr lang="en-US"/>
              <a:t>Click to add quote – </a:t>
            </a:r>
            <a:r>
              <a:rPr lang="en-US" err="1"/>
              <a:t>fontsize</a:t>
            </a:r>
            <a:r>
              <a:rPr lang="en-US"/>
              <a:t>: max. 50 pt and min. 28 pt</a:t>
            </a:r>
          </a:p>
        </p:txBody>
      </p:sp>
      <p:pic>
        <p:nvPicPr>
          <p:cNvPr id="3" name="Graphic 2">
            <a:extLst>
              <a:ext uri="{FF2B5EF4-FFF2-40B4-BE49-F238E27FC236}">
                <a16:creationId xmlns:a16="http://schemas.microsoft.com/office/drawing/2014/main" id="{EE4C54A9-FE4A-CF9A-84DA-67AAE5515F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4" name="Text Placeholder 3">
            <a:extLst>
              <a:ext uri="{FF2B5EF4-FFF2-40B4-BE49-F238E27FC236}">
                <a16:creationId xmlns:a16="http://schemas.microsoft.com/office/drawing/2014/main" id="{E20B702C-FB12-83BF-F4E2-91F5D9F49BD2}"/>
              </a:ext>
            </a:extLst>
          </p:cNvPr>
          <p:cNvSpPr>
            <a:spLocks noGrp="1"/>
          </p:cNvSpPr>
          <p:nvPr>
            <p:ph type="body" sz="quarter" idx="145" hasCustomPrompt="1"/>
          </p:nvPr>
        </p:nvSpPr>
        <p:spPr>
          <a:xfrm>
            <a:off x="3412732" y="4550077"/>
            <a:ext cx="5367528" cy="283464"/>
          </a:xfrm>
          <a:prstGeom prst="rect">
            <a:avLst/>
          </a:prstGeom>
        </p:spPr>
        <p:txBody>
          <a:bodyPr wrap="square" anchor="ctr" anchorCtr="0">
            <a:noAutofit/>
          </a:bodyPr>
          <a:lstStyle>
            <a:lvl1pPr marL="0" indent="0" algn="ctr" defTabSz="914400" rtl="0" eaLnBrk="1" latinLnBrk="0" hangingPunct="1">
              <a:lnSpc>
                <a:spcPct val="90000"/>
              </a:lnSpc>
              <a:spcBef>
                <a:spcPts val="1000"/>
              </a:spcBef>
              <a:spcAft>
                <a:spcPts val="400"/>
              </a:spcAft>
              <a:buFont typeface="Wingdings" pitchFamily="2" charset="2"/>
              <a:buNone/>
              <a:defRPr lang="en-US" sz="1600" b="1"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 name="Text Placeholder 3">
            <a:extLst>
              <a:ext uri="{FF2B5EF4-FFF2-40B4-BE49-F238E27FC236}">
                <a16:creationId xmlns:a16="http://schemas.microsoft.com/office/drawing/2014/main" id="{5705149E-6982-F886-E34A-8791F693794F}"/>
              </a:ext>
            </a:extLst>
          </p:cNvPr>
          <p:cNvSpPr>
            <a:spLocks noGrp="1"/>
          </p:cNvSpPr>
          <p:nvPr>
            <p:ph type="body" sz="quarter" idx="146" hasCustomPrompt="1"/>
          </p:nvPr>
        </p:nvSpPr>
        <p:spPr>
          <a:xfrm>
            <a:off x="3412732" y="4886206"/>
            <a:ext cx="5367528" cy="283464"/>
          </a:xfrm>
          <a:prstGeom prst="rect">
            <a:avLst/>
          </a:prstGeom>
        </p:spPr>
        <p:txBody>
          <a:bodyPr wrap="square" anchor="ctr" anchorCtr="0">
            <a:noAutofit/>
          </a:bodyPr>
          <a:lstStyle>
            <a:lvl1pPr marL="0" indent="0" algn="ctr"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Tree>
    <p:extLst>
      <p:ext uri="{BB962C8B-B14F-4D97-AF65-F5344CB8AC3E}">
        <p14:creationId xmlns:p14="http://schemas.microsoft.com/office/powerpoint/2010/main" val="3495201016"/>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with disclaimer 1">
    <p:spTree>
      <p:nvGrpSpPr>
        <p:cNvPr id="1" name=""/>
        <p:cNvGrpSpPr/>
        <p:nvPr/>
      </p:nvGrpSpPr>
      <p:grpSpPr>
        <a:xfrm>
          <a:off x="0" y="0"/>
          <a:ext cx="0" cy="0"/>
          <a:chOff x="0" y="0"/>
          <a:chExt cx="0" cy="0"/>
        </a:xfrm>
      </p:grpSpPr>
      <p:pic>
        <p:nvPicPr>
          <p:cNvPr id="3" name="Picture 2" descr="A colorful gradient of squares&#10;&#10;Description automatically generated with medium confidence">
            <a:extLst>
              <a:ext uri="{FF2B5EF4-FFF2-40B4-BE49-F238E27FC236}">
                <a16:creationId xmlns:a16="http://schemas.microsoft.com/office/drawing/2014/main" id="{334EFC3A-5C72-60BC-E29C-9858F7369F28}"/>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 name="Graphic 1">
            <a:extLst>
              <a:ext uri="{FF2B5EF4-FFF2-40B4-BE49-F238E27FC236}">
                <a16:creationId xmlns:a16="http://schemas.microsoft.com/office/drawing/2014/main" id="{1924593E-99ED-FAE1-2706-3FA040357ED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57189" y="5157116"/>
            <a:ext cx="2170219" cy="431283"/>
          </a:xfrm>
          <a:prstGeom prst="rect">
            <a:avLst/>
          </a:prstGeom>
        </p:spPr>
      </p:pic>
      <p:sp>
        <p:nvSpPr>
          <p:cNvPr id="6" name="TextBox 5">
            <a:extLst>
              <a:ext uri="{FF2B5EF4-FFF2-40B4-BE49-F238E27FC236}">
                <a16:creationId xmlns:a16="http://schemas.microsoft.com/office/drawing/2014/main" id="{C78A028D-4E43-9D46-40FE-48A0FB521753}"/>
              </a:ext>
            </a:extLst>
          </p:cNvPr>
          <p:cNvSpPr txBox="1">
            <a:spLocks/>
          </p:cNvSpPr>
          <p:nvPr userDrawn="1"/>
        </p:nvSpPr>
        <p:spPr>
          <a:xfrm>
            <a:off x="357189" y="5886044"/>
            <a:ext cx="11476036" cy="674311"/>
          </a:xfrm>
          <a:prstGeom prst="rect">
            <a:avLst/>
          </a:prstGeom>
          <a:noFill/>
          <a:ln>
            <a:noFill/>
          </a:ln>
        </p:spPr>
        <p:txBody>
          <a:bodyPr vert="horz" wrap="square" lIns="0" tIns="0" rIns="0" bIns="0" rtlCol="0" anchor="b">
            <a:spAutoFit/>
          </a:bodyPr>
          <a:lstStyle>
            <a:lvl1pPr marL="179388" indent="-1793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1pPr>
            <a:lvl2pPr marL="36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2pPr>
            <a:lvl3pPr marL="54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3pPr>
            <a:lvl4pPr marL="720000" indent="-180000"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90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800" b="1" noProof="0">
                <a:solidFill>
                  <a:schemeClr val="bg1"/>
                </a:solidFill>
              </a:rPr>
              <a:t>Legal notice</a:t>
            </a:r>
          </a:p>
          <a:p>
            <a:pPr marL="0" marR="0" lvl="0" indent="0" algn="just" defTabSz="914400" rtl="0" eaLnBrk="1" fontAlgn="auto" latinLnBrk="0" hangingPunct="1">
              <a:lnSpc>
                <a:spcPct val="90000"/>
              </a:lnSpc>
              <a:spcBef>
                <a:spcPts val="600"/>
              </a:spcBef>
              <a:spcAft>
                <a:spcPts val="0"/>
              </a:spcAft>
              <a:buClrTx/>
              <a:buSzTx/>
              <a:buFont typeface="Arial" pitchFamily="34" charset="0"/>
              <a:buNone/>
              <a:tabLst/>
              <a:defRPr/>
            </a:pPr>
            <a:r>
              <a:rPr lang="en-US" sz="800" noProof="0">
                <a:solidFill>
                  <a:schemeClr val="bg1"/>
                </a:solidFill>
                <a:latin typeface="+mn-lt"/>
              </a:rPr>
              <a:t>The contents of this publication are for general information and illustrative purposes only and are used at the reader’s own risk. SimCorp uses all reasonable endeavors to ensure the accuracy of the information. However, SimCorp does not guarantee or warrant the accuracy, completeness, factual correctness, or reliability of any information in this publication and does not accept liability for errors, omissions, inaccuracies, or typographical errors. The views and opinions expressed in this publication are not necessarily those of SimCorp. © 2024 SimCorp A/S. All rights reserved. Without limiting rights under copyright, no part of this document may be reproduced, stored in, or introduced into a retrieval system, or transmitted in any form, by any means (electronic, mechanical, photocopying, recording, or otherwise), or for any purpose without the express written permission of SimCorp A/S. SimCorp, the SimCorp logo, SimCorp</a:t>
            </a:r>
            <a:r>
              <a:rPr lang="en-US" sz="800" baseline="30000" noProof="0">
                <a:solidFill>
                  <a:schemeClr val="bg1"/>
                </a:solidFill>
                <a:latin typeface="+mn-lt"/>
              </a:rPr>
              <a:t> ®, </a:t>
            </a:r>
            <a:r>
              <a:rPr lang="en-US" sz="800" noProof="0">
                <a:solidFill>
                  <a:schemeClr val="bg1"/>
                </a:solidFill>
                <a:latin typeface="+mn-lt"/>
              </a:rPr>
              <a:t>and SimCorp Services are either registered trademarks or trademarks of SimCorp A/S in Denmark and/or other countries. Refer to www.simcorp.com/trademarks for a full list of SimCorp A/S trademarks. Other trademarks referred to in this document are the property of their respective owners.</a:t>
            </a:r>
            <a:endParaRPr lang="en-US" sz="800" b="0" noProof="0">
              <a:solidFill>
                <a:schemeClr val="bg1"/>
              </a:solidFill>
            </a:endParaRPr>
          </a:p>
        </p:txBody>
      </p:sp>
      <p:sp>
        <p:nvSpPr>
          <p:cNvPr id="7" name="Text Placeholder 5">
            <a:extLst>
              <a:ext uri="{FF2B5EF4-FFF2-40B4-BE49-F238E27FC236}">
                <a16:creationId xmlns:a16="http://schemas.microsoft.com/office/drawing/2014/main" id="{3C633310-3E85-E315-7991-5513A27ADB9F}"/>
              </a:ext>
            </a:extLst>
          </p:cNvPr>
          <p:cNvSpPr>
            <a:spLocks noGrp="1"/>
          </p:cNvSpPr>
          <p:nvPr>
            <p:ph type="body" sz="quarter" idx="28" hasCustomPrompt="1"/>
          </p:nvPr>
        </p:nvSpPr>
        <p:spPr>
          <a:xfrm>
            <a:off x="1034796" y="2655654"/>
            <a:ext cx="10122408" cy="1792224"/>
          </a:xfrm>
          <a:prstGeom prst="rect">
            <a:avLst/>
          </a:prstGeom>
        </p:spPr>
        <p:txBody>
          <a:bodyPr anchor="ctr">
            <a:noAutofit/>
          </a:bodyPr>
          <a:lstStyle>
            <a:lvl1pPr marL="0" indent="0" algn="ctr">
              <a:buNone/>
              <a:defRPr sz="6600">
                <a:solidFill>
                  <a:schemeClr val="bg1"/>
                </a:solidFill>
              </a:defRPr>
            </a:lvl1pPr>
          </a:lstStyle>
          <a:p>
            <a:pPr lvl="0"/>
            <a:r>
              <a:rPr lang="en-US"/>
              <a:t>Text here</a:t>
            </a:r>
          </a:p>
        </p:txBody>
      </p:sp>
    </p:spTree>
    <p:extLst>
      <p:ext uri="{BB962C8B-B14F-4D97-AF65-F5344CB8AC3E}">
        <p14:creationId xmlns:p14="http://schemas.microsoft.com/office/powerpoint/2010/main" val="1531861916"/>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with disclaimer 2">
    <p:spTree>
      <p:nvGrpSpPr>
        <p:cNvPr id="1" name=""/>
        <p:cNvGrpSpPr/>
        <p:nvPr/>
      </p:nvGrpSpPr>
      <p:grpSpPr>
        <a:xfrm>
          <a:off x="0" y="0"/>
          <a:ext cx="0" cy="0"/>
          <a:chOff x="0" y="0"/>
          <a:chExt cx="0" cy="0"/>
        </a:xfrm>
      </p:grpSpPr>
      <p:pic>
        <p:nvPicPr>
          <p:cNvPr id="7" name="Gradient 4 - LOOP">
            <a:hlinkClick r:id="" action="ppaction://media"/>
            <a:extLst>
              <a:ext uri="{FF2B5EF4-FFF2-40B4-BE49-F238E27FC236}">
                <a16:creationId xmlns:a16="http://schemas.microsoft.com/office/drawing/2014/main" id="{83ED7213-FAD8-6169-1D5C-2579EE065D0C}"/>
              </a:ext>
            </a:extLst>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p:spPr>
      </p:pic>
      <p:pic>
        <p:nvPicPr>
          <p:cNvPr id="2" name="Graphic 1">
            <a:extLst>
              <a:ext uri="{FF2B5EF4-FFF2-40B4-BE49-F238E27FC236}">
                <a16:creationId xmlns:a16="http://schemas.microsoft.com/office/drawing/2014/main" id="{1924593E-99ED-FAE1-2706-3FA040357ED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57189" y="5157116"/>
            <a:ext cx="2170219" cy="431283"/>
          </a:xfrm>
          <a:prstGeom prst="rect">
            <a:avLst/>
          </a:prstGeom>
        </p:spPr>
      </p:pic>
      <p:sp>
        <p:nvSpPr>
          <p:cNvPr id="6" name="TextBox 5">
            <a:extLst>
              <a:ext uri="{FF2B5EF4-FFF2-40B4-BE49-F238E27FC236}">
                <a16:creationId xmlns:a16="http://schemas.microsoft.com/office/drawing/2014/main" id="{C78A028D-4E43-9D46-40FE-48A0FB521753}"/>
              </a:ext>
            </a:extLst>
          </p:cNvPr>
          <p:cNvSpPr txBox="1">
            <a:spLocks/>
          </p:cNvSpPr>
          <p:nvPr userDrawn="1"/>
        </p:nvSpPr>
        <p:spPr>
          <a:xfrm>
            <a:off x="357189" y="5886044"/>
            <a:ext cx="11476036" cy="674311"/>
          </a:xfrm>
          <a:prstGeom prst="rect">
            <a:avLst/>
          </a:prstGeom>
          <a:noFill/>
          <a:ln>
            <a:noFill/>
          </a:ln>
        </p:spPr>
        <p:txBody>
          <a:bodyPr vert="horz" wrap="square" lIns="0" tIns="0" rIns="0" bIns="0" rtlCol="0" anchor="b">
            <a:spAutoFit/>
          </a:bodyPr>
          <a:lstStyle>
            <a:lvl1pPr marL="179388" indent="-1793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1pPr>
            <a:lvl2pPr marL="36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2pPr>
            <a:lvl3pPr marL="54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3pPr>
            <a:lvl4pPr marL="720000" indent="-180000"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90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800" b="1" noProof="0">
                <a:solidFill>
                  <a:schemeClr val="bg1"/>
                </a:solidFill>
              </a:rPr>
              <a:t>Legal notice</a:t>
            </a:r>
          </a:p>
          <a:p>
            <a:pPr marL="0" marR="0" lvl="0" indent="0" algn="just" defTabSz="914400" rtl="0" eaLnBrk="1" fontAlgn="auto" latinLnBrk="0" hangingPunct="1">
              <a:lnSpc>
                <a:spcPct val="90000"/>
              </a:lnSpc>
              <a:spcBef>
                <a:spcPts val="600"/>
              </a:spcBef>
              <a:spcAft>
                <a:spcPts val="0"/>
              </a:spcAft>
              <a:buClrTx/>
              <a:buSzTx/>
              <a:buFont typeface="Arial" pitchFamily="34" charset="0"/>
              <a:buNone/>
              <a:tabLst/>
              <a:defRPr/>
            </a:pPr>
            <a:r>
              <a:rPr lang="en-US" sz="800" noProof="0">
                <a:solidFill>
                  <a:schemeClr val="bg1"/>
                </a:solidFill>
                <a:latin typeface="+mn-lt"/>
              </a:rPr>
              <a:t>The contents of this publication are for general information and illustrative purposes only and are used at the reader’s own risk. SimCorp uses all reasonable endeavors to ensure the accuracy of the information. However, SimCorp does not guarantee or warrant the accuracy, completeness, factual correctness, or reliability of any information in this publication and does not accept liability for errors, omissions, inaccuracies, or typographical errors. The views and opinions expressed in this publication are not necessarily those of SimCorp. © 2024 SimCorp A/S. All rights reserved. Without limiting rights under copyright, no part of this document may be reproduced, stored in, or introduced into a retrieval system, or transmitted in any form, by any means (electronic, mechanical, photocopying, recording, or otherwise), or for any purpose without the express written permission of SimCorp A/S. SimCorp, the SimCorp logo, SimCorp</a:t>
            </a:r>
            <a:r>
              <a:rPr lang="en-US" sz="800" baseline="30000" noProof="0">
                <a:solidFill>
                  <a:schemeClr val="bg1"/>
                </a:solidFill>
                <a:latin typeface="+mn-lt"/>
              </a:rPr>
              <a:t> ®, </a:t>
            </a:r>
            <a:r>
              <a:rPr lang="en-US" sz="800" noProof="0">
                <a:solidFill>
                  <a:schemeClr val="bg1"/>
                </a:solidFill>
                <a:latin typeface="+mn-lt"/>
              </a:rPr>
              <a:t>and SimCorp Services are either registered trademarks or trademarks of SimCorp A/S in Denmark and/or other countries. Refer to www.simcorp.com/trademarks for a full list of SimCorp A/S trademarks. Other trademarks referred to in this document are the property of their respective owners.</a:t>
            </a:r>
            <a:endParaRPr lang="en-US" sz="800" b="0" noProof="0">
              <a:solidFill>
                <a:schemeClr val="bg1"/>
              </a:solidFill>
            </a:endParaRPr>
          </a:p>
        </p:txBody>
      </p:sp>
      <p:sp>
        <p:nvSpPr>
          <p:cNvPr id="3" name="Text Placeholder 5">
            <a:extLst>
              <a:ext uri="{FF2B5EF4-FFF2-40B4-BE49-F238E27FC236}">
                <a16:creationId xmlns:a16="http://schemas.microsoft.com/office/drawing/2014/main" id="{00BF095A-D73C-9C17-CEFE-B1AD18EDBF62}"/>
              </a:ext>
            </a:extLst>
          </p:cNvPr>
          <p:cNvSpPr>
            <a:spLocks noGrp="1"/>
          </p:cNvSpPr>
          <p:nvPr>
            <p:ph type="body" sz="quarter" idx="28" hasCustomPrompt="1"/>
          </p:nvPr>
        </p:nvSpPr>
        <p:spPr>
          <a:xfrm>
            <a:off x="1034796" y="2655654"/>
            <a:ext cx="10122408" cy="1792224"/>
          </a:xfrm>
          <a:prstGeom prst="rect">
            <a:avLst/>
          </a:prstGeom>
        </p:spPr>
        <p:txBody>
          <a:bodyPr anchor="ctr">
            <a:noAutofit/>
          </a:bodyPr>
          <a:lstStyle>
            <a:lvl1pPr marL="0" indent="0" algn="ctr">
              <a:buNone/>
              <a:defRPr sz="6600">
                <a:solidFill>
                  <a:schemeClr val="bg1"/>
                </a:solidFill>
              </a:defRPr>
            </a:lvl1pPr>
          </a:lstStyle>
          <a:p>
            <a:pPr lvl="0"/>
            <a:r>
              <a:rPr lang="en-US"/>
              <a:t>Text here</a:t>
            </a:r>
          </a:p>
        </p:txBody>
      </p:sp>
    </p:spTree>
    <p:extLst>
      <p:ext uri="{BB962C8B-B14F-4D97-AF65-F5344CB8AC3E}">
        <p14:creationId xmlns:p14="http://schemas.microsoft.com/office/powerpoint/2010/main" val="2960227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34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vol="80000">
                <p:cTn id="12" repeatCount="indefinite" fill="hold" display="0">
                  <p:stCondLst>
                    <p:cond delay="indefinite"/>
                  </p:stCondLst>
                </p:cTn>
                <p:tgtEl>
                  <p:spTgt spid="7"/>
                </p:tgtEl>
              </p:cMediaNode>
            </p:video>
          </p:childTnLst>
        </p:cTn>
      </p:par>
    </p:tnLst>
  </p:timing>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3">
            <a:extLst>
              <a:ext uri="{FF2B5EF4-FFF2-40B4-BE49-F238E27FC236}">
                <a16:creationId xmlns:a16="http://schemas.microsoft.com/office/drawing/2014/main" id="{D3D8D834-4010-7C1D-5E18-6B738E75FD51}"/>
              </a:ext>
            </a:extLst>
          </p:cNvPr>
          <p:cNvSpPr>
            <a:spLocks noGrp="1"/>
          </p:cNvSpPr>
          <p:nvPr>
            <p:ph type="title" hasCustomPrompt="1"/>
          </p:nvPr>
        </p:nvSpPr>
        <p:spPr>
          <a:xfrm>
            <a:off x="839787" y="269874"/>
            <a:ext cx="10512788" cy="835025"/>
          </a:xfrm>
          <a:prstGeom prst="rect">
            <a:avLst/>
          </a:prstGeom>
        </p:spPr>
        <p:txBody>
          <a:bodyPr anchor="b"/>
          <a:lstStyle>
            <a:lvl1pPr>
              <a:defRPr sz="2900"/>
            </a:lvl1pPr>
          </a:lstStyle>
          <a:p>
            <a:r>
              <a:rPr lang="en-US"/>
              <a:t>Click to ADD TITLE</a:t>
            </a:r>
          </a:p>
        </p:txBody>
      </p:sp>
      <p:sp>
        <p:nvSpPr>
          <p:cNvPr id="3" name="Text Placeholder 9">
            <a:extLst>
              <a:ext uri="{FF2B5EF4-FFF2-40B4-BE49-F238E27FC236}">
                <a16:creationId xmlns:a16="http://schemas.microsoft.com/office/drawing/2014/main" id="{313B9E46-FFE0-0F0B-B7CD-723F4EA38B4A}"/>
              </a:ext>
            </a:extLst>
          </p:cNvPr>
          <p:cNvSpPr>
            <a:spLocks noGrp="1"/>
          </p:cNvSpPr>
          <p:nvPr>
            <p:ph type="body" sz="quarter" idx="23" hasCustomPrompt="1"/>
          </p:nvPr>
        </p:nvSpPr>
        <p:spPr>
          <a:xfrm>
            <a:off x="839424" y="1162440"/>
            <a:ext cx="10512786" cy="193899"/>
          </a:xfrm>
          <a:prstGeom prst="rect">
            <a:avLst/>
          </a:prstGeom>
        </p:spPr>
        <p:txBody>
          <a:bodyPr wrap="square" lIns="0" tIns="0" rIns="0" bIns="0">
            <a:spAutoFit/>
          </a:bodyPr>
          <a:lstStyle>
            <a:lvl1pPr marL="0" indent="0">
              <a:buNone/>
              <a:defRPr sz="1400" cap="all" baseline="0">
                <a:latin typeface="+mj-lt"/>
              </a:defRPr>
            </a:lvl1pPr>
            <a:lvl2pPr marL="178775" indent="0">
              <a:buNone/>
              <a:defRPr cap="all" baseline="0"/>
            </a:lvl2pPr>
            <a:lvl3pPr marL="360000" indent="0">
              <a:buNone/>
              <a:defRPr cap="all" baseline="0"/>
            </a:lvl3pPr>
            <a:lvl4pPr marL="539138" indent="0">
              <a:buNone/>
              <a:defRPr cap="all" baseline="0"/>
            </a:lvl4pPr>
            <a:lvl5pPr marL="720000" indent="0">
              <a:buNone/>
              <a:defRPr cap="all" baseline="0"/>
            </a:lvl5pPr>
          </a:lstStyle>
          <a:p>
            <a:pPr lvl="0"/>
            <a:r>
              <a:rPr lang="en-US"/>
              <a:t>Click to add subtitle</a:t>
            </a:r>
          </a:p>
        </p:txBody>
      </p:sp>
    </p:spTree>
    <p:extLst>
      <p:ext uri="{BB962C8B-B14F-4D97-AF65-F5344CB8AC3E}">
        <p14:creationId xmlns:p14="http://schemas.microsoft.com/office/powerpoint/2010/main" val="2994606278"/>
      </p:ext>
    </p:extLst>
  </p:cSld>
  <p:clrMapOvr>
    <a:masterClrMapping/>
  </p:clrMapOvr>
  <p:hf sldNum="0" hdr="0" ftr="0" dt="0"/>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theme" Target="../theme/theme1.xml"/><Relationship Id="rId36" Type="http://schemas.openxmlformats.org/officeDocument/2006/relationships/image" Target="../media/image1.png"/><Relationship Id="rId37"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59601648-525C-EEDB-6958-14BBD0D2A803}"/>
              </a:ext>
            </a:extLst>
          </p:cNvPr>
          <p:cNvSpPr txBox="1">
            <a:spLocks/>
          </p:cNvSpPr>
          <p:nvPr/>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2" name="Title Placeholder 1">
            <a:extLst>
              <a:ext uri="{FF2B5EF4-FFF2-40B4-BE49-F238E27FC236}">
                <a16:creationId xmlns:a16="http://schemas.microsoft.com/office/drawing/2014/main" id="{43E2F12F-86BB-5982-0A48-2379ABF5C921}"/>
              </a:ext>
            </a:extLst>
          </p:cNvPr>
          <p:cNvSpPr>
            <a:spLocks noGrp="1"/>
          </p:cNvSpPr>
          <p:nvPr>
            <p:ph type="title"/>
          </p:nvPr>
        </p:nvSpPr>
        <p:spPr>
          <a:xfrm>
            <a:off x="836975" y="269874"/>
            <a:ext cx="10515600" cy="832104"/>
          </a:xfrm>
          <a:prstGeom prst="rect">
            <a:avLst/>
          </a:prstGeom>
        </p:spPr>
        <p:txBody>
          <a:bodyPr vert="horz" wrap="square" lIns="0" tIns="0" rIns="0" bIns="0" rtlCol="0" anchor="b" anchorCtr="0">
            <a:noAutofit/>
          </a:bodyPr>
          <a:lstStyle/>
          <a:p>
            <a:pPr marL="0" lvl="0" indent="0">
              <a:spcBef>
                <a:spcPts val="1000"/>
              </a:spcBef>
              <a:spcAft>
                <a:spcPts val="400"/>
              </a:spcAft>
              <a:buFont typeface="Wingdings" pitchFamily="2" charset="2"/>
            </a:pPr>
            <a:r>
              <a:rPr lang="en-US"/>
              <a:t>Click to add title</a:t>
            </a:r>
          </a:p>
        </p:txBody>
      </p:sp>
      <p:sp>
        <p:nvSpPr>
          <p:cNvPr id="3" name="Text Placeholder 2">
            <a:extLst>
              <a:ext uri="{FF2B5EF4-FFF2-40B4-BE49-F238E27FC236}">
                <a16:creationId xmlns:a16="http://schemas.microsoft.com/office/drawing/2014/main" id="{1D0F23DB-3FBD-343C-39BF-D36668E5BBE4}"/>
              </a:ext>
            </a:extLst>
          </p:cNvPr>
          <p:cNvSpPr>
            <a:spLocks noGrp="1"/>
          </p:cNvSpPr>
          <p:nvPr>
            <p:ph type="body" idx="1"/>
          </p:nvPr>
        </p:nvSpPr>
        <p:spPr>
          <a:xfrm>
            <a:off x="839424" y="1607771"/>
            <a:ext cx="10515600" cy="457712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17A07310-264A-C0B4-4A60-9DB66C14910E}"/>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6" name="Slide Number Placeholder 5">
            <a:extLst>
              <a:ext uri="{FF2B5EF4-FFF2-40B4-BE49-F238E27FC236}">
                <a16:creationId xmlns:a16="http://schemas.microsoft.com/office/drawing/2014/main" id="{99D6D354-117E-1912-7F5F-4EA96472024E}"/>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pic>
        <p:nvPicPr>
          <p:cNvPr id="4" name="Graphic 3">
            <a:extLst>
              <a:ext uri="{FF2B5EF4-FFF2-40B4-BE49-F238E27FC236}">
                <a16:creationId xmlns:a16="http://schemas.microsoft.com/office/drawing/2014/main" id="{12954059-E802-AB0A-C2FA-9E92AD21720B}"/>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a:xfrm>
            <a:off x="839788" y="6323831"/>
            <a:ext cx="1149756" cy="228489"/>
          </a:xfrm>
          <a:prstGeom prst="rect">
            <a:avLst/>
          </a:prstGeom>
        </p:spPr>
      </p:pic>
    </p:spTree>
    <p:extLst>
      <p:ext uri="{BB962C8B-B14F-4D97-AF65-F5344CB8AC3E}">
        <p14:creationId xmlns:p14="http://schemas.microsoft.com/office/powerpoint/2010/main" val="2827153021"/>
      </p:ext>
    </p:extLst>
  </p:cSld>
  <p:clrMap bg1="lt1" tx1="dk1" bg2="lt2" tx2="dk2" accent1="accent1" accent2="accent2" accent3="accent3" accent4="accent4" accent5="accent5" accent6="accent6" hlink="hlink" folHlink="folHlink"/>
  <p:sldLayoutIdLst>
    <p:sldLayoutId id="2147484327" r:id="rId1"/>
    <p:sldLayoutId id="2147484287" r:id="rId2"/>
    <p:sldLayoutId id="2147484291" r:id="rId3"/>
    <p:sldLayoutId id="2147484292" r:id="rId4"/>
    <p:sldLayoutId id="2147484294" r:id="rId5"/>
    <p:sldLayoutId id="2147484295" r:id="rId6"/>
    <p:sldLayoutId id="2147484297" r:id="rId7"/>
    <p:sldLayoutId id="2147484298" r:id="rId8"/>
    <p:sldLayoutId id="2147484299" r:id="rId9"/>
    <p:sldLayoutId id="2147484300" r:id="rId10"/>
    <p:sldLayoutId id="2147484315" r:id="rId11"/>
    <p:sldLayoutId id="2147484314" r:id="rId12"/>
    <p:sldLayoutId id="2147484316" r:id="rId13"/>
    <p:sldLayoutId id="2147484317" r:id="rId14"/>
    <p:sldLayoutId id="2147484312" r:id="rId15"/>
    <p:sldLayoutId id="2147484320" r:id="rId16"/>
    <p:sldLayoutId id="2147484321" r:id="rId17"/>
    <p:sldLayoutId id="2147484322" r:id="rId18"/>
    <p:sldLayoutId id="2147484323" r:id="rId19"/>
    <p:sldLayoutId id="2147484324" r:id="rId20"/>
    <p:sldLayoutId id="2147484325" r:id="rId21"/>
    <p:sldLayoutId id="2147484326" r:id="rId22"/>
    <p:sldLayoutId id="2147484328" r:id="rId23"/>
    <p:sldLayoutId id="2147484301" r:id="rId24"/>
    <p:sldLayoutId id="2147484302" r:id="rId25"/>
    <p:sldLayoutId id="2147484304" r:id="rId26"/>
    <p:sldLayoutId id="2147484318" r:id="rId27"/>
    <p:sldLayoutId id="2147484305" r:id="rId28"/>
    <p:sldLayoutId id="2147484319" r:id="rId29"/>
    <p:sldLayoutId id="2147484307" r:id="rId30"/>
    <p:sldLayoutId id="2147484311" r:id="rId31"/>
    <p:sldLayoutId id="2147484310" r:id="rId32"/>
    <p:sldLayoutId id="2147484309" r:id="rId33"/>
    <p:sldLayoutId id="2147484329" r:id="rId34"/>
  </p:sldLayoutIdLst>
  <p:hf sldNum="0" hdr="0" ftr="0" dt="0"/>
  <p:txStyles>
    <p:titleStyle>
      <a:lvl1pPr algn="l" defTabSz="914400" rtl="0" eaLnBrk="1" latinLnBrk="0" hangingPunct="1">
        <a:lnSpc>
          <a:spcPct val="90000"/>
        </a:lnSpc>
        <a:spcBef>
          <a:spcPct val="0"/>
        </a:spcBef>
        <a:buNone/>
        <a:defRPr lang="en-US" sz="2900" b="0" kern="1200" cap="none" baseline="0" dirty="0">
          <a:solidFill>
            <a:schemeClr val="tx1"/>
          </a:solidFill>
          <a:latin typeface="Microsoft Sans Serif" panose="020B0604020202020204" pitchFamily="34" charset="0"/>
          <a:ea typeface="+mn-ea"/>
          <a:cs typeface="Microsoft Sans Serif" panose="020B0604020202020204" pitchFamily="34" charset="0"/>
        </a:defRPr>
      </a:lvl1pPr>
    </p:titleStyle>
    <p:bodyStyle>
      <a:lvl1pPr marL="180000"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1pPr>
      <a:lvl2pPr marL="358775"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2pPr>
      <a:lvl3pPr marL="540000"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3pPr>
      <a:lvl4pPr marL="719138"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4pPr>
      <a:lvl5pPr marL="900000"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4" pos="525">
          <p15:clr>
            <a:srgbClr val="F26B43"/>
          </p15:clr>
        </p15:guide>
        <p15:guide id="35" orient="horz" pos="639">
          <p15:clr>
            <a:srgbClr val="F26B43"/>
          </p15:clr>
        </p15:guide>
        <p15:guide id="36" orient="horz" pos="751">
          <p15:clr>
            <a:srgbClr val="F26B43"/>
          </p15:clr>
        </p15:guide>
        <p15:guide id="37" orient="horz" pos="3896">
          <p15:clr>
            <a:srgbClr val="F26B43"/>
          </p15:clr>
        </p15:guide>
        <p15:guide id="38" pos="7488">
          <p15:clr>
            <a:srgbClr val="F26B43"/>
          </p15:clr>
        </p15:guide>
        <p15:guide id="39" orient="horz" pos="218">
          <p15:clr>
            <a:srgbClr val="F26B43"/>
          </p15:clr>
        </p15:guide>
        <p15:guide id="40" orient="horz" pos="168">
          <p15:clr>
            <a:srgbClr val="FFFFFF"/>
          </p15:clr>
        </p15:guide>
        <p15:guide id="41" pos="7152">
          <p15:clr>
            <a:srgbClr val="F26B43"/>
          </p15:clr>
        </p15:guide>
        <p15:guide id="42" orient="horz" pos="1007">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ns0:Relationships xmlns:ns0="http://schemas.openxmlformats.org/package/2006/relationships"><ns0:Relationship Id="rId13" Type="http://schemas.openxmlformats.org/officeDocument/2006/relationships/tags" Target="../tags/tag16.xml" /><ns0:Relationship Id="rId18" Type="http://schemas.openxmlformats.org/officeDocument/2006/relationships/tags" Target="../tags/tag21.xml" /><ns0:Relationship Id="rId26" Type="http://schemas.openxmlformats.org/officeDocument/2006/relationships/tags" Target="../tags/tag29.xml" /><ns0:Relationship Id="rId3" Type="http://schemas.openxmlformats.org/officeDocument/2006/relationships/tags" Target="../tags/tag6.xml" /><ns0:Relationship Id="rId21" Type="http://schemas.openxmlformats.org/officeDocument/2006/relationships/tags" Target="../tags/tag24.xml" /><ns0:Relationship Id="rId34" Type="http://schemas.openxmlformats.org/officeDocument/2006/relationships/chart" Target="../charts/chart1.xml" /><ns0:Relationship Id="rId7" Type="http://schemas.openxmlformats.org/officeDocument/2006/relationships/tags" Target="../tags/tag10.xml" /><ns0:Relationship Id="rId12" Type="http://schemas.openxmlformats.org/officeDocument/2006/relationships/tags" Target="../tags/tag15.xml" /><ns0:Relationship Id="rId17" Type="http://schemas.openxmlformats.org/officeDocument/2006/relationships/tags" Target="../tags/tag20.xml" /><ns0:Relationship Id="rId25" Type="http://schemas.openxmlformats.org/officeDocument/2006/relationships/tags" Target="../tags/tag28.xml" /><ns0:Relationship Id="rId33" Type="http://schemas.openxmlformats.org/officeDocument/2006/relationships/image" Target="../media/image1.emf" /><ns0:Relationship Id="rId2" Type="http://schemas.openxmlformats.org/officeDocument/2006/relationships/tags" Target="../tags/tag5.xml" /><ns0:Relationship Id="rId16" Type="http://schemas.openxmlformats.org/officeDocument/2006/relationships/tags" Target="../tags/tag19.xml" /><ns0:Relationship Id="rId20" Type="http://schemas.openxmlformats.org/officeDocument/2006/relationships/tags" Target="../tags/tag23.xml" /><ns0:Relationship Id="rId29" Type="http://schemas.openxmlformats.org/officeDocument/2006/relationships/tags" Target="../tags/tag32.xml" /><ns0:Relationship Id="rId1" Type="http://schemas.openxmlformats.org/officeDocument/2006/relationships/tags" Target="../tags/tag4.xml" /><ns0:Relationship Id="rId6" Type="http://schemas.openxmlformats.org/officeDocument/2006/relationships/tags" Target="../tags/tag9.xml" /><ns0:Relationship Id="rId11" Type="http://schemas.openxmlformats.org/officeDocument/2006/relationships/tags" Target="../tags/tag14.xml" /><ns0:Relationship Id="rId24" Type="http://schemas.openxmlformats.org/officeDocument/2006/relationships/tags" Target="../tags/tag27.xml" /><ns0:Relationship Id="rId32" Type="http://schemas.openxmlformats.org/officeDocument/2006/relationships/oleObject" Target="../embeddings/oleObject3.bin" /><ns0:Relationship Id="rId5" Type="http://schemas.openxmlformats.org/officeDocument/2006/relationships/tags" Target="../tags/tag8.xml" /><ns0:Relationship Id="rId15" Type="http://schemas.openxmlformats.org/officeDocument/2006/relationships/tags" Target="../tags/tag18.xml" /><ns0:Relationship Id="rId23" Type="http://schemas.openxmlformats.org/officeDocument/2006/relationships/tags" Target="../tags/tag26.xml" /><ns0:Relationship Id="rId28" Type="http://schemas.openxmlformats.org/officeDocument/2006/relationships/tags" Target="../tags/tag31.xml" /><ns0:Relationship Id="rId10" Type="http://schemas.openxmlformats.org/officeDocument/2006/relationships/tags" Target="../tags/tag13.xml" /><ns0:Relationship Id="rId19" Type="http://schemas.openxmlformats.org/officeDocument/2006/relationships/tags" Target="../tags/tag22.xml" /><ns0:Relationship Id="rId4" Type="http://schemas.openxmlformats.org/officeDocument/2006/relationships/tags" Target="../tags/tag7.xml" /><ns0:Relationship Id="rId9" Type="http://schemas.openxmlformats.org/officeDocument/2006/relationships/tags" Target="../tags/tag12.xml" /><ns0:Relationship Id="rId14" Type="http://schemas.openxmlformats.org/officeDocument/2006/relationships/tags" Target="../tags/tag17.xml" /><ns0:Relationship Id="rId22" Type="http://schemas.openxmlformats.org/officeDocument/2006/relationships/tags" Target="../tags/tag25.xml" /><ns0:Relationship Id="rId27" Type="http://schemas.openxmlformats.org/officeDocument/2006/relationships/tags" Target="../tags/tag30.xml" /><ns0:Relationship Id="rId30" Type="http://schemas.openxmlformats.org/officeDocument/2006/relationships/slideLayout" Target="../slideLayouts/slideLayout7.xml" /><ns0:Relationship Id="rId8" Type="http://schemas.openxmlformats.org/officeDocument/2006/relationships/tags" Target="../tags/tag11.xml" /></ns0:Relationships>
</file>

<file path=ppt/slides/_rels/slide5.xml.rels><?xml version='1.0' encoding='utf-8'?>
<ns0:Relationships xmlns:ns0="http://schemas.openxmlformats.org/package/2006/relationships"><ns0:Relationship Id="rId8" Type="http://schemas.openxmlformats.org/officeDocument/2006/relationships/tags" Target="../tags/tag249.xml" /><ns0:Relationship Id="rId13" Type="http://schemas.openxmlformats.org/officeDocument/2006/relationships/tags" Target="../tags/tag254.xml" /><ns0:Relationship Id="rId18" Type="http://schemas.openxmlformats.org/officeDocument/2006/relationships/tags" Target="../tags/tag259.xml" /><ns0:Relationship Id="rId26" Type="http://schemas.openxmlformats.org/officeDocument/2006/relationships/chart" Target="../charts/chart9.xml" /><ns0:Relationship Id="rId3" Type="http://schemas.openxmlformats.org/officeDocument/2006/relationships/tags" Target="../tags/tag244.xml" /><ns0:Relationship Id="rId21" Type="http://schemas.openxmlformats.org/officeDocument/2006/relationships/tags" Target="../tags/tag262.xml" /><ns0:Relationship Id="rId7" Type="http://schemas.openxmlformats.org/officeDocument/2006/relationships/tags" Target="../tags/tag248.xml" /><ns0:Relationship Id="rId12" Type="http://schemas.openxmlformats.org/officeDocument/2006/relationships/tags" Target="../tags/tag253.xml" /><ns0:Relationship Id="rId17" Type="http://schemas.openxmlformats.org/officeDocument/2006/relationships/tags" Target="../tags/tag258.xml" /><ns0:Relationship Id="rId25" Type="http://schemas.openxmlformats.org/officeDocument/2006/relationships/image" Target="../media/image2.emf" /><ns0:Relationship Id="rId2" Type="http://schemas.openxmlformats.org/officeDocument/2006/relationships/tags" Target="../tags/tag243.xml" /><ns0:Relationship Id="rId16" Type="http://schemas.openxmlformats.org/officeDocument/2006/relationships/tags" Target="../tags/tag257.xml" /><ns0:Relationship Id="rId20" Type="http://schemas.openxmlformats.org/officeDocument/2006/relationships/tags" Target="../tags/tag261.xml" /><ns0:Relationship Id="rId1" Type="http://schemas.openxmlformats.org/officeDocument/2006/relationships/tags" Target="../tags/tag242.xml" /><ns0:Relationship Id="rId6" Type="http://schemas.openxmlformats.org/officeDocument/2006/relationships/tags" Target="../tags/tag247.xml" /><ns0:Relationship Id="rId11" Type="http://schemas.openxmlformats.org/officeDocument/2006/relationships/tags" Target="../tags/tag252.xml" /><ns0:Relationship Id="rId24" Type="http://schemas.openxmlformats.org/officeDocument/2006/relationships/oleObject" Target="../embeddings/oleObject8.bin" /><ns0:Relationship Id="rId5" Type="http://schemas.openxmlformats.org/officeDocument/2006/relationships/tags" Target="../tags/tag246.xml" /><ns0:Relationship Id="rId15" Type="http://schemas.openxmlformats.org/officeDocument/2006/relationships/tags" Target="../tags/tag256.xml" /><ns0:Relationship Id="rId10" Type="http://schemas.openxmlformats.org/officeDocument/2006/relationships/tags" Target="../tags/tag251.xml" /><ns0:Relationship Id="rId19" Type="http://schemas.openxmlformats.org/officeDocument/2006/relationships/tags" Target="../tags/tag260.xml" /><ns0:Relationship Id="rId4" Type="http://schemas.openxmlformats.org/officeDocument/2006/relationships/tags" Target="../tags/tag245.xml" /><ns0:Relationship Id="rId9" Type="http://schemas.openxmlformats.org/officeDocument/2006/relationships/tags" Target="../tags/tag250.xml" /><ns0:Relationship Id="rId14" Type="http://schemas.openxmlformats.org/officeDocument/2006/relationships/tags" Target="../tags/tag255.xml" /><ns0:Relationship Id="rId22" Type="http://schemas.openxmlformats.org/officeDocument/2006/relationships/slideLayout" Target="../slideLayouts/slideLayout7.xml" /></ns0:Relationships>
</file>

<file path=ppt/slides/_rels/slide6.xml.rels><?xml version='1.0' encoding='utf-8'?>
<ns0:Relationships xmlns:ns0="http://schemas.openxmlformats.org/package/2006/relationships"><ns0:Relationship Id="rId8" Type="http://schemas.openxmlformats.org/officeDocument/2006/relationships/tags" Target="../tags/tag2.xml" /><ns0:Relationship Id="rId13" Type="http://schemas.openxmlformats.org/officeDocument/2006/relationships/tags" Target="../tags/tag3.xml" /><ns0:Relationship Id="rId18" Type="http://schemas.openxmlformats.org/officeDocument/2006/relationships/tags" Target="../tags/tag33.xml" /><ns0:Relationship Id="rId26" Type="http://schemas.openxmlformats.org/officeDocument/2006/relationships/chart" Target="../charts/chart2.xml" /><ns0:Relationship Id="rId3" Type="http://schemas.openxmlformats.org/officeDocument/2006/relationships/tags" Target="../tags/tag34.xml" /><ns0:Relationship Id="rId21" Type="http://schemas.openxmlformats.org/officeDocument/2006/relationships/tags" Target="../tags/tag35.xml" /><ns0:Relationship Id="rId7" Type="http://schemas.openxmlformats.org/officeDocument/2006/relationships/tags" Target="../tags/tag36.xml" /><ns0:Relationship Id="rId12" Type="http://schemas.openxmlformats.org/officeDocument/2006/relationships/tags" Target="../tags/tag37.xml" /><ns0:Relationship Id="rId17" Type="http://schemas.openxmlformats.org/officeDocument/2006/relationships/tags" Target="../tags/tag38.xml" /><ns0:Relationship Id="rId25" Type="http://schemas.openxmlformats.org/officeDocument/2006/relationships/image" Target="../media/image3.emf" /><ns0:Relationship Id="rId2" Type="http://schemas.openxmlformats.org/officeDocument/2006/relationships/tags" Target="../tags/tag39.xml" /><ns0:Relationship Id="rId16" Type="http://schemas.openxmlformats.org/officeDocument/2006/relationships/tags" Target="../tags/tag40.xml" /><ns0:Relationship Id="rId20" Type="http://schemas.openxmlformats.org/officeDocument/2006/relationships/tags" Target="../tags/tag41.xml" /><ns0:Relationship Id="rId1" Type="http://schemas.openxmlformats.org/officeDocument/2006/relationships/tags" Target="../tags/tag42.xml" /><ns0:Relationship Id="rId6" Type="http://schemas.openxmlformats.org/officeDocument/2006/relationships/tags" Target="../tags/tag43.xml" /><ns0:Relationship Id="rId11" Type="http://schemas.openxmlformats.org/officeDocument/2006/relationships/tags" Target="../tags/tag44.xml" /><ns0:Relationship Id="rId24" Type="http://schemas.openxmlformats.org/officeDocument/2006/relationships/oleObject" Target="../embeddings/oleObject1.bin" /><ns0:Relationship Id="rId5" Type="http://schemas.openxmlformats.org/officeDocument/2006/relationships/tags" Target="../tags/tag45.xml" /><ns0:Relationship Id="rId15" Type="http://schemas.openxmlformats.org/officeDocument/2006/relationships/tags" Target="../tags/tag46.xml" /><ns0:Relationship Id="rId10" Type="http://schemas.openxmlformats.org/officeDocument/2006/relationships/tags" Target="../tags/tag47.xml" /><ns0:Relationship Id="rId19" Type="http://schemas.openxmlformats.org/officeDocument/2006/relationships/tags" Target="../tags/tag48.xml" /><ns0:Relationship Id="rId4" Type="http://schemas.openxmlformats.org/officeDocument/2006/relationships/tags" Target="../tags/tag49.xml" /><ns0:Relationship Id="rId9" Type="http://schemas.openxmlformats.org/officeDocument/2006/relationships/tags" Target="../tags/tag50.xml" /><ns0:Relationship Id="rId14" Type="http://schemas.openxmlformats.org/officeDocument/2006/relationships/tags" Target="../tags/tag51.xml" /><ns0:Relationship Id="rId22" Type="http://schemas.openxmlformats.org/officeDocument/2006/relationships/slideLayout" Target="../slideLayouts/slideLayout7.xml" /></ns0: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ns0:Relationships xmlns:ns0="http://schemas.openxmlformats.org/package/2006/relationships"><ns0:Relationship Id="rId13" Type="http://schemas.openxmlformats.org/officeDocument/2006/relationships/tags" Target="../tags/tag76.xml" /><ns0:Relationship Id="rId18" Type="http://schemas.openxmlformats.org/officeDocument/2006/relationships/tags" Target="../tags/tag81.xml" /><ns0:Relationship Id="rId26" Type="http://schemas.openxmlformats.org/officeDocument/2006/relationships/tags" Target="../tags/tag89.xml" /><ns0:Relationship Id="rId21" Type="http://schemas.openxmlformats.org/officeDocument/2006/relationships/tags" Target="../tags/tag84.xml" /><ns0:Relationship Id="rId34" Type="http://schemas.openxmlformats.org/officeDocument/2006/relationships/slideLayout" Target="../slideLayouts/slideLayout7.xml" /><ns0:Relationship Id="rId7" Type="http://schemas.openxmlformats.org/officeDocument/2006/relationships/tags" Target="../tags/tag70.xml" /><ns0:Relationship Id="rId12" Type="http://schemas.openxmlformats.org/officeDocument/2006/relationships/tags" Target="../tags/tag75.xml" /><ns0:Relationship Id="rId17" Type="http://schemas.openxmlformats.org/officeDocument/2006/relationships/tags" Target="../tags/tag80.xml" /><ns0:Relationship Id="rId25" Type="http://schemas.openxmlformats.org/officeDocument/2006/relationships/tags" Target="../tags/tag88.xml" /><ns0:Relationship Id="rId33" Type="http://schemas.openxmlformats.org/officeDocument/2006/relationships/tags" Target="../tags/tag96.xml" /><ns0:Relationship Id="rId38" Type="http://schemas.openxmlformats.org/officeDocument/2006/relationships/chart" Target="../charts/chart3.xml" /><ns0:Relationship Id="rId2" Type="http://schemas.openxmlformats.org/officeDocument/2006/relationships/tags" Target="../tags/tag65.xml" /><ns0:Relationship Id="rId16" Type="http://schemas.openxmlformats.org/officeDocument/2006/relationships/tags" Target="../tags/tag79.xml" /><ns0:Relationship Id="rId20" Type="http://schemas.openxmlformats.org/officeDocument/2006/relationships/tags" Target="../tags/tag83.xml" /><ns0:Relationship Id="rId29" Type="http://schemas.openxmlformats.org/officeDocument/2006/relationships/tags" Target="../tags/tag92.xml" /><ns0:Relationship Id="rId1" Type="http://schemas.openxmlformats.org/officeDocument/2006/relationships/tags" Target="../tags/tag64.xml" /><ns0:Relationship Id="rId6" Type="http://schemas.openxmlformats.org/officeDocument/2006/relationships/tags" Target="../tags/tag69.xml" /><ns0:Relationship Id="rId11" Type="http://schemas.openxmlformats.org/officeDocument/2006/relationships/tags" Target="../tags/tag74.xml" /><ns0:Relationship Id="rId24" Type="http://schemas.openxmlformats.org/officeDocument/2006/relationships/tags" Target="../tags/tag87.xml" /><ns0:Relationship Id="rId32" Type="http://schemas.openxmlformats.org/officeDocument/2006/relationships/tags" Target="../tags/tag95.xml" /><ns0:Relationship Id="rId37" Type="http://schemas.openxmlformats.org/officeDocument/2006/relationships/image" Target="../media/image4.emf" /><ns0:Relationship Id="rId5" Type="http://schemas.openxmlformats.org/officeDocument/2006/relationships/tags" Target="../tags/tag68.xml" /><ns0:Relationship Id="rId15" Type="http://schemas.openxmlformats.org/officeDocument/2006/relationships/tags" Target="../tags/tag78.xml" /><ns0:Relationship Id="rId23" Type="http://schemas.openxmlformats.org/officeDocument/2006/relationships/tags" Target="../tags/tag86.xml" /><ns0:Relationship Id="rId28" Type="http://schemas.openxmlformats.org/officeDocument/2006/relationships/tags" Target="../tags/tag91.xml" /><ns0:Relationship Id="rId36" Type="http://schemas.openxmlformats.org/officeDocument/2006/relationships/oleObject" Target="../embeddings/oleObject5.bin" /><ns0:Relationship Id="rId10" Type="http://schemas.openxmlformats.org/officeDocument/2006/relationships/tags" Target="../tags/tag73.xml" /><ns0:Relationship Id="rId19" Type="http://schemas.openxmlformats.org/officeDocument/2006/relationships/tags" Target="../tags/tag82.xml" /><ns0:Relationship Id="rId31" Type="http://schemas.openxmlformats.org/officeDocument/2006/relationships/tags" Target="../tags/tag94.xml" /><ns0:Relationship Id="rId4" Type="http://schemas.openxmlformats.org/officeDocument/2006/relationships/tags" Target="../tags/tag67.xml" /><ns0:Relationship Id="rId9" Type="http://schemas.openxmlformats.org/officeDocument/2006/relationships/tags" Target="../tags/tag72.xml" /><ns0:Relationship Id="rId14" Type="http://schemas.openxmlformats.org/officeDocument/2006/relationships/tags" Target="../tags/tag77.xml" /><ns0:Relationship Id="rId22" Type="http://schemas.openxmlformats.org/officeDocument/2006/relationships/tags" Target="../tags/tag85.xml" /><ns0:Relationship Id="rId27" Type="http://schemas.openxmlformats.org/officeDocument/2006/relationships/tags" Target="../tags/tag90.xml" /><ns0:Relationship Id="rId30" Type="http://schemas.openxmlformats.org/officeDocument/2006/relationships/tags" Target="../tags/tag93.xml" /><ns0:Relationship Id="rId8" Type="http://schemas.openxmlformats.org/officeDocument/2006/relationships/tags" Target="../tags/tag71.xml" /><ns0:Relationship Id="rId3" Type="http://schemas.openxmlformats.org/officeDocument/2006/relationships/tags" Target="../tags/tag66.xml" /></ns0: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ns0:Relationships xmlns:ns0="http://schemas.openxmlformats.org/package/2006/relationships"><ns0:Relationship Id="rId8" Type="http://schemas.openxmlformats.org/officeDocument/2006/relationships/tags" Target="../tags/tag52.xml" /><ns0:Relationship Id="rId13" Type="http://schemas.openxmlformats.org/officeDocument/2006/relationships/tags" Target="../tags/tag53.xml" /><ns0:Relationship Id="rId18" Type="http://schemas.openxmlformats.org/officeDocument/2006/relationships/tags" Target="../tags/tag54.xml" /><ns0:Relationship Id="rId26" Type="http://schemas.openxmlformats.org/officeDocument/2006/relationships/chart" Target="../charts/chart4.xml" /><ns0:Relationship Id="rId3" Type="http://schemas.openxmlformats.org/officeDocument/2006/relationships/tags" Target="../tags/tag55.xml" /><ns0:Relationship Id="rId21" Type="http://schemas.openxmlformats.org/officeDocument/2006/relationships/tags" Target="../tags/tag56.xml" /><ns0:Relationship Id="rId7" Type="http://schemas.openxmlformats.org/officeDocument/2006/relationships/tags" Target="../tags/tag57.xml" /><ns0:Relationship Id="rId12" Type="http://schemas.openxmlformats.org/officeDocument/2006/relationships/tags" Target="../tags/tag58.xml" /><ns0:Relationship Id="rId17" Type="http://schemas.openxmlformats.org/officeDocument/2006/relationships/tags" Target="../tags/tag59.xml" /><ns0:Relationship Id="rId25" Type="http://schemas.openxmlformats.org/officeDocument/2006/relationships/image" Target="../media/image5.emf" /><ns0:Relationship Id="rId2" Type="http://schemas.openxmlformats.org/officeDocument/2006/relationships/tags" Target="../tags/tag60.xml" /><ns0:Relationship Id="rId16" Type="http://schemas.openxmlformats.org/officeDocument/2006/relationships/tags" Target="../tags/tag61.xml" /><ns0:Relationship Id="rId20" Type="http://schemas.openxmlformats.org/officeDocument/2006/relationships/tags" Target="../tags/tag62.xml" /><ns0:Relationship Id="rId1" Type="http://schemas.openxmlformats.org/officeDocument/2006/relationships/tags" Target="../tags/tag63.xml" /><ns0:Relationship Id="rId6" Type="http://schemas.openxmlformats.org/officeDocument/2006/relationships/tags" Target="../tags/tag97.xml" /><ns0:Relationship Id="rId11" Type="http://schemas.openxmlformats.org/officeDocument/2006/relationships/tags" Target="../tags/tag98.xml" /><ns0:Relationship Id="rId24" Type="http://schemas.openxmlformats.org/officeDocument/2006/relationships/oleObject" Target="../embeddings/oleObject2.bin" /><ns0:Relationship Id="rId5" Type="http://schemas.openxmlformats.org/officeDocument/2006/relationships/tags" Target="../tags/tag99.xml" /><ns0:Relationship Id="rId15" Type="http://schemas.openxmlformats.org/officeDocument/2006/relationships/tags" Target="../tags/tag100.xml" /><ns0:Relationship Id="rId10" Type="http://schemas.openxmlformats.org/officeDocument/2006/relationships/tags" Target="../tags/tag101.xml" /><ns0:Relationship Id="rId19" Type="http://schemas.openxmlformats.org/officeDocument/2006/relationships/tags" Target="../tags/tag102.xml" /><ns0:Relationship Id="rId4" Type="http://schemas.openxmlformats.org/officeDocument/2006/relationships/tags" Target="../tags/tag103.xml" /><ns0:Relationship Id="rId9" Type="http://schemas.openxmlformats.org/officeDocument/2006/relationships/tags" Target="../tags/tag104.xml" /><ns0:Relationship Id="rId14" Type="http://schemas.openxmlformats.org/officeDocument/2006/relationships/tags" Target="../tags/tag105.xml" /><ns0:Relationship Id="rId22" Type="http://schemas.openxmlformats.org/officeDocument/2006/relationships/slideLayout" Target="../slideLayouts/slideLayout7.xml" /></ns0:Relationships>
</file>

<file path=ppt/slides/_rels/slide16.xml.rels><?xml version='1.0' encoding='utf-8'?>
<ns0:Relationships xmlns:ns0="http://schemas.openxmlformats.org/package/2006/relationships"><ns0:Relationship Id="rId8" Type="http://schemas.openxmlformats.org/officeDocument/2006/relationships/tags" Target="../tags/tag288.xml" /><ns0:Relationship Id="rId13" Type="http://schemas.openxmlformats.org/officeDocument/2006/relationships/chart" Target="../charts/chart12.xml" /><ns0:Relationship Id="rId3" Type="http://schemas.openxmlformats.org/officeDocument/2006/relationships/tags" Target="../tags/tag283.xml" /><ns0:Relationship Id="rId7" Type="http://schemas.openxmlformats.org/officeDocument/2006/relationships/tags" Target="../tags/tag287.xml" /><ns0:Relationship Id="rId12" Type="http://schemas.openxmlformats.org/officeDocument/2006/relationships/image" Target="../media/image6.emf" /><ns0:Relationship Id="rId2" Type="http://schemas.openxmlformats.org/officeDocument/2006/relationships/tags" Target="../tags/tag282.xml" /><ns0:Relationship Id="rId1" Type="http://schemas.openxmlformats.org/officeDocument/2006/relationships/tags" Target="../tags/tag281.xml" /><ns0:Relationship Id="rId6" Type="http://schemas.openxmlformats.org/officeDocument/2006/relationships/tags" Target="../tags/tag286.xml" /><ns0:Relationship Id="rId11" Type="http://schemas.openxmlformats.org/officeDocument/2006/relationships/oleObject" Target="../embeddings/oleObject10.bin" /><ns0:Relationship Id="rId5" Type="http://schemas.openxmlformats.org/officeDocument/2006/relationships/tags" Target="../tags/tag285.xml" /><ns0:Relationship Id="rId4" Type="http://schemas.openxmlformats.org/officeDocument/2006/relationships/tags" Target="../tags/tag284.xml" /><ns0:Relationship Id="rId9" Type="http://schemas.openxmlformats.org/officeDocument/2006/relationships/slideLayout" Target="../slideLayouts/slideLayout7.xml" /></ns0:Relationships>
</file>

<file path=ppt/slides/_rels/slide17.xml.rels><?xml version='1.0' encoding='utf-8'?>
<ns0:Relationships xmlns:ns0="http://schemas.openxmlformats.org/package/2006/relationships"><ns0:Relationship Id="rId8" Type="http://schemas.openxmlformats.org/officeDocument/2006/relationships/tags" Target="../tags/tag106.xml" /><ns0:Relationship Id="rId13" Type="http://schemas.openxmlformats.org/officeDocument/2006/relationships/tags" Target="../tags/tag107.xml" /><ns0:Relationship Id="rId18" Type="http://schemas.openxmlformats.org/officeDocument/2006/relationships/tags" Target="../tags/tag108.xml" /><ns0:Relationship Id="rId26" Type="http://schemas.openxmlformats.org/officeDocument/2006/relationships/chart" Target="../charts/chart5.xml" /><ns0:Relationship Id="rId3" Type="http://schemas.openxmlformats.org/officeDocument/2006/relationships/tags" Target="../tags/tag109.xml" /><ns0:Relationship Id="rId21" Type="http://schemas.openxmlformats.org/officeDocument/2006/relationships/tags" Target="../tags/tag110.xml" /><ns0:Relationship Id="rId7" Type="http://schemas.openxmlformats.org/officeDocument/2006/relationships/tags" Target="../tags/tag111.xml" /><ns0:Relationship Id="rId12" Type="http://schemas.openxmlformats.org/officeDocument/2006/relationships/tags" Target="../tags/tag112.xml" /><ns0:Relationship Id="rId17" Type="http://schemas.openxmlformats.org/officeDocument/2006/relationships/tags" Target="../tags/tag113.xml" /><ns0:Relationship Id="rId25" Type="http://schemas.openxmlformats.org/officeDocument/2006/relationships/image" Target="../media/image7.emf" /><ns0:Relationship Id="rId2" Type="http://schemas.openxmlformats.org/officeDocument/2006/relationships/tags" Target="../tags/tag114.xml" /><ns0:Relationship Id="rId16" Type="http://schemas.openxmlformats.org/officeDocument/2006/relationships/tags" Target="../tags/tag115.xml" /><ns0:Relationship Id="rId20" Type="http://schemas.openxmlformats.org/officeDocument/2006/relationships/tags" Target="../tags/tag116.xml" /><ns0:Relationship Id="rId1" Type="http://schemas.openxmlformats.org/officeDocument/2006/relationships/tags" Target="../tags/tag117.xml" /><ns0:Relationship Id="rId6" Type="http://schemas.openxmlformats.org/officeDocument/2006/relationships/tags" Target="../tags/tag118.xml" /><ns0:Relationship Id="rId11" Type="http://schemas.openxmlformats.org/officeDocument/2006/relationships/tags" Target="../tags/tag119.xml" /><ns0:Relationship Id="rId24" Type="http://schemas.openxmlformats.org/officeDocument/2006/relationships/oleObject" Target="../embeddings/oleObject4.bin" /><ns0:Relationship Id="rId5" Type="http://schemas.openxmlformats.org/officeDocument/2006/relationships/tags" Target="../tags/tag120.xml" /><ns0:Relationship Id="rId15" Type="http://schemas.openxmlformats.org/officeDocument/2006/relationships/tags" Target="../tags/tag121.xml" /><ns0:Relationship Id="rId10" Type="http://schemas.openxmlformats.org/officeDocument/2006/relationships/tags" Target="../tags/tag122.xml" /><ns0:Relationship Id="rId19" Type="http://schemas.openxmlformats.org/officeDocument/2006/relationships/tags" Target="../tags/tag123.xml" /><ns0:Relationship Id="rId4" Type="http://schemas.openxmlformats.org/officeDocument/2006/relationships/tags" Target="../tags/tag124.xml" /><ns0:Relationship Id="rId9" Type="http://schemas.openxmlformats.org/officeDocument/2006/relationships/tags" Target="../tags/tag125.xml" /><ns0:Relationship Id="rId14" Type="http://schemas.openxmlformats.org/officeDocument/2006/relationships/tags" Target="../tags/tag126.xml" /><ns0:Relationship Id="rId22" Type="http://schemas.openxmlformats.org/officeDocument/2006/relationships/slideLayout" Target="../slideLayouts/slideLayout7.xml" /></ns0:Relationships>
</file>

<file path=ppt/slides/_rels/slide18.xml.rels><?xml version='1.0' encoding='utf-8'?>
<ns0:Relationships xmlns:ns0="http://schemas.openxmlformats.org/package/2006/relationships"><ns0:Relationship Id="rId13" Type="http://schemas.openxmlformats.org/officeDocument/2006/relationships/tags" Target="../tags/tag127.xml" /><ns0:Relationship Id="rId18" Type="http://schemas.openxmlformats.org/officeDocument/2006/relationships/tags" Target="../tags/tag128.xml" /><ns0:Relationship Id="rId26" Type="http://schemas.openxmlformats.org/officeDocument/2006/relationships/tags" Target="../tags/tag129.xml" /><ns0:Relationship Id="rId21" Type="http://schemas.openxmlformats.org/officeDocument/2006/relationships/tags" Target="../tags/tag130.xml" /><ns0:Relationship Id="rId34" Type="http://schemas.openxmlformats.org/officeDocument/2006/relationships/slideLayout" Target="../slideLayouts/slideLayout7.xml" /><ns0:Relationship Id="rId7" Type="http://schemas.openxmlformats.org/officeDocument/2006/relationships/tags" Target="../tags/tag131.xml" /><ns0:Relationship Id="rId12" Type="http://schemas.openxmlformats.org/officeDocument/2006/relationships/tags" Target="../tags/tag132.xml" /><ns0:Relationship Id="rId17" Type="http://schemas.openxmlformats.org/officeDocument/2006/relationships/tags" Target="../tags/tag133.xml" /><ns0:Relationship Id="rId25" Type="http://schemas.openxmlformats.org/officeDocument/2006/relationships/tags" Target="../tags/tag134.xml" /><ns0:Relationship Id="rId33" Type="http://schemas.openxmlformats.org/officeDocument/2006/relationships/tags" Target="../tags/tag135.xml" /><ns0:Relationship Id="rId38" Type="http://schemas.openxmlformats.org/officeDocument/2006/relationships/chart" Target="../charts/chart6.xml" /><ns0:Relationship Id="rId2" Type="http://schemas.openxmlformats.org/officeDocument/2006/relationships/tags" Target="../tags/tag136.xml" /><ns0:Relationship Id="rId16" Type="http://schemas.openxmlformats.org/officeDocument/2006/relationships/tags" Target="../tags/tag137.xml" /><ns0:Relationship Id="rId20" Type="http://schemas.openxmlformats.org/officeDocument/2006/relationships/tags" Target="../tags/tag138.xml" /><ns0:Relationship Id="rId29" Type="http://schemas.openxmlformats.org/officeDocument/2006/relationships/tags" Target="../tags/tag139.xml" /><ns0:Relationship Id="rId1" Type="http://schemas.openxmlformats.org/officeDocument/2006/relationships/tags" Target="../tags/tag140.xml" /><ns0:Relationship Id="rId6" Type="http://schemas.openxmlformats.org/officeDocument/2006/relationships/tags" Target="../tags/tag141.xml" /><ns0:Relationship Id="rId11" Type="http://schemas.openxmlformats.org/officeDocument/2006/relationships/tags" Target="../tags/tag142.xml" /><ns0:Relationship Id="rId24" Type="http://schemas.openxmlformats.org/officeDocument/2006/relationships/tags" Target="../tags/tag143.xml" /><ns0:Relationship Id="rId32" Type="http://schemas.openxmlformats.org/officeDocument/2006/relationships/tags" Target="../tags/tag144.xml" /><ns0:Relationship Id="rId37" Type="http://schemas.openxmlformats.org/officeDocument/2006/relationships/image" Target="../media/image8.emf" /><ns0:Relationship Id="rId5" Type="http://schemas.openxmlformats.org/officeDocument/2006/relationships/tags" Target="../tags/tag145.xml" /><ns0:Relationship Id="rId15" Type="http://schemas.openxmlformats.org/officeDocument/2006/relationships/tags" Target="../tags/tag146.xml" /><ns0:Relationship Id="rId23" Type="http://schemas.openxmlformats.org/officeDocument/2006/relationships/tags" Target="../tags/tag147.xml" /><ns0:Relationship Id="rId28" Type="http://schemas.openxmlformats.org/officeDocument/2006/relationships/tags" Target="../tags/tag148.xml" /><ns0:Relationship Id="rId36" Type="http://schemas.openxmlformats.org/officeDocument/2006/relationships/oleObject" Target="../embeddings/oleObject6.bin" /><ns0:Relationship Id="rId10" Type="http://schemas.openxmlformats.org/officeDocument/2006/relationships/tags" Target="../tags/tag149.xml" /><ns0:Relationship Id="rId19" Type="http://schemas.openxmlformats.org/officeDocument/2006/relationships/tags" Target="../tags/tag150.xml" /><ns0:Relationship Id="rId31" Type="http://schemas.openxmlformats.org/officeDocument/2006/relationships/tags" Target="../tags/tag151.xml" /><ns0:Relationship Id="rId4" Type="http://schemas.openxmlformats.org/officeDocument/2006/relationships/tags" Target="../tags/tag152.xml" /><ns0:Relationship Id="rId9" Type="http://schemas.openxmlformats.org/officeDocument/2006/relationships/tags" Target="../tags/tag153.xml" /><ns0:Relationship Id="rId14" Type="http://schemas.openxmlformats.org/officeDocument/2006/relationships/tags" Target="../tags/tag154.xml" /><ns0:Relationship Id="rId22" Type="http://schemas.openxmlformats.org/officeDocument/2006/relationships/tags" Target="../tags/tag155.xml" /><ns0:Relationship Id="rId27" Type="http://schemas.openxmlformats.org/officeDocument/2006/relationships/tags" Target="../tags/tag156.xml" /><ns0:Relationship Id="rId30" Type="http://schemas.openxmlformats.org/officeDocument/2006/relationships/tags" Target="../tags/tag157.xml" /><ns0:Relationship Id="rId8" Type="http://schemas.openxmlformats.org/officeDocument/2006/relationships/tags" Target="../tags/tag158.xml" /><ns0:Relationship Id="rId3" Type="http://schemas.openxmlformats.org/officeDocument/2006/relationships/tags" Target="../tags/tag159.xml" /></ns0:Relationships>
</file>

<file path=ppt/slides/_rels/slide19.xml.rels><?xml version='1.0' encoding='utf-8'?>
<ns0:Relationships xmlns:ns0="http://schemas.openxmlformats.org/package/2006/relationships"><ns0:Relationship Id="rId13" Type="http://schemas.openxmlformats.org/officeDocument/2006/relationships/tags" Target="../tags/tag160.xml" /><ns0:Relationship Id="rId18" Type="http://schemas.openxmlformats.org/officeDocument/2006/relationships/tags" Target="../tags/tag161.xml" /><ns0:Relationship Id="rId26" Type="http://schemas.openxmlformats.org/officeDocument/2006/relationships/tags" Target="../tags/tag162.xml" /><ns0:Relationship Id="rId21" Type="http://schemas.openxmlformats.org/officeDocument/2006/relationships/tags" Target="../tags/tag163.xml" /><ns0:Relationship Id="rId34" Type="http://schemas.openxmlformats.org/officeDocument/2006/relationships/slideLayout" Target="../slideLayouts/slideLayout7.xml" /><ns0:Relationship Id="rId7" Type="http://schemas.openxmlformats.org/officeDocument/2006/relationships/tags" Target="../tags/tag164.xml" /><ns0:Relationship Id="rId12" Type="http://schemas.openxmlformats.org/officeDocument/2006/relationships/tags" Target="../tags/tag165.xml" /><ns0:Relationship Id="rId17" Type="http://schemas.openxmlformats.org/officeDocument/2006/relationships/tags" Target="../tags/tag166.xml" /><ns0:Relationship Id="rId25" Type="http://schemas.openxmlformats.org/officeDocument/2006/relationships/tags" Target="../tags/tag167.xml" /><ns0:Relationship Id="rId33" Type="http://schemas.openxmlformats.org/officeDocument/2006/relationships/tags" Target="../tags/tag168.xml" /><ns0:Relationship Id="rId38" Type="http://schemas.openxmlformats.org/officeDocument/2006/relationships/chart" Target="../charts/chart7.xml" /><ns0:Relationship Id="rId2" Type="http://schemas.openxmlformats.org/officeDocument/2006/relationships/tags" Target="../tags/tag169.xml" /><ns0:Relationship Id="rId16" Type="http://schemas.openxmlformats.org/officeDocument/2006/relationships/tags" Target="../tags/tag170.xml" /><ns0:Relationship Id="rId20" Type="http://schemas.openxmlformats.org/officeDocument/2006/relationships/tags" Target="../tags/tag171.xml" /><ns0:Relationship Id="rId29" Type="http://schemas.openxmlformats.org/officeDocument/2006/relationships/tags" Target="../tags/tag172.xml" /><ns0:Relationship Id="rId1" Type="http://schemas.openxmlformats.org/officeDocument/2006/relationships/tags" Target="../tags/tag173.xml" /><ns0:Relationship Id="rId6" Type="http://schemas.openxmlformats.org/officeDocument/2006/relationships/tags" Target="../tags/tag174.xml" /><ns0:Relationship Id="rId11" Type="http://schemas.openxmlformats.org/officeDocument/2006/relationships/tags" Target="../tags/tag175.xml" /><ns0:Relationship Id="rId24" Type="http://schemas.openxmlformats.org/officeDocument/2006/relationships/tags" Target="../tags/tag176.xml" /><ns0:Relationship Id="rId32" Type="http://schemas.openxmlformats.org/officeDocument/2006/relationships/tags" Target="../tags/tag177.xml" /><ns0:Relationship Id="rId37" Type="http://schemas.openxmlformats.org/officeDocument/2006/relationships/image" Target="../media/image9.emf" /><ns0:Relationship Id="rId5" Type="http://schemas.openxmlformats.org/officeDocument/2006/relationships/tags" Target="../tags/tag178.xml" /><ns0:Relationship Id="rId15" Type="http://schemas.openxmlformats.org/officeDocument/2006/relationships/tags" Target="../tags/tag179.xml" /><ns0:Relationship Id="rId23" Type="http://schemas.openxmlformats.org/officeDocument/2006/relationships/tags" Target="../tags/tag180.xml" /><ns0:Relationship Id="rId28" Type="http://schemas.openxmlformats.org/officeDocument/2006/relationships/tags" Target="../tags/tag181.xml" /><ns0:Relationship Id="rId36" Type="http://schemas.openxmlformats.org/officeDocument/2006/relationships/oleObject" Target="../embeddings/oleObject7.bin" /><ns0:Relationship Id="rId10" Type="http://schemas.openxmlformats.org/officeDocument/2006/relationships/tags" Target="../tags/tag182.xml" /><ns0:Relationship Id="rId19" Type="http://schemas.openxmlformats.org/officeDocument/2006/relationships/tags" Target="../tags/tag183.xml" /><ns0:Relationship Id="rId31" Type="http://schemas.openxmlformats.org/officeDocument/2006/relationships/tags" Target="../tags/tag184.xml" /><ns0:Relationship Id="rId4" Type="http://schemas.openxmlformats.org/officeDocument/2006/relationships/tags" Target="../tags/tag185.xml" /><ns0:Relationship Id="rId9" Type="http://schemas.openxmlformats.org/officeDocument/2006/relationships/tags" Target="../tags/tag186.xml" /><ns0:Relationship Id="rId14" Type="http://schemas.openxmlformats.org/officeDocument/2006/relationships/tags" Target="../tags/tag187.xml" /><ns0:Relationship Id="rId22" Type="http://schemas.openxmlformats.org/officeDocument/2006/relationships/tags" Target="../tags/tag188.xml" /><ns0:Relationship Id="rId27" Type="http://schemas.openxmlformats.org/officeDocument/2006/relationships/tags" Target="../tags/tag189.xml" /><ns0:Relationship Id="rId30" Type="http://schemas.openxmlformats.org/officeDocument/2006/relationships/tags" Target="../tags/tag190.xml" /><ns0:Relationship Id="rId8" Type="http://schemas.openxmlformats.org/officeDocument/2006/relationships/tags" Target="../tags/tag191.xml" /><ns0:Relationship Id="rId3" Type="http://schemas.openxmlformats.org/officeDocument/2006/relationships/tags" Target="../tags/tag192.xml" /></ns0: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ns0:Relationships xmlns:ns0="http://schemas.openxmlformats.org/package/2006/relationships"><ns0:Relationship Id="rId13" Type="http://schemas.openxmlformats.org/officeDocument/2006/relationships/tags" Target="../tags/tag193.xml" /><ns0:Relationship Id="rId18" Type="http://schemas.openxmlformats.org/officeDocument/2006/relationships/tags" Target="../tags/tag194.xml" /><ns0:Relationship Id="rId26" Type="http://schemas.openxmlformats.org/officeDocument/2006/relationships/tags" Target="../tags/tag195.xml" /><ns0:Relationship Id="rId21" Type="http://schemas.openxmlformats.org/officeDocument/2006/relationships/tags" Target="../tags/tag196.xml" /><ns0:Relationship Id="rId34" Type="http://schemas.openxmlformats.org/officeDocument/2006/relationships/slideLayout" Target="../slideLayouts/slideLayout7.xml" /><ns0:Relationship Id="rId7" Type="http://schemas.openxmlformats.org/officeDocument/2006/relationships/tags" Target="../tags/tag197.xml" /><ns0:Relationship Id="rId12" Type="http://schemas.openxmlformats.org/officeDocument/2006/relationships/tags" Target="../tags/tag198.xml" /><ns0:Relationship Id="rId17" Type="http://schemas.openxmlformats.org/officeDocument/2006/relationships/tags" Target="../tags/tag199.xml" /><ns0:Relationship Id="rId25" Type="http://schemas.openxmlformats.org/officeDocument/2006/relationships/tags" Target="../tags/tag200.xml" /><ns0:Relationship Id="rId33" Type="http://schemas.openxmlformats.org/officeDocument/2006/relationships/tags" Target="../tags/tag201.xml" /><ns0:Relationship Id="rId38" Type="http://schemas.openxmlformats.org/officeDocument/2006/relationships/chart" Target="../charts/chart8.xml" /><ns0:Relationship Id="rId2" Type="http://schemas.openxmlformats.org/officeDocument/2006/relationships/tags" Target="../tags/tag202.xml" /><ns0:Relationship Id="rId16" Type="http://schemas.openxmlformats.org/officeDocument/2006/relationships/tags" Target="../tags/tag203.xml" /><ns0:Relationship Id="rId20" Type="http://schemas.openxmlformats.org/officeDocument/2006/relationships/tags" Target="../tags/tag204.xml" /><ns0:Relationship Id="rId29" Type="http://schemas.openxmlformats.org/officeDocument/2006/relationships/tags" Target="../tags/tag205.xml" /><ns0:Relationship Id="rId1" Type="http://schemas.openxmlformats.org/officeDocument/2006/relationships/tags" Target="../tags/tag206.xml" /><ns0:Relationship Id="rId6" Type="http://schemas.openxmlformats.org/officeDocument/2006/relationships/tags" Target="../tags/tag207.xml" /><ns0:Relationship Id="rId11" Type="http://schemas.openxmlformats.org/officeDocument/2006/relationships/tags" Target="../tags/tag208.xml" /><ns0:Relationship Id="rId24" Type="http://schemas.openxmlformats.org/officeDocument/2006/relationships/tags" Target="../tags/tag209.xml" /><ns0:Relationship Id="rId32" Type="http://schemas.openxmlformats.org/officeDocument/2006/relationships/tags" Target="../tags/tag210.xml" /><ns0:Relationship Id="rId37" Type="http://schemas.openxmlformats.org/officeDocument/2006/relationships/image" Target="../media/image10.emf" /><ns0:Relationship Id="rId5" Type="http://schemas.openxmlformats.org/officeDocument/2006/relationships/tags" Target="../tags/tag211.xml" /><ns0:Relationship Id="rId15" Type="http://schemas.openxmlformats.org/officeDocument/2006/relationships/tags" Target="../tags/tag212.xml" /><ns0:Relationship Id="rId23" Type="http://schemas.openxmlformats.org/officeDocument/2006/relationships/tags" Target="../tags/tag213.xml" /><ns0:Relationship Id="rId28" Type="http://schemas.openxmlformats.org/officeDocument/2006/relationships/tags" Target="../tags/tag214.xml" /><ns0:Relationship Id="rId36" Type="http://schemas.openxmlformats.org/officeDocument/2006/relationships/oleObject" Target="../embeddings/oleObject9.bin" /><ns0:Relationship Id="rId10" Type="http://schemas.openxmlformats.org/officeDocument/2006/relationships/tags" Target="../tags/tag215.xml" /><ns0:Relationship Id="rId19" Type="http://schemas.openxmlformats.org/officeDocument/2006/relationships/tags" Target="../tags/tag216.xml" /><ns0:Relationship Id="rId31" Type="http://schemas.openxmlformats.org/officeDocument/2006/relationships/tags" Target="../tags/tag217.xml" /><ns0:Relationship Id="rId4" Type="http://schemas.openxmlformats.org/officeDocument/2006/relationships/tags" Target="../tags/tag218.xml" /><ns0:Relationship Id="rId9" Type="http://schemas.openxmlformats.org/officeDocument/2006/relationships/tags" Target="../tags/tag219.xml" /><ns0:Relationship Id="rId14" Type="http://schemas.openxmlformats.org/officeDocument/2006/relationships/tags" Target="../tags/tag220.xml" /><ns0:Relationship Id="rId22" Type="http://schemas.openxmlformats.org/officeDocument/2006/relationships/tags" Target="../tags/tag221.xml" /><ns0:Relationship Id="rId27" Type="http://schemas.openxmlformats.org/officeDocument/2006/relationships/tags" Target="../tags/tag222.xml" /><ns0:Relationship Id="rId30" Type="http://schemas.openxmlformats.org/officeDocument/2006/relationships/tags" Target="../tags/tag223.xml" /><ns0:Relationship Id="rId8" Type="http://schemas.openxmlformats.org/officeDocument/2006/relationships/tags" Target="../tags/tag224.xml" /><ns0:Relationship Id="rId3" Type="http://schemas.openxmlformats.org/officeDocument/2006/relationships/tags" Target="../tags/tag225.xml" /></ns0:Relationships>
</file>

<file path=ppt/slides/_rels/slide22.xml.rels><?xml version='1.0' encoding='utf-8'?>
<ns0:Relationships xmlns:ns0="http://schemas.openxmlformats.org/package/2006/relationships"><ns0:Relationship Id="rId8" Type="http://schemas.openxmlformats.org/officeDocument/2006/relationships/tags" Target="../tags/tag226.xml" /><ns0:Relationship Id="rId13" Type="http://schemas.openxmlformats.org/officeDocument/2006/relationships/tags" Target="../tags/tag227.xml" /><ns0:Relationship Id="rId18" Type="http://schemas.openxmlformats.org/officeDocument/2006/relationships/tags" Target="../tags/tag228.xml" /><ns0:Relationship Id="rId26" Type="http://schemas.openxmlformats.org/officeDocument/2006/relationships/chart" Target="../charts/chart10.xml" /><ns0:Relationship Id="rId3" Type="http://schemas.openxmlformats.org/officeDocument/2006/relationships/tags" Target="../tags/tag229.xml" /><ns0:Relationship Id="rId21" Type="http://schemas.openxmlformats.org/officeDocument/2006/relationships/tags" Target="../tags/tag230.xml" /><ns0:Relationship Id="rId7" Type="http://schemas.openxmlformats.org/officeDocument/2006/relationships/tags" Target="../tags/tag231.xml" /><ns0:Relationship Id="rId12" Type="http://schemas.openxmlformats.org/officeDocument/2006/relationships/tags" Target="../tags/tag232.xml" /><ns0:Relationship Id="rId17" Type="http://schemas.openxmlformats.org/officeDocument/2006/relationships/tags" Target="../tags/tag233.xml" /><ns0:Relationship Id="rId25" Type="http://schemas.openxmlformats.org/officeDocument/2006/relationships/image" Target="../media/image11.emf" /><ns0:Relationship Id="rId2" Type="http://schemas.openxmlformats.org/officeDocument/2006/relationships/tags" Target="../tags/tag234.xml" /><ns0:Relationship Id="rId16" Type="http://schemas.openxmlformats.org/officeDocument/2006/relationships/tags" Target="../tags/tag235.xml" /><ns0:Relationship Id="rId20" Type="http://schemas.openxmlformats.org/officeDocument/2006/relationships/tags" Target="../tags/tag236.xml" /><ns0:Relationship Id="rId1" Type="http://schemas.openxmlformats.org/officeDocument/2006/relationships/tags" Target="../tags/tag237.xml" /><ns0:Relationship Id="rId6" Type="http://schemas.openxmlformats.org/officeDocument/2006/relationships/tags" Target="../tags/tag238.xml" /><ns0:Relationship Id="rId11" Type="http://schemas.openxmlformats.org/officeDocument/2006/relationships/tags" Target="../tags/tag239.xml" /><ns0:Relationship Id="rId24" Type="http://schemas.openxmlformats.org/officeDocument/2006/relationships/oleObject" Target="../embeddings/oleObject11.bin" /><ns0:Relationship Id="rId5" Type="http://schemas.openxmlformats.org/officeDocument/2006/relationships/tags" Target="../tags/tag240.xml" /><ns0:Relationship Id="rId15" Type="http://schemas.openxmlformats.org/officeDocument/2006/relationships/tags" Target="../tags/tag241.xml" /><ns0:Relationship Id="rId10" Type="http://schemas.openxmlformats.org/officeDocument/2006/relationships/tags" Target="../tags/tag263.xml" /><ns0:Relationship Id="rId19" Type="http://schemas.openxmlformats.org/officeDocument/2006/relationships/tags" Target="../tags/tag264.xml" /><ns0:Relationship Id="rId4" Type="http://schemas.openxmlformats.org/officeDocument/2006/relationships/tags" Target="../tags/tag265.xml" /><ns0:Relationship Id="rId9" Type="http://schemas.openxmlformats.org/officeDocument/2006/relationships/tags" Target="../tags/tag266.xml" /><ns0:Relationship Id="rId14" Type="http://schemas.openxmlformats.org/officeDocument/2006/relationships/tags" Target="../tags/tag267.xml" /><ns0:Relationship Id="rId22" Type="http://schemas.openxmlformats.org/officeDocument/2006/relationships/slideLayout" Target="../slideLayouts/slideLayout7.xml" /></ns0: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ns0:Relationships xmlns:ns0="http://schemas.openxmlformats.org/package/2006/relationships"><ns0:Relationship Id="rId13" Type="http://schemas.openxmlformats.org/officeDocument/2006/relationships/tags" Target="../tags/tag268.xml" /><ns0:Relationship Id="rId18" Type="http://schemas.openxmlformats.org/officeDocument/2006/relationships/tags" Target="../tags/tag269.xml" /><ns0:Relationship Id="rId26" Type="http://schemas.openxmlformats.org/officeDocument/2006/relationships/tags" Target="../tags/tag270.xml" /><ns0:Relationship Id="rId21" Type="http://schemas.openxmlformats.org/officeDocument/2006/relationships/tags" Target="../tags/tag271.xml" /><ns0:Relationship Id="rId34" Type="http://schemas.openxmlformats.org/officeDocument/2006/relationships/slideLayout" Target="../slideLayouts/slideLayout7.xml" /><ns0:Relationship Id="rId7" Type="http://schemas.openxmlformats.org/officeDocument/2006/relationships/tags" Target="../tags/tag272.xml" /><ns0:Relationship Id="rId12" Type="http://schemas.openxmlformats.org/officeDocument/2006/relationships/tags" Target="../tags/tag273.xml" /><ns0:Relationship Id="rId17" Type="http://schemas.openxmlformats.org/officeDocument/2006/relationships/tags" Target="../tags/tag274.xml" /><ns0:Relationship Id="rId25" Type="http://schemas.openxmlformats.org/officeDocument/2006/relationships/tags" Target="../tags/tag275.xml" /><ns0:Relationship Id="rId33" Type="http://schemas.openxmlformats.org/officeDocument/2006/relationships/tags" Target="../tags/tag276.xml" /><ns0:Relationship Id="rId38" Type="http://schemas.openxmlformats.org/officeDocument/2006/relationships/chart" Target="../charts/chart11.xml" /><ns0:Relationship Id="rId2" Type="http://schemas.openxmlformats.org/officeDocument/2006/relationships/tags" Target="../tags/tag277.xml" /><ns0:Relationship Id="rId16" Type="http://schemas.openxmlformats.org/officeDocument/2006/relationships/tags" Target="../tags/tag278.xml" /><ns0:Relationship Id="rId20" Type="http://schemas.openxmlformats.org/officeDocument/2006/relationships/tags" Target="../tags/tag279.xml" /><ns0:Relationship Id="rId29" Type="http://schemas.openxmlformats.org/officeDocument/2006/relationships/tags" Target="../tags/tag280.xml" /><ns0:Relationship Id="rId1" Type="http://schemas.openxmlformats.org/officeDocument/2006/relationships/tags" Target="../tags/tag289.xml" /><ns0:Relationship Id="rId6" Type="http://schemas.openxmlformats.org/officeDocument/2006/relationships/tags" Target="../tags/tag290.xml" /><ns0:Relationship Id="rId11" Type="http://schemas.openxmlformats.org/officeDocument/2006/relationships/tags" Target="../tags/tag291.xml" /><ns0:Relationship Id="rId24" Type="http://schemas.openxmlformats.org/officeDocument/2006/relationships/tags" Target="../tags/tag292.xml" /><ns0:Relationship Id="rId32" Type="http://schemas.openxmlformats.org/officeDocument/2006/relationships/tags" Target="../tags/tag293.xml" /><ns0:Relationship Id="rId37" Type="http://schemas.openxmlformats.org/officeDocument/2006/relationships/image" Target="../media/image12.emf" /><ns0:Relationship Id="rId5" Type="http://schemas.openxmlformats.org/officeDocument/2006/relationships/tags" Target="../tags/tag294.xml" /><ns0:Relationship Id="rId15" Type="http://schemas.openxmlformats.org/officeDocument/2006/relationships/tags" Target="../tags/tag295.xml" /><ns0:Relationship Id="rId23" Type="http://schemas.openxmlformats.org/officeDocument/2006/relationships/tags" Target="../tags/tag296.xml" /><ns0:Relationship Id="rId28" Type="http://schemas.openxmlformats.org/officeDocument/2006/relationships/tags" Target="../tags/tag297.xml" /><ns0:Relationship Id="rId36" Type="http://schemas.openxmlformats.org/officeDocument/2006/relationships/oleObject" Target="../embeddings/oleObject12.bin" /><ns0:Relationship Id="rId10" Type="http://schemas.openxmlformats.org/officeDocument/2006/relationships/tags" Target="../tags/tag298.xml" /><ns0:Relationship Id="rId19" Type="http://schemas.openxmlformats.org/officeDocument/2006/relationships/tags" Target="../tags/tag299.xml" /><ns0:Relationship Id="rId31" Type="http://schemas.openxmlformats.org/officeDocument/2006/relationships/tags" Target="../tags/tag300.xml" /><ns0:Relationship Id="rId4" Type="http://schemas.openxmlformats.org/officeDocument/2006/relationships/tags" Target="../tags/tag301.xml" /><ns0:Relationship Id="rId9" Type="http://schemas.openxmlformats.org/officeDocument/2006/relationships/tags" Target="../tags/tag302.xml" /><ns0:Relationship Id="rId14" Type="http://schemas.openxmlformats.org/officeDocument/2006/relationships/tags" Target="../tags/tag303.xml" /><ns0:Relationship Id="rId22" Type="http://schemas.openxmlformats.org/officeDocument/2006/relationships/tags" Target="../tags/tag304.xml" /><ns0:Relationship Id="rId27" Type="http://schemas.openxmlformats.org/officeDocument/2006/relationships/tags" Target="../tags/tag305.xml" /><ns0:Relationship Id="rId30" Type="http://schemas.openxmlformats.org/officeDocument/2006/relationships/tags" Target="../tags/tag306.xml" /><ns0:Relationship Id="rId8" Type="http://schemas.openxmlformats.org/officeDocument/2006/relationships/tags" Target="../tags/tag307.xml" /><ns0:Relationship Id="rId3" Type="http://schemas.openxmlformats.org/officeDocument/2006/relationships/tags" Target="../tags/tag308.xml" /></ns0: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a:r>
              <a:t>{period} LAND review · {scope_label}</a:t>
            </a:r>
          </a:p>
        </p:txBody>
      </p:sp>
      <p:sp>
        <p:nvSpPr>
          <p:cNvPr id="3" name="Text Placeholder 2"/>
          <p:cNvSpPr>
            <a:spLocks noGrp="1"/>
          </p:cNvSpPr>
          <p:nvPr>
            <p:ph type="body" idx="22" sz="quarter"/>
          </p:nvPr>
        </p:nvSpPr>
        <p:spPr/>
        <p:txBody>
          <a:bodyPr/>
          <a:lstStyle/>
          <a:p/>
        </p:txBody>
      </p:sp>
      <p:sp>
        <p:nvSpPr>
          <p:cNvPr id="4" name="Text Placeholder 3"/>
          <p:cNvSpPr>
            <a:spLocks noGrp="1"/>
          </p:cNvSpPr>
          <p:nvPr>
            <p:ph type="body" idx="24" sz="quarter"/>
          </p:nvPr>
        </p:nvSpPr>
        <p:spPr/>
        <p:txBody>
          <a:bodyPr/>
          <a:lstStyle/>
          <a:p>
            <a:r>
              <a:t>{director_name}</a:t>
            </a:r>
          </a:p>
        </p:txBody>
      </p:sp>
      <p:sp>
        <p:nvSpPr>
          <p:cNvPr id="5" name="tcfield_S01_DirectorName"/>
          <p:cNvSpPr txBox="1"/>
          <p:nvPr/>
        </p:nvSpPr>
        <p:spPr>
          <a:xfrm>
            <a:off x="650000" y="1000000"/>
            <a:ext cx="8000000" cy="430000"/>
          </a:xfrm>
          <a:prstGeom prst="rect">
            <a:avLst/>
          </a:prstGeom>
          <a:noFill/>
          <a:ln>
            <a:noFill/>
          </a:ln>
        </p:spPr>
        <p:txBody>
          <a:bodyPr wrap="square" rtlCol="0">
            <a:spAutoFit/>
          </a:bodyPr>
          <a:lstStyle/>
          <a:p>
            <a:fld id="{ea036dde-b668-4a44-bddc-2d5dd9da1d9a}"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1_DirectorName&lt;/m_strName&gt;&lt;/PersistentType&gt;&lt;/root&gt;">
              <a:rPr lang="en-US" sz="1800"/>
              <a:t>&lt;S01_DirectorName&gt;</a:t>
            </a:fld>
            <a:endParaRPr lang="en-US" sz="1800"/>
          </a:p>
        </p:txBody>
      </p:sp>
      <p:sp>
        <p:nvSpPr>
          <p:cNvPr id="6" name="tcfield_S01_Period"/>
          <p:cNvSpPr txBox="1"/>
          <p:nvPr/>
        </p:nvSpPr>
        <p:spPr>
          <a:xfrm>
            <a:off x="650000" y="1520000"/>
            <a:ext cx="8000000" cy="430000"/>
          </a:xfrm>
          <a:prstGeom prst="rect">
            <a:avLst/>
          </a:prstGeom>
          <a:noFill/>
          <a:ln>
            <a:noFill/>
          </a:ln>
        </p:spPr>
        <p:txBody>
          <a:bodyPr wrap="square" rtlCol="0">
            <a:spAutoFit/>
          </a:bodyPr>
          <a:lstStyle/>
          <a:p>
            <a:fld id="{0960bcf5-11d3-4af0-98e1-a04bfb3f42bb}"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1_Period&lt;/m_strName&gt;&lt;/PersistentType&gt;&lt;/root&gt;">
              <a:rPr lang="en-US" sz="1800"/>
              <a:t>&lt;S01_Period&gt;</a:t>
            </a:fld>
            <a:endParaRPr lang="en-US" sz="1800"/>
          </a:p>
        </p:txBody>
      </p:sp>
      <p:sp>
        <p:nvSpPr>
          <p:cNvPr id="7" name="tcfield_S01_ScopeLabel"/>
          <p:cNvSpPr txBox="1"/>
          <p:nvPr/>
        </p:nvSpPr>
        <p:spPr>
          <a:xfrm>
            <a:off x="650000" y="2040000"/>
            <a:ext cx="8000000" cy="430000"/>
          </a:xfrm>
          <a:prstGeom prst="rect">
            <a:avLst/>
          </a:prstGeom>
          <a:noFill/>
          <a:ln>
            <a:noFill/>
          </a:ln>
        </p:spPr>
        <p:txBody>
          <a:bodyPr wrap="square" rtlCol="0">
            <a:spAutoFit/>
          </a:bodyPr>
          <a:lstStyle/>
          <a:p>
            <a:fld id="{ed6a94cb-64c2-4f9e-b00d-08f32a0147b1}"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1_ScopeLabel&lt;/m_strName&gt;&lt;/PersistentType&gt;&lt;/root&gt;">
              <a:rPr lang="en-US" sz="1800"/>
              <a:t>&lt;S01_ScopeLabel&gt;</a:t>
            </a:fld>
            <a:endParaRPr lang="en-US" sz="180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Highlights and risks — {period}</a:t>
            </a:r>
          </a:p>
        </p:txBody>
      </p:sp>
      <p:sp>
        <p:nvSpPr>
          <p:cNvPr id="4" name="Content Placeholder 3"/>
          <p:cNvSpPr>
            <a:spLocks noGrp="1"/>
          </p:cNvSpPr>
          <p:nvPr>
            <p:ph idx="55" sz="quarter"/>
          </p:nvPr>
        </p:nvSpPr>
        <p:spPr/>
        <p:txBody>
          <a:bodyPr/>
          <a:lstStyle/>
          <a:p/>
        </p:txBody>
      </p:sp>
      <p:sp>
        <p:nvSpPr>
          <p:cNvPr id="5" name="Text Placeholder 4"/>
          <p:cNvSpPr>
            <a:spLocks noGrp="1"/>
          </p:cNvSpPr>
          <p:nvPr>
            <p:ph type="body" idx="56" sz="quarter"/>
          </p:nvPr>
        </p:nvSpPr>
        <p:spPr/>
        <p:txBody>
          <a:bodyPr/>
          <a:lstStyle/>
          <a:p/>
        </p:txBody>
      </p:sp>
      <p:sp>
        <p:nvSpPr>
          <p:cNvPr id="6" name="Text Placeholder 5"/>
          <p:cNvSpPr>
            <a:spLocks noGrp="1"/>
          </p:cNvSpPr>
          <p:nvPr>
            <p:ph type="body" idx="61" sz="quarter"/>
          </p:nvPr>
        </p:nvSpPr>
        <p:spPr/>
        <p:txBody>
          <a:bodyPr/>
          <a:lstStyle/>
          <a:p/>
        </p:txBody>
      </p:sp>
      <p:sp>
        <p:nvSpPr>
          <p:cNvPr id="7" name="Text Placeholder 6"/>
          <p:cNvSpPr>
            <a:spLocks noGrp="1"/>
          </p:cNvSpPr>
          <p:nvPr>
            <p:ph type="body" idx="62" sz="quarter"/>
          </p:nvPr>
        </p:nvSpPr>
        <p:spPr/>
        <p:txBody>
          <a:bodyPr/>
          <a:lstStyle/>
          <a:p/>
        </p:txBody>
      </p:sp>
      <p:sp>
        <p:nvSpPr>
          <p:cNvPr id="8" name="Text Placeholder 7"/>
          <p:cNvSpPr>
            <a:spLocks noGrp="1"/>
          </p:cNvSpPr>
          <p:nvPr>
            <p:ph type="body" idx="144" sz="quarter"/>
          </p:nvPr>
        </p:nvSpPr>
        <p:spPr/>
        <p:txBody>
          <a:bodyPr/>
          <a:lstStyle/>
          <a:p>
            <a:r>
              <a:t>Exec summary</a:t>
            </a:r>
          </a:p>
        </p:txBody>
      </p:sp>
      <p:sp>
        <p:nvSpPr>
          <p:cNvPr id="9" name="Text Placeholder 8"/>
          <p:cNvSpPr>
            <a:spLocks noGrp="1"/>
          </p:cNvSpPr>
          <p:nvPr>
            <p:ph type="body" idx="145" sz="quarter"/>
          </p:nvPr>
        </p:nvSpPr>
        <p:spPr/>
        <p:txBody>
          <a:bodyPr/>
          <a:lstStyle/>
          <a:p/>
        </p:txBody>
      </p:sp>
      <p:sp>
        <p:nvSpPr>
          <p:cNvPr id="10" name="Rectangle 9"/>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[Exec summary — manual paste for Phase 1]</a:t>
            </a:r>
          </a:p>
          <a:p>
            <a:r>
              <a:rPr sz="1100" b="0">
                <a:solidFill>
                  <a:srgbClr val="1A1D31"/>
                </a:solidFill>
                <a:latin typeface="Arial"/>
              </a:rPr>
              <a:t>Source: state/&lt;period&gt;/&lt;director&gt;/trends.json</a:t>
            </a:r>
          </a:p>
          <a:p>
            <a:r>
              <a:rPr sz="1100" b="0">
                <a:solidFill>
                  <a:srgbClr val="1A1D31"/>
                </a:solidFill>
                <a:latin typeface="Arial"/>
              </a:rPr>
              <a:t>  highlights[] (each: claim + rule_id)</a:t>
            </a:r>
          </a:p>
          <a:p>
            <a:r>
              <a:rPr sz="1100" b="0">
                <a:solidFill>
                  <a:srgbClr val="1A1D31"/>
                </a:solidFill>
                <a:latin typeface="Arial"/>
              </a:rPr>
              <a:t>  risks[]      (each: claim + rule_id)</a:t>
            </a:r>
          </a:p>
          <a:p>
            <a:r>
              <a:rPr sz="1100" b="0">
                <a:solidFill>
                  <a:srgbClr val="1A1D31"/>
                </a:solidFill>
                <a:latin typeface="Arial"/>
              </a:rPr>
              <a:t>Phase 1: copy/paste from state/&lt;period&gt;/&lt;director&gt;/brief.md</a:t>
            </a:r>
          </a:p>
          <a:p>
            <a:r>
              <a:rPr sz="1100" b="0">
                <a:solidFill>
                  <a:srgbClr val="1A1D31"/>
                </a:solidFill>
                <a:latin typeface="Arial"/>
              </a:rPr>
              <a:t>  '## Highlights' bullets into the LEFT content column</a:t>
            </a:r>
          </a:p>
          <a:p>
            <a:r>
              <a:rPr sz="1100" b="0">
                <a:solidFill>
                  <a:srgbClr val="1A1D31"/>
                </a:solidFill>
                <a:latin typeface="Arial"/>
              </a:rPr>
              <a:t>  '## Risks' bullets into the RIGHT content column.</a:t>
            </a:r>
          </a:p>
          <a:p>
            <a:r>
              <a:rPr sz="1100" b="0">
                <a:solidFill>
                  <a:srgbClr val="1A1D31"/>
                </a:solidFill>
                <a:latin typeface="Arial"/>
              </a:rPr>
              <a:t>Phase 2: build a HighlightsSummary sheet in model.xlsx that</a:t>
            </a:r>
          </a:p>
          <a:p>
            <a:r>
              <a:rPr sz="1100" b="0">
                <a:solidFill>
                  <a:srgbClr val="1A1D31"/>
                </a:solidFill>
                <a:latin typeface="Arial"/>
              </a:rPr>
              <a:t>materializes the envelope arrays into bindable cells, then</a:t>
            </a:r>
          </a:p>
          <a:p>
            <a:r>
              <a:rPr sz="1100" b="0">
                <a:solidFill>
                  <a:srgbClr val="1A1D31"/>
                </a:solidFill>
                <a:latin typeface="Arial"/>
              </a:rPr>
              <a:t>wire two think-cell 'Text Linked to Excel' bindings here</a:t>
            </a:r>
          </a:p>
          <a:p>
            <a:r>
              <a:rPr sz="1100" b="0">
                <a:solidFill>
                  <a:srgbClr val="1A1D31"/>
                </a:solidFill>
                <a:latin typeface="Arial"/>
              </a:rPr>
              <a:t>(one per column) pointing at HighlightsSummary!A:A and</a:t>
            </a:r>
          </a:p>
          <a:p>
            <a:r>
              <a:rPr sz="1100" b="0">
                <a:solidFill>
                  <a:srgbClr val="1A1D31"/>
                </a:solidFill>
                <a:latin typeface="Arial"/>
              </a:rPr>
              <a:t>HighlightsSummary!B:B.</a:t>
            </a:r>
          </a:p>
        </p:txBody>
      </p:sp>
      <p:sp>
        <p:nvSpPr>
          <p:cNvPr id="11" name="tcfield_S02_ExecSummaryLeft"/>
          <p:cNvSpPr txBox="1"/>
          <p:nvPr/>
        </p:nvSpPr>
        <p:spPr>
          <a:xfrm>
            <a:off x="650000" y="1350000"/>
            <a:ext cx="4200000" cy="2300000"/>
          </a:xfrm>
          <a:prstGeom prst="rect">
            <a:avLst/>
          </a:prstGeom>
          <a:noFill/>
          <a:ln>
            <a:noFill/>
          </a:ln>
        </p:spPr>
        <p:txBody>
          <a:bodyPr wrap="square" rtlCol="0">
            <a:spAutoFit/>
          </a:bodyPr>
          <a:lstStyle/>
          <a:p>
            <a:fld id="{a7e964ce-18e5-41dc-a4ce-3fd616cde733}"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2_ExecSummaryLeft&lt;/m_strName&gt;&lt;/PersistentType&gt;&lt;/root&gt;">
              <a:rPr lang="en-US" sz="1400"/>
              <a:t>&lt;S02_ExecSummaryLeft&gt;</a:t>
            </a:fld>
            <a:endParaRPr lang="en-US" sz="1400"/>
          </a:p>
        </p:txBody>
      </p:sp>
      <p:sp>
        <p:nvSpPr>
          <p:cNvPr id="12" name="tcfield_S02_ExecSummaryRight"/>
          <p:cNvSpPr txBox="1"/>
          <p:nvPr/>
        </p:nvSpPr>
        <p:spPr>
          <a:xfrm>
            <a:off x="5250000" y="1350000"/>
            <a:ext cx="4200000" cy="2300000"/>
          </a:xfrm>
          <a:prstGeom prst="rect">
            <a:avLst/>
          </a:prstGeom>
          <a:noFill/>
          <a:ln>
            <a:noFill/>
          </a:ln>
        </p:spPr>
        <p:txBody>
          <a:bodyPr wrap="square" rtlCol="0">
            <a:spAutoFit/>
          </a:bodyPr>
          <a:lstStyle/>
          <a:p>
            <a:fld id="{2d3cc297-decf-4f11-98aa-abb617f5aca9}"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2_ExecSummaryRight&lt;/m_strName&gt;&lt;/PersistentType&gt;&lt;/root&gt;">
              <a:rPr lang="en-US" sz="1400"/>
              <a:t>&lt;S02_ExecSummaryRight&gt;</a:t>
            </a:fld>
            <a:endParaRPr lang="en-US" sz="140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p:txBody>
      </p:sp>
      <p:sp>
        <p:nvSpPr>
          <p:cNvPr id="3" name="Text Placeholder 2"/>
          <p:cNvSpPr>
            <a:spLocks noGrp="1"/>
          </p:cNvSpPr>
          <p:nvPr>
            <p:ph type="body" idx="20" sz="quarter"/>
          </p:nvPr>
        </p:nvSpPr>
        <p:spPr/>
        <p:txBody>
          <a:bodyPr/>
          <a:lstStyle/>
          <a:p>
            <a:r>
              <a:t>Pipeline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C9FF831-1F24-130B-ABA6-61BF709382CC}"/>
            </a:ext>
          </a:extLst>
        </p:cNvPr>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F9B468AF-DEDA-9B09-4D65-7CB0F7D430B7}"/>
              </a:ext>
            </a:extLst>
          </p:cNvPr>
          <p:cNvGraphicFramePr>
            <a:graphicFrameLocks/>
          </p:cNvGraphicFramePr>
          <p:nvPr>
            <p:custDataLst>
              <p:tags r:id="rId1"/>
            </p:custDataLst>
            <p:extLst>
              <p:ext uri="{D42A27DB-BD31-4B8C-83A1-F6EECF244321}">
                <p14:modId xmlns:p14="http://schemas.microsoft.com/office/powerpoint/2010/main" val="10280811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2" imgW="349" imgH="350" progId="TCLayout.ActiveDocument.1">
                  <p:embed/>
                </p:oleObj>
              </mc:Choice>
              <mc:Fallback>
                <p:oleObj name="think-cell Slide" r:id="rId32" imgW="349" imgH="350" progId="TCLayout.ActiveDocument.1">
                  <p:embed/>
                  <p:pic>
                    <p:nvPicPr>
                      <p:cNvPr id="10" name="think-cell data - do not delete" hidden="1">
                        <a:extLst>
                          <a:ext uri="{FF2B5EF4-FFF2-40B4-BE49-F238E27FC236}">
                            <a16:creationId xmlns:a16="http://schemas.microsoft.com/office/drawing/2014/main" id="{F9B468AF-DEDA-9B09-4D65-7CB0F7D430B7}"/>
                          </a:ext>
                        </a:extLst>
                      </p:cNvPr>
                      <p:cNvPicPr/>
                      <p:nvPr/>
                    </p:nvPicPr>
                    <p:blipFill>
                      <a:blip r:embed="rId33"/>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2CC06159-4BF2-5333-C99F-B621E9273E12}"/>
              </a:ext>
            </a:extLst>
          </p:cNvPr>
          <p:cNvSpPr>
            <a:spLocks noGrp="1"/>
          </p:cNvSpPr>
          <p:nvPr>
            <p:ph type="title"/>
          </p:nvPr>
        </p:nvSpPr>
        <p:spPr/>
        <p:txBody>
          <a:bodyPr vert="horz"/>
          <a:lstStyle/>
          <a:p>
            <a:r>
              <a:rPr lang="en-US" spc="-30" dirty="0"/>
              <a:t>Contribution to change: Build-down w</a:t>
            </a:r>
            <a:r>
              <a:rPr lang="en-US" altLang="en-US" spc="-30" dirty="0"/>
              <a:t>aterfall</a:t>
            </a:r>
            <a:endParaRPr lang="en-US" dirty="0"/>
          </a:p>
        </p:txBody>
      </p:sp>
      <p:cxnSp>
        <p:nvCxnSpPr>
          <p:cNvPr id="99" name="Straight Connector 98">
            <a:extLst>
              <a:ext uri="{FF2B5EF4-FFF2-40B4-BE49-F238E27FC236}">
                <a16:creationId xmlns:a16="http://schemas.microsoft.com/office/drawing/2014/main" id="{AB1CA902-74C5-611C-FDFD-6EB84EC4B733}"/>
              </a:ext>
            </a:extLst>
          </p:cNvPr>
          <p:cNvCxnSpPr>
            <a:cxnSpLocks/>
          </p:cNvCxnSpPr>
          <p:nvPr>
            <p:custDataLst>
              <p:tags r:id="rId2"/>
            </p:custDataLst>
          </p:nvPr>
        </p:nvCxnSpPr>
        <p:spPr bwMode="auto">
          <a:xfrm>
            <a:off x="1733549" y="2381250"/>
            <a:ext cx="5461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6" name="Straight Connector 95">
            <a:extLst>
              <a:ext uri="{FF2B5EF4-FFF2-40B4-BE49-F238E27FC236}">
                <a16:creationId xmlns:a16="http://schemas.microsoft.com/office/drawing/2014/main" id="{42A85082-B7AE-0A16-A7FF-C85DBEF62D01}"/>
              </a:ext>
            </a:extLst>
          </p:cNvPr>
          <p:cNvCxnSpPr/>
          <p:nvPr>
            <p:custDataLst>
              <p:tags r:id="rId3"/>
            </p:custDataLst>
          </p:nvPr>
        </p:nvCxnSpPr>
        <p:spPr bwMode="auto">
          <a:xfrm>
            <a:off x="2962275" y="2846388"/>
            <a:ext cx="5461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9" name="Straight Connector 108">
            <a:extLst>
              <a:ext uri="{FF2B5EF4-FFF2-40B4-BE49-F238E27FC236}">
                <a16:creationId xmlns:a16="http://schemas.microsoft.com/office/drawing/2014/main" id="{C658EDFF-CEED-AFA0-44E1-39FD326AE4A5}"/>
              </a:ext>
            </a:extLst>
          </p:cNvPr>
          <p:cNvCxnSpPr/>
          <p:nvPr>
            <p:custDataLst>
              <p:tags r:id="rId4"/>
            </p:custDataLst>
          </p:nvPr>
        </p:nvCxnSpPr>
        <p:spPr bwMode="auto">
          <a:xfrm>
            <a:off x="4192587" y="3324225"/>
            <a:ext cx="5461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7" name="Straight Connector 96">
            <a:extLst>
              <a:ext uri="{FF2B5EF4-FFF2-40B4-BE49-F238E27FC236}">
                <a16:creationId xmlns:a16="http://schemas.microsoft.com/office/drawing/2014/main" id="{BFF9269F-F6D6-CB61-FFB8-5CF09C7A301B}"/>
              </a:ext>
            </a:extLst>
          </p:cNvPr>
          <p:cNvCxnSpPr/>
          <p:nvPr>
            <p:custDataLst>
              <p:tags r:id="rId5"/>
            </p:custDataLst>
          </p:nvPr>
        </p:nvCxnSpPr>
        <p:spPr bwMode="auto">
          <a:xfrm>
            <a:off x="5422900" y="3609975"/>
            <a:ext cx="5461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4" name="Straight Connector 143">
            <a:extLst>
              <a:ext uri="{FF2B5EF4-FFF2-40B4-BE49-F238E27FC236}">
                <a16:creationId xmlns:a16="http://schemas.microsoft.com/office/drawing/2014/main" id="{A6DF5985-4630-FB17-2323-3CEDF30565FA}"/>
              </a:ext>
            </a:extLst>
          </p:cNvPr>
          <p:cNvCxnSpPr>
            <a:cxnSpLocks/>
          </p:cNvCxnSpPr>
          <p:nvPr>
            <p:custDataLst>
              <p:tags r:id="rId6"/>
            </p:custDataLst>
          </p:nvPr>
        </p:nvCxnSpPr>
        <p:spPr bwMode="auto">
          <a:xfrm>
            <a:off x="6651626" y="3641725"/>
            <a:ext cx="22225"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1" name="Straight Connector 110">
            <a:extLst>
              <a:ext uri="{FF2B5EF4-FFF2-40B4-BE49-F238E27FC236}">
                <a16:creationId xmlns:a16="http://schemas.microsoft.com/office/drawing/2014/main" id="{ABB38B69-6CA2-94FF-AACE-7C76EADAB0AA}"/>
              </a:ext>
            </a:extLst>
          </p:cNvPr>
          <p:cNvCxnSpPr/>
          <p:nvPr>
            <p:custDataLst>
              <p:tags r:id="rId7"/>
            </p:custDataLst>
          </p:nvPr>
        </p:nvCxnSpPr>
        <p:spPr bwMode="auto">
          <a:xfrm>
            <a:off x="6970713" y="3641725"/>
            <a:ext cx="227012"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23" name="Chart 22">
            <a:extLst>
              <a:ext uri="{FF2B5EF4-FFF2-40B4-BE49-F238E27FC236}">
                <a16:creationId xmlns:a16="http://schemas.microsoft.com/office/drawing/2014/main" id="{B974DC09-7D53-C17F-8901-78C1476C2F56}"/>
              </a:ext>
            </a:extLst>
          </p:cNvPr>
          <p:cNvGraphicFramePr/>
          <p:nvPr>
            <p:custDataLst>
              <p:tags r:id="rId8"/>
            </p:custDataLst>
            <p:extLst>
              <p:ext uri="{D42A27DB-BD31-4B8C-83A1-F6EECF244321}">
                <p14:modId xmlns:p14="http://schemas.microsoft.com/office/powerpoint/2010/main" val="1331882988"/>
              </p:ext>
            </p:extLst>
          </p:nvPr>
        </p:nvGraphicFramePr>
        <p:xfrm>
          <a:off x="279400" y="2074863"/>
          <a:ext cx="7958138" cy="3344862"/>
        </p:xfrm>
        <a:graphic>
          <a:graphicData uri="http://schemas.openxmlformats.org/drawingml/2006/chart">
            <c:chart xmlns:c="http://schemas.openxmlformats.org/drawingml/2006/chart" xmlns:r="http://schemas.openxmlformats.org/officeDocument/2006/relationships" r:id="rId34"/>
          </a:graphicData>
        </a:graphic>
      </p:graphicFrame>
      <p:cxnSp>
        <p:nvCxnSpPr>
          <p:cNvPr id="27" name="Straight Connector 26">
            <a:extLst>
              <a:ext uri="{FF2B5EF4-FFF2-40B4-BE49-F238E27FC236}">
                <a16:creationId xmlns:a16="http://schemas.microsoft.com/office/drawing/2014/main" id="{4A7BD513-E863-92C7-A3D1-CED4362BB4E4}"/>
              </a:ext>
            </a:extLst>
          </p:cNvPr>
          <p:cNvCxnSpPr>
            <a:cxnSpLocks/>
          </p:cNvCxnSpPr>
          <p:nvPr>
            <p:custDataLst>
              <p:tags r:id="rId9"/>
            </p:custDataLst>
          </p:nvPr>
        </p:nvCxnSpPr>
        <p:spPr bwMode="auto">
          <a:xfrm flipH="1">
            <a:off x="6575425" y="3529013"/>
            <a:ext cx="98425" cy="87313"/>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EB9AB67A-A550-9F76-BF0F-AC0E355B4E70}"/>
              </a:ext>
            </a:extLst>
          </p:cNvPr>
          <p:cNvCxnSpPr>
            <a:cxnSpLocks/>
          </p:cNvCxnSpPr>
          <p:nvPr>
            <p:custDataLst>
              <p:tags r:id="rId10"/>
            </p:custDataLst>
          </p:nvPr>
        </p:nvCxnSpPr>
        <p:spPr bwMode="auto">
          <a:xfrm flipH="1" flipV="1">
            <a:off x="6575425" y="3632200"/>
            <a:ext cx="98425" cy="88900"/>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8" name="Rectangle 140">
            <a:extLst>
              <a:ext uri="{FF2B5EF4-FFF2-40B4-BE49-F238E27FC236}">
                <a16:creationId xmlns:a16="http://schemas.microsoft.com/office/drawing/2014/main" id="{3CCB1E30-A955-3F6B-4E52-937A5E49640B}"/>
              </a:ext>
            </a:extLst>
          </p:cNvPr>
          <p:cNvSpPr>
            <a:spLocks/>
          </p:cNvSpPr>
          <p:nvPr>
            <p:custDataLst>
              <p:tags r:id="rId11"/>
            </p:custDataLst>
          </p:nvPr>
        </p:nvSpPr>
        <p:spPr bwMode="auto">
          <a:xfrm>
            <a:off x="403225" y="1919288"/>
            <a:ext cx="25542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b" anchorCtr="0">
            <a:noAutofit/>
          </a:bodyPr>
          <a:lstStyle/>
          <a:p>
            <a:pPr>
              <a:spcBef>
                <a:spcPct val="0"/>
              </a:spcBef>
              <a:spcAft>
                <a:spcPct val="0"/>
              </a:spcAft>
            </a:pPr>
            <a:r>
              <a:rPr lang="en-US" altLang="en-US" sz="1400" dirty="0">
                <a:solidFill>
                  <a:schemeClr val="tx1"/>
                </a:solidFill>
                <a:effectLst/>
              </a:rPr>
              <a:t>Revenues, costs, </a:t>
            </a:r>
            <a:r>
              <a:rPr lang="en-US" altLang="en-US" sz="1400" dirty="0">
                <a:solidFill>
                  <a:schemeClr val="tx1"/>
                </a:solidFill>
              </a:rPr>
              <a:t>t</a:t>
            </a:r>
            <a:r>
              <a:rPr lang="en-US" altLang="en-US" sz="1400" dirty="0">
                <a:solidFill>
                  <a:schemeClr val="tx1"/>
                </a:solidFill>
                <a:effectLst/>
              </a:rPr>
              <a:t>otals [USD </a:t>
            </a:r>
            <a:r>
              <a:rPr lang="en-US" altLang="en-US" sz="1400" dirty="0">
                <a:solidFill>
                  <a:schemeClr val="tx1"/>
                </a:solidFill>
              </a:rPr>
              <a:t>m</a:t>
            </a:r>
            <a:r>
              <a:rPr lang="en-US" altLang="en-US" sz="1400" dirty="0">
                <a:solidFill>
                  <a:schemeClr val="tx1"/>
                </a:solidFill>
                <a:effectLst/>
              </a:rPr>
              <a:t>]</a:t>
            </a:r>
            <a:endParaRPr lang="en-US" sz="1400" dirty="0">
              <a:solidFill>
                <a:schemeClr val="tx1"/>
              </a:solidFill>
            </a:endParaRPr>
          </a:p>
        </p:txBody>
      </p:sp>
      <p:sp>
        <p:nvSpPr>
          <p:cNvPr id="28" name="Rectangle 47">
            <a:extLst>
              <a:ext uri="{FF2B5EF4-FFF2-40B4-BE49-F238E27FC236}">
                <a16:creationId xmlns:a16="http://schemas.microsoft.com/office/drawing/2014/main" id="{BE6A26F7-37DD-9D24-CFBC-DF825D99B0CD}"/>
              </a:ext>
            </a:extLst>
          </p:cNvPr>
          <p:cNvSpPr>
            <a:spLocks/>
          </p:cNvSpPr>
          <p:nvPr>
            <p:custDataLst>
              <p:tags r:id="rId12"/>
            </p:custDataLst>
          </p:nvPr>
        </p:nvSpPr>
        <p:spPr bwMode="auto">
          <a:xfrm>
            <a:off x="1030288" y="5172075"/>
            <a:ext cx="7223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E13B58C1-3C05-4553-959A-BA2DE82E084A}" type="datetime'R''''''''''''''''''''''''''eve''n''ue'''''''''''''''''''">
              <a:rPr lang="en-US" altLang="en-US" sz="1400" smtClean="0">
                <a:solidFill>
                  <a:schemeClr val="tx1"/>
                </a:solidFill>
              </a:rPr>
              <a:pPr algn="ctr">
                <a:spcBef>
                  <a:spcPct val="0"/>
                </a:spcBef>
                <a:spcAft>
                  <a:spcPct val="0"/>
                </a:spcAft>
              </a:pPr>
              <a:t>Revenue</a:t>
            </a:fld>
            <a:endParaRPr lang="en-US" sz="1400">
              <a:solidFill>
                <a:schemeClr val="tx1"/>
              </a:solidFill>
            </a:endParaRPr>
          </a:p>
        </p:txBody>
      </p:sp>
      <p:sp>
        <p:nvSpPr>
          <p:cNvPr id="31" name="Rectangle 48">
            <a:extLst>
              <a:ext uri="{FF2B5EF4-FFF2-40B4-BE49-F238E27FC236}">
                <a16:creationId xmlns:a16="http://schemas.microsoft.com/office/drawing/2014/main" id="{3F4B8C53-3F38-6501-2D4F-3E1A6A4E7219}"/>
              </a:ext>
            </a:extLst>
          </p:cNvPr>
          <p:cNvSpPr>
            <a:spLocks/>
          </p:cNvSpPr>
          <p:nvPr>
            <p:custDataLst>
              <p:tags r:id="rId13"/>
            </p:custDataLst>
          </p:nvPr>
        </p:nvSpPr>
        <p:spPr bwMode="auto">
          <a:xfrm>
            <a:off x="2352675" y="5172075"/>
            <a:ext cx="5365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B73269A6-A8FD-4AE9-B2DE-CA7E948D3409}" type="datetime'''''''''''''''''''''''''''''C''''''''''O''''''G''''''''S'''''">
              <a:rPr lang="en-US" altLang="en-US" sz="1400" smtClean="0">
                <a:solidFill>
                  <a:schemeClr val="tx1"/>
                </a:solidFill>
              </a:rPr>
              <a:pPr algn="ctr">
                <a:spcBef>
                  <a:spcPct val="0"/>
                </a:spcBef>
                <a:spcAft>
                  <a:spcPct val="0"/>
                </a:spcAft>
              </a:pPr>
              <a:t>COGS</a:t>
            </a:fld>
            <a:endParaRPr lang="en-US" sz="1400">
              <a:solidFill>
                <a:schemeClr val="tx1"/>
              </a:solidFill>
            </a:endParaRPr>
          </a:p>
        </p:txBody>
      </p:sp>
      <p:sp>
        <p:nvSpPr>
          <p:cNvPr id="105" name="Rectangle 48">
            <a:extLst>
              <a:ext uri="{FF2B5EF4-FFF2-40B4-BE49-F238E27FC236}">
                <a16:creationId xmlns:a16="http://schemas.microsoft.com/office/drawing/2014/main" id="{167FD01D-ADD5-57F9-7EFD-3AA94AE5476A}"/>
              </a:ext>
            </a:extLst>
          </p:cNvPr>
          <p:cNvSpPr>
            <a:spLocks/>
          </p:cNvSpPr>
          <p:nvPr>
            <p:custDataLst>
              <p:tags r:id="rId14"/>
            </p:custDataLst>
          </p:nvPr>
        </p:nvSpPr>
        <p:spPr bwMode="auto">
          <a:xfrm>
            <a:off x="3570288" y="5172075"/>
            <a:ext cx="55880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C846FACA-0681-466A-9210-2FED20FDFA0E}" type="datetime'''''W''''''''a''''g''''''''''''e''''''''s'''''''''''''''''''">
              <a:rPr lang="en-US" altLang="en-US" sz="1400" smtClean="0">
                <a:solidFill>
                  <a:schemeClr val="tx1"/>
                </a:solidFill>
              </a:rPr>
              <a:pPr algn="ctr">
                <a:spcBef>
                  <a:spcPct val="0"/>
                </a:spcBef>
                <a:spcAft>
                  <a:spcPct val="0"/>
                </a:spcAft>
              </a:pPr>
              <a:t>Wages</a:t>
            </a:fld>
            <a:endParaRPr lang="en-US" sz="1400">
              <a:solidFill>
                <a:schemeClr val="tx1"/>
              </a:solidFill>
            </a:endParaRPr>
          </a:p>
        </p:txBody>
      </p:sp>
      <p:sp>
        <p:nvSpPr>
          <p:cNvPr id="118" name="Text Placeholder 2">
            <a:extLst>
              <a:ext uri="{FF2B5EF4-FFF2-40B4-BE49-F238E27FC236}">
                <a16:creationId xmlns:a16="http://schemas.microsoft.com/office/drawing/2014/main" id="{A36AD9A7-A470-4248-33C2-9AE6FF8B56DA}"/>
              </a:ext>
            </a:extLst>
          </p:cNvPr>
          <p:cNvSpPr>
            <a:spLocks/>
          </p:cNvSpPr>
          <p:nvPr>
            <p:custDataLst>
              <p:tags r:id="rId15"/>
            </p:custDataLst>
          </p:nvPr>
        </p:nvSpPr>
        <p:spPr bwMode="gray">
          <a:xfrm>
            <a:off x="5103813" y="3297238"/>
            <a:ext cx="296863" cy="192088"/>
          </a:xfrm>
          <a:prstGeom prst="rect">
            <a:avLst/>
          </a:prstGeom>
          <a:solidFill>
            <a:schemeClr val="accent6"/>
          </a:solidFill>
          <a:ln>
            <a:noFill/>
          </a:ln>
          <a:effectLst/>
        </p:spPr>
        <p:txBody>
          <a:bodyPr vert="horz" wrap="none" lIns="25400" tIns="0" rIns="2540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90000"/>
              </a:lnSpc>
              <a:spcBef>
                <a:spcPct val="0"/>
              </a:spcBef>
              <a:spcAft>
                <a:spcPct val="0"/>
              </a:spcAft>
              <a:buNone/>
            </a:pPr>
            <a:fld id="{C13CDDB6-2BEA-404E-8479-99FC5A1E8D07}" type="datetime'''''''''''''''''''2''''''''''.''''''0'''''''''''''''">
              <a:rPr lang="en-US" altLang="en-US" sz="1400" smtClean="0">
                <a:effectLst/>
              </a:rPr>
              <a:pPr marL="0" lvl="0" indent="0" algn="ctr">
                <a:lnSpc>
                  <a:spcPct val="90000"/>
                </a:lnSpc>
                <a:spcBef>
                  <a:spcPct val="0"/>
                </a:spcBef>
                <a:spcAft>
                  <a:spcPct val="0"/>
                </a:spcAft>
                <a:buNone/>
              </a:pPr>
              <a:t>2.0</a:t>
            </a:fld>
            <a:endParaRPr lang="en-US" sz="1400" dirty="0"/>
          </a:p>
        </p:txBody>
      </p:sp>
      <p:sp>
        <p:nvSpPr>
          <p:cNvPr id="110" name="Rectangle 48">
            <a:extLst>
              <a:ext uri="{FF2B5EF4-FFF2-40B4-BE49-F238E27FC236}">
                <a16:creationId xmlns:a16="http://schemas.microsoft.com/office/drawing/2014/main" id="{4FC410EE-6F8D-F307-2C6E-98D4889A3097}"/>
              </a:ext>
            </a:extLst>
          </p:cNvPr>
          <p:cNvSpPr>
            <a:spLocks/>
          </p:cNvSpPr>
          <p:nvPr>
            <p:custDataLst>
              <p:tags r:id="rId16"/>
            </p:custDataLst>
          </p:nvPr>
        </p:nvSpPr>
        <p:spPr bwMode="auto">
          <a:xfrm>
            <a:off x="4684713" y="5172075"/>
            <a:ext cx="790575" cy="425450"/>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numCol="1" spcCol="0" rtlCol="0" anchor="t" anchorCtr="0">
            <a:noAutofit/>
          </a:bodyPr>
          <a:lstStyle/>
          <a:p>
            <a:pPr algn="ctr">
              <a:spcBef>
                <a:spcPct val="0"/>
              </a:spcBef>
              <a:spcAft>
                <a:spcPct val="0"/>
              </a:spcAft>
            </a:pPr>
            <a:fld id="{3B8D2C3E-E0F3-471C-97A5-0BB97FECDEC6}" type="datetime'Op''''''''er''a''ti''''''''''''''n''g'' c''''''o''s''''ts'''">
              <a:rPr lang="en-US" altLang="en-US" sz="1400" smtClean="0">
                <a:solidFill>
                  <a:schemeClr val="tx1"/>
                </a:solidFill>
              </a:rPr>
              <a:pPr algn="ctr">
                <a:spcBef>
                  <a:spcPct val="0"/>
                </a:spcBef>
                <a:spcAft>
                  <a:spcPct val="0"/>
                </a:spcAft>
              </a:pPr>
              <a:t>Operating costs</a:t>
            </a:fld>
            <a:endParaRPr lang="en-US" sz="1400">
              <a:solidFill>
                <a:schemeClr val="tx1"/>
              </a:solidFill>
            </a:endParaRPr>
          </a:p>
        </p:txBody>
      </p:sp>
      <p:sp>
        <p:nvSpPr>
          <p:cNvPr id="117" name="Rectangle 48">
            <a:extLst>
              <a:ext uri="{FF2B5EF4-FFF2-40B4-BE49-F238E27FC236}">
                <a16:creationId xmlns:a16="http://schemas.microsoft.com/office/drawing/2014/main" id="{F63AA08A-9837-A292-9B5E-EA56C6656319}"/>
              </a:ext>
            </a:extLst>
          </p:cNvPr>
          <p:cNvSpPr>
            <a:spLocks/>
          </p:cNvSpPr>
          <p:nvPr>
            <p:custDataLst>
              <p:tags r:id="rId17"/>
            </p:custDataLst>
          </p:nvPr>
        </p:nvSpPr>
        <p:spPr bwMode="auto">
          <a:xfrm>
            <a:off x="5915025" y="5172075"/>
            <a:ext cx="7905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C1518976-9009-4B89-832F-4167B2792417}" type="datetime'''''M''''ar''''ke''''''''''''''ti''''''''''''n''g'">
              <a:rPr lang="en-US" altLang="en-US" sz="1400" smtClean="0">
                <a:solidFill>
                  <a:schemeClr val="tx1"/>
                </a:solidFill>
              </a:rPr>
              <a:pPr algn="ctr">
                <a:spcBef>
                  <a:spcPct val="0"/>
                </a:spcBef>
                <a:spcAft>
                  <a:spcPct val="0"/>
                </a:spcAft>
              </a:pPr>
              <a:t>Marketing</a:t>
            </a:fld>
            <a:endParaRPr lang="en-US" sz="1400">
              <a:solidFill>
                <a:schemeClr val="tx1"/>
              </a:solidFill>
            </a:endParaRPr>
          </a:p>
        </p:txBody>
      </p:sp>
      <p:sp>
        <p:nvSpPr>
          <p:cNvPr id="141" name="Rectangle 48">
            <a:extLst>
              <a:ext uri="{FF2B5EF4-FFF2-40B4-BE49-F238E27FC236}">
                <a16:creationId xmlns:a16="http://schemas.microsoft.com/office/drawing/2014/main" id="{B50AD9A2-643D-9C14-89AF-10E5585FA536}"/>
              </a:ext>
            </a:extLst>
          </p:cNvPr>
          <p:cNvSpPr>
            <a:spLocks/>
          </p:cNvSpPr>
          <p:nvPr>
            <p:custDataLst>
              <p:tags r:id="rId18"/>
            </p:custDataLst>
          </p:nvPr>
        </p:nvSpPr>
        <p:spPr bwMode="auto">
          <a:xfrm>
            <a:off x="7085013" y="5172075"/>
            <a:ext cx="90963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75B6920D-08EE-4C12-B144-2564E5650645}" type="datetime'''''''''N''''''''''e''t'''''''''' ''''in''c''o''m''''''e'''''">
              <a:rPr lang="en-US" altLang="en-US" sz="1400" smtClean="0">
                <a:solidFill>
                  <a:schemeClr val="tx1"/>
                </a:solidFill>
              </a:rPr>
              <a:pPr algn="ctr">
                <a:spcBef>
                  <a:spcPct val="0"/>
                </a:spcBef>
                <a:spcAft>
                  <a:spcPct val="0"/>
                </a:spcAft>
              </a:pPr>
              <a:t>Net income</a:t>
            </a:fld>
            <a:endParaRPr lang="en-US" sz="1400" dirty="0">
              <a:solidFill>
                <a:schemeClr val="tx1"/>
              </a:solidFill>
            </a:endParaRPr>
          </a:p>
        </p:txBody>
      </p:sp>
      <p:sp>
        <p:nvSpPr>
          <p:cNvPr id="41" name="Rectangle 60">
            <a:extLst>
              <a:ext uri="{FF2B5EF4-FFF2-40B4-BE49-F238E27FC236}">
                <a16:creationId xmlns:a16="http://schemas.microsoft.com/office/drawing/2014/main" id="{48892C81-8003-8517-2754-349647CF85F4}"/>
              </a:ext>
            </a:extLst>
          </p:cNvPr>
          <p:cNvSpPr>
            <a:spLocks/>
          </p:cNvSpPr>
          <p:nvPr>
            <p:custDataLst>
              <p:tags r:id="rId19"/>
            </p:custDataLst>
          </p:nvPr>
        </p:nvSpPr>
        <p:spPr bwMode="gray">
          <a:xfrm>
            <a:off x="1193800" y="2163763"/>
            <a:ext cx="395288"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970AD857-A022-4F23-B0BC-3FB30D30E548}" type="datetime'''''4''0''''''''''''''''''''''''.''''''''0'''''">
              <a:rPr lang="en-US" altLang="en-US" sz="1400" smtClean="0">
                <a:solidFill>
                  <a:schemeClr val="tx1"/>
                </a:solidFill>
              </a:rPr>
              <a:pPr/>
              <a:t>40.0</a:t>
            </a:fld>
            <a:endParaRPr lang="en-US" sz="1400" dirty="0">
              <a:solidFill>
                <a:schemeClr val="tx1"/>
              </a:solidFill>
            </a:endParaRPr>
          </a:p>
        </p:txBody>
      </p:sp>
      <p:sp>
        <p:nvSpPr>
          <p:cNvPr id="42" name="Rectangle 61">
            <a:extLst>
              <a:ext uri="{FF2B5EF4-FFF2-40B4-BE49-F238E27FC236}">
                <a16:creationId xmlns:a16="http://schemas.microsoft.com/office/drawing/2014/main" id="{10DDCD0E-F8E9-EF16-5145-84546E18DC40}"/>
              </a:ext>
            </a:extLst>
          </p:cNvPr>
          <p:cNvSpPr>
            <a:spLocks/>
          </p:cNvSpPr>
          <p:nvPr>
            <p:custDataLst>
              <p:tags r:id="rId20"/>
            </p:custDataLst>
          </p:nvPr>
        </p:nvSpPr>
        <p:spPr bwMode="gray">
          <a:xfrm>
            <a:off x="2443163" y="2871788"/>
            <a:ext cx="35560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t" anchorCtr="0">
            <a:noAutofit/>
          </a:bodyPr>
          <a:lstStyle/>
          <a:p>
            <a:pPr algn="ctr">
              <a:lnSpc>
                <a:spcPct val="90000"/>
              </a:lnSpc>
              <a:spcBef>
                <a:spcPct val="0"/>
              </a:spcBef>
              <a:spcAft>
                <a:spcPct val="0"/>
              </a:spcAft>
            </a:pPr>
            <a:fld id="{8A9B7A91-3F07-4A0E-A838-24619F6B83FB}" type="datetime'-''''''''''''''''6''''.''''''''8'''''''''''">
              <a:rPr lang="en-US" altLang="en-US" sz="1400" smtClean="0">
                <a:solidFill>
                  <a:schemeClr val="tx1"/>
                </a:solidFill>
              </a:rPr>
              <a:pPr/>
              <a:t>-6.8</a:t>
            </a:fld>
            <a:endParaRPr lang="en-US" sz="1400">
              <a:solidFill>
                <a:schemeClr val="tx1"/>
              </a:solidFill>
            </a:endParaRPr>
          </a:p>
        </p:txBody>
      </p:sp>
      <p:sp>
        <p:nvSpPr>
          <p:cNvPr id="126" name="Rectangle 61">
            <a:extLst>
              <a:ext uri="{FF2B5EF4-FFF2-40B4-BE49-F238E27FC236}">
                <a16:creationId xmlns:a16="http://schemas.microsoft.com/office/drawing/2014/main" id="{BFBDFAB1-A5F8-2E8F-F5F8-65436934188E}"/>
              </a:ext>
            </a:extLst>
          </p:cNvPr>
          <p:cNvSpPr>
            <a:spLocks/>
          </p:cNvSpPr>
          <p:nvPr>
            <p:custDataLst>
              <p:tags r:id="rId21"/>
            </p:custDataLst>
          </p:nvPr>
        </p:nvSpPr>
        <p:spPr bwMode="gray">
          <a:xfrm>
            <a:off x="3671888" y="3349625"/>
            <a:ext cx="35560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t" anchorCtr="0">
            <a:noAutofit/>
          </a:bodyPr>
          <a:lstStyle/>
          <a:p>
            <a:pPr algn="ctr">
              <a:lnSpc>
                <a:spcPct val="90000"/>
              </a:lnSpc>
              <a:spcBef>
                <a:spcPct val="0"/>
              </a:spcBef>
              <a:spcAft>
                <a:spcPct val="0"/>
              </a:spcAft>
            </a:pPr>
            <a:fld id="{4CFC117F-577F-4C1B-B194-9BCDF0B4EDDF}" type="datetime'''''''''''''-''7''''''''''''''.''0'''''''''''''">
              <a:rPr lang="en-US" altLang="en-US" sz="1400" smtClean="0">
                <a:solidFill>
                  <a:schemeClr val="tx1"/>
                </a:solidFill>
              </a:rPr>
              <a:pPr/>
              <a:t>-7.0</a:t>
            </a:fld>
            <a:endParaRPr lang="en-US" sz="1400" dirty="0">
              <a:solidFill>
                <a:schemeClr val="tx1"/>
              </a:solidFill>
            </a:endParaRPr>
          </a:p>
        </p:txBody>
      </p:sp>
      <p:sp>
        <p:nvSpPr>
          <p:cNvPr id="163" name="Rectangle 61">
            <a:extLst>
              <a:ext uri="{FF2B5EF4-FFF2-40B4-BE49-F238E27FC236}">
                <a16:creationId xmlns:a16="http://schemas.microsoft.com/office/drawing/2014/main" id="{2E719C97-885A-3053-EAC9-2E743BDAD770}"/>
              </a:ext>
            </a:extLst>
          </p:cNvPr>
          <p:cNvSpPr>
            <a:spLocks/>
          </p:cNvSpPr>
          <p:nvPr>
            <p:custDataLst>
              <p:tags r:id="rId22"/>
            </p:custDataLst>
          </p:nvPr>
        </p:nvSpPr>
        <p:spPr bwMode="gray">
          <a:xfrm>
            <a:off x="4902200" y="3635375"/>
            <a:ext cx="35560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t" anchorCtr="0">
            <a:noAutofit/>
          </a:bodyPr>
          <a:lstStyle/>
          <a:p>
            <a:pPr algn="ctr">
              <a:lnSpc>
                <a:spcPct val="90000"/>
              </a:lnSpc>
              <a:spcBef>
                <a:spcPct val="0"/>
              </a:spcBef>
              <a:spcAft>
                <a:spcPct val="0"/>
              </a:spcAft>
            </a:pPr>
            <a:fld id="{DFF31C7F-AD4C-4F03-AA0A-1B9FB340F736}" type="datetime'''''''''''-4''''''''''.''''''''''''''''''2'''''''''''">
              <a:rPr lang="en-US" altLang="en-US" sz="1400" smtClean="0">
                <a:solidFill>
                  <a:schemeClr val="tx1"/>
                </a:solidFill>
              </a:rPr>
              <a:pPr/>
              <a:t>-4.2</a:t>
            </a:fld>
            <a:endParaRPr lang="en-US" sz="1400">
              <a:solidFill>
                <a:schemeClr val="tx1"/>
              </a:solidFill>
            </a:endParaRPr>
          </a:p>
        </p:txBody>
      </p:sp>
      <p:sp>
        <p:nvSpPr>
          <p:cNvPr id="135" name="Rectangle 61">
            <a:extLst>
              <a:ext uri="{FF2B5EF4-FFF2-40B4-BE49-F238E27FC236}">
                <a16:creationId xmlns:a16="http://schemas.microsoft.com/office/drawing/2014/main" id="{6C5CFC8A-F1E1-B3C3-F425-C6A64066EB0C}"/>
              </a:ext>
            </a:extLst>
          </p:cNvPr>
          <p:cNvSpPr>
            <a:spLocks/>
          </p:cNvSpPr>
          <p:nvPr>
            <p:custDataLst>
              <p:tags r:id="rId23"/>
            </p:custDataLst>
          </p:nvPr>
        </p:nvSpPr>
        <p:spPr bwMode="gray">
          <a:xfrm>
            <a:off x="6132513" y="3667125"/>
            <a:ext cx="35560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t" anchorCtr="0">
            <a:noAutofit/>
          </a:bodyPr>
          <a:lstStyle/>
          <a:p>
            <a:pPr algn="ctr">
              <a:lnSpc>
                <a:spcPct val="90000"/>
              </a:lnSpc>
              <a:spcBef>
                <a:spcPct val="0"/>
              </a:spcBef>
              <a:spcAft>
                <a:spcPct val="0"/>
              </a:spcAft>
            </a:pPr>
            <a:fld id="{C3EA75AA-76F4-4576-9C52-D66D6B36AB45}" type="datetime'''''-''''''''0''''.''''''''''''''''''''''''''''5'''">
              <a:rPr lang="en-US" altLang="en-US" sz="1400" smtClean="0">
                <a:solidFill>
                  <a:schemeClr val="tx1"/>
                </a:solidFill>
              </a:rPr>
              <a:pPr/>
              <a:t>-0.5</a:t>
            </a:fld>
            <a:endParaRPr lang="en-US" sz="1400">
              <a:solidFill>
                <a:schemeClr val="tx1"/>
              </a:solidFill>
            </a:endParaRPr>
          </a:p>
        </p:txBody>
      </p:sp>
      <p:sp>
        <p:nvSpPr>
          <p:cNvPr id="47" name="Rectangle 6">
            <a:extLst>
              <a:ext uri="{FF2B5EF4-FFF2-40B4-BE49-F238E27FC236}">
                <a16:creationId xmlns:a16="http://schemas.microsoft.com/office/drawing/2014/main" id="{1A821689-3F0B-471B-740D-801E43B4C178}"/>
              </a:ext>
            </a:extLst>
          </p:cNvPr>
          <p:cNvSpPr>
            <a:spLocks/>
          </p:cNvSpPr>
          <p:nvPr>
            <p:custDataLst>
              <p:tags r:id="rId24"/>
            </p:custDataLst>
          </p:nvPr>
        </p:nvSpPr>
        <p:spPr bwMode="auto">
          <a:xfrm>
            <a:off x="3333750" y="577850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30">
            <a:extLst>
              <a:ext uri="{FF2B5EF4-FFF2-40B4-BE49-F238E27FC236}">
                <a16:creationId xmlns:a16="http://schemas.microsoft.com/office/drawing/2014/main" id="{974BFE12-C505-5A79-BCC9-81A717221668}"/>
              </a:ext>
            </a:extLst>
          </p:cNvPr>
          <p:cNvSpPr>
            <a:spLocks/>
          </p:cNvSpPr>
          <p:nvPr>
            <p:custDataLst>
              <p:tags r:id="rId25"/>
            </p:custDataLst>
          </p:nvPr>
        </p:nvSpPr>
        <p:spPr bwMode="auto">
          <a:xfrm>
            <a:off x="4083050" y="5778500"/>
            <a:ext cx="250825" cy="187325"/>
          </a:xfrm>
          <a:prstGeom prst="rect">
            <a:avLst/>
          </a:prstGeom>
          <a:solidFill>
            <a:schemeClr val="bg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10">
            <a:extLst>
              <a:ext uri="{FF2B5EF4-FFF2-40B4-BE49-F238E27FC236}">
                <a16:creationId xmlns:a16="http://schemas.microsoft.com/office/drawing/2014/main" id="{AF4F247E-87F1-7458-6A31-4EFD5F4F803F}"/>
              </a:ext>
            </a:extLst>
          </p:cNvPr>
          <p:cNvSpPr>
            <a:spLocks/>
          </p:cNvSpPr>
          <p:nvPr>
            <p:custDataLst>
              <p:tags r:id="rId26"/>
            </p:custDataLst>
          </p:nvPr>
        </p:nvSpPr>
        <p:spPr bwMode="auto">
          <a:xfrm>
            <a:off x="4832350" y="5778500"/>
            <a:ext cx="250825" cy="187325"/>
          </a:xfrm>
          <a:prstGeom prst="rect">
            <a:avLst/>
          </a:prstGeom>
          <a:solidFill>
            <a:schemeClr val="accent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1">
            <a:extLst>
              <a:ext uri="{FF2B5EF4-FFF2-40B4-BE49-F238E27FC236}">
                <a16:creationId xmlns:a16="http://schemas.microsoft.com/office/drawing/2014/main" id="{C62F821E-2F86-2EE4-2676-E7516E43A273}"/>
              </a:ext>
            </a:extLst>
          </p:cNvPr>
          <p:cNvSpPr>
            <a:spLocks/>
          </p:cNvSpPr>
          <p:nvPr>
            <p:custDataLst>
              <p:tags r:id="rId27"/>
            </p:custDataLst>
          </p:nvPr>
        </p:nvSpPr>
        <p:spPr bwMode="auto">
          <a:xfrm>
            <a:off x="3635375" y="5773738"/>
            <a:ext cx="3460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07028A10-4DC0-4EB3-B377-522D24522D91}" type="datetime'''B''''''''''U1'''''''''''''''''''''''''''''''''''''''''''''''">
              <a:rPr lang="en-US" altLang="en-US" sz="1400" smtClean="0">
                <a:solidFill>
                  <a:schemeClr val="tx1"/>
                </a:solidFill>
              </a:rPr>
              <a:pPr>
                <a:spcBef>
                  <a:spcPct val="0"/>
                </a:spcBef>
                <a:spcAft>
                  <a:spcPct val="0"/>
                </a:spcAft>
              </a:pPr>
              <a:t>Additions</a:t>
            </a:fld>
            <a:endParaRPr lang="en-US" sz="1400">
              <a:solidFill>
                <a:schemeClr val="tx1"/>
              </a:solidFill>
            </a:endParaRPr>
          </a:p>
        </p:txBody>
      </p:sp>
      <p:sp>
        <p:nvSpPr>
          <p:cNvPr id="54" name="Rectangle 26">
            <a:extLst>
              <a:ext uri="{FF2B5EF4-FFF2-40B4-BE49-F238E27FC236}">
                <a16:creationId xmlns:a16="http://schemas.microsoft.com/office/drawing/2014/main" id="{A1D3298E-F556-0113-AA75-97E0E65AB597}"/>
              </a:ext>
            </a:extLst>
          </p:cNvPr>
          <p:cNvSpPr>
            <a:spLocks/>
          </p:cNvSpPr>
          <p:nvPr>
            <p:custDataLst>
              <p:tags r:id="rId28"/>
            </p:custDataLst>
          </p:nvPr>
        </p:nvSpPr>
        <p:spPr bwMode="auto">
          <a:xfrm>
            <a:off x="4384675" y="5773738"/>
            <a:ext cx="3460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FF9FCBA8-48E6-4D7C-AD27-F9568F1B0B17}" type="datetime'''''''''''''''''''''''B''''''U''''''''''2'''''''''''''''''''''">
              <a:rPr lang="en-US" altLang="en-US" sz="1400" smtClean="0">
                <a:solidFill>
                  <a:schemeClr val="tx1"/>
                </a:solidFill>
              </a:rPr>
              <a:pPr>
                <a:spcBef>
                  <a:spcPct val="0"/>
                </a:spcBef>
                <a:spcAft>
                  <a:spcPct val="0"/>
                </a:spcAft>
              </a:pPr>
              <a:t>Outflows</a:t>
            </a:fld>
            <a:endParaRPr lang="en-US" sz="1400" dirty="0">
              <a:solidFill>
                <a:schemeClr val="tx1"/>
              </a:solidFill>
            </a:endParaRPr>
          </a:p>
        </p:txBody>
      </p:sp>
      <p:sp>
        <p:nvSpPr>
          <p:cNvPr id="55" name="Rectangle 3">
            <a:extLst>
              <a:ext uri="{FF2B5EF4-FFF2-40B4-BE49-F238E27FC236}">
                <a16:creationId xmlns:a16="http://schemas.microsoft.com/office/drawing/2014/main" id="{D2B08500-5573-0211-3A75-DD892D8533AD}"/>
              </a:ext>
            </a:extLst>
          </p:cNvPr>
          <p:cNvSpPr>
            <a:spLocks/>
          </p:cNvSpPr>
          <p:nvPr>
            <p:custDataLst>
              <p:tags r:id="rId29"/>
            </p:custDataLst>
          </p:nvPr>
        </p:nvSpPr>
        <p:spPr bwMode="auto">
          <a:xfrm>
            <a:off x="5133975" y="5773738"/>
            <a:ext cx="4635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47D6A284-C9E4-46A7-8BED-A1121107C9D5}" type="datetime'''T''''o''t''''''''''''''''a''''''''''''''''''l''s'''">
              <a:rPr lang="en-US" altLang="en-US" sz="1400" smtClean="0">
                <a:solidFill>
                  <a:schemeClr val="tx1"/>
                </a:solidFill>
              </a:rPr>
              <a:pPr>
                <a:spcBef>
                  <a:spcPct val="0"/>
                </a:spcBef>
                <a:spcAft>
                  <a:spcPct val="0"/>
                </a:spcAft>
              </a:pPr>
              <a:t>Total</a:t>
            </a:fld>
            <a:endParaRPr lang="en-US" sz="1400" dirty="0">
              <a:solidFill>
                <a:schemeClr val="tx1"/>
              </a:solidFill>
            </a:endParaRPr>
          </a:p>
        </p:txBody>
      </p:sp>
      <p:sp>
        <p:nvSpPr>
          <p:cNvPr id="6" name="Text Placeholder 15">
            <a:extLst>
              <a:ext uri="{FF2B5EF4-FFF2-40B4-BE49-F238E27FC236}">
                <a16:creationId xmlns:a16="http://schemas.microsoft.com/office/drawing/2014/main" id="{2C43E47E-BCAD-9E22-6F6E-1D7E5C2A7652}"/>
              </a:ext>
            </a:extLst>
          </p:cNvPr>
          <p:cNvSpPr txBox="1">
            <a:spLocks/>
          </p:cNvSpPr>
          <p:nvPr/>
        </p:nvSpPr>
        <p:spPr>
          <a:xfrm>
            <a:off x="407988" y="6215906"/>
            <a:ext cx="3361498" cy="153888"/>
          </a:xfrm>
          <a:prstGeom prst="rect">
            <a:avLst/>
          </a:prstGeom>
        </p:spPr>
        <p:txBody>
          <a:bodyPr vert="horz" wrap="none" lIns="0" tIns="0" rIns="0" bIns="0" rtlCol="0">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000" kern="1200">
                <a:solidFill>
                  <a:schemeClr val="accent6"/>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000" kern="1200">
                <a:solidFill>
                  <a:schemeClr val="accent6"/>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000" kern="1200">
                <a:solidFill>
                  <a:schemeClr val="accent6"/>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000" kern="1200">
                <a:solidFill>
                  <a:schemeClr val="accent6"/>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a:solidFill>
                  <a:schemeClr val="tx2"/>
                </a:solidFill>
              </a:rPr>
              <a:t>Keywords: think-cell, chart, charts, graph, graphs, comment</a:t>
            </a:r>
          </a:p>
        </p:txBody>
      </p:sp>
      <p:sp>
        <p:nvSpPr>
          <p:cNvPr id="4" name="tc_columnhead">
            <a:extLst>
              <a:ext uri="{FF2B5EF4-FFF2-40B4-BE49-F238E27FC236}">
                <a16:creationId xmlns:a16="http://schemas.microsoft.com/office/drawing/2014/main" id="{D3246310-F1D8-721B-18FE-080B42943DCA}"/>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7" name="tc_columnheadline">
            <a:extLst>
              <a:ext uri="{FF2B5EF4-FFF2-40B4-BE49-F238E27FC236}">
                <a16:creationId xmlns:a16="http://schemas.microsoft.com/office/drawing/2014/main" id="{766F9AD6-9102-EA60-82A3-A2D4DFDFF754}"/>
              </a:ext>
            </a:extLst>
          </p:cNvPr>
          <p:cNvCxnSpPr>
            <a:cxnSpLocks/>
            <a:stCxn id="4" idx="4"/>
            <a:endCxn id="4"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c_columnhead">
            <a:extLst>
              <a:ext uri="{FF2B5EF4-FFF2-40B4-BE49-F238E27FC236}">
                <a16:creationId xmlns:a16="http://schemas.microsoft.com/office/drawing/2014/main" id="{7BEBA024-3FD8-516B-730C-A9466159D34F}"/>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9" name="tc_columnheadline">
            <a:extLst>
              <a:ext uri="{FF2B5EF4-FFF2-40B4-BE49-F238E27FC236}">
                <a16:creationId xmlns:a16="http://schemas.microsoft.com/office/drawing/2014/main" id="{7E563DB4-BDD0-B222-365D-460065DE0353}"/>
              </a:ext>
            </a:extLst>
          </p:cNvPr>
          <p:cNvCxnSpPr>
            <a:cxnSpLocks/>
            <a:stCxn id="8" idx="4"/>
            <a:endCxn id="8"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Rechteck 137">
            <a:extLst>
              <a:ext uri="{FF2B5EF4-FFF2-40B4-BE49-F238E27FC236}">
                <a16:creationId xmlns:a16="http://schemas.microsoft.com/office/drawing/2014/main" id="{0BC0F211-6AE1-9D54-9054-031BC39F112D}"/>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
        <p:nvSpPr>
          <p:cNvPr id="30" name="Rectangle 18">
            <a:extLst>
              <a:ext uri="{FF2B5EF4-FFF2-40B4-BE49-F238E27FC236}">
                <a16:creationId xmlns:a16="http://schemas.microsoft.com/office/drawing/2014/main" id="{EE6D84F9-7F0D-D642-3E81-3B069D883107}"/>
              </a:ext>
            </a:extLst>
          </p:cNvPr>
          <p:cNvSpPr>
            <a:spLocks/>
          </p:cNvSpPr>
          <p:nvPr/>
        </p:nvSpPr>
        <p:spPr>
          <a:xfrm>
            <a:off x="8811106" y="-805994"/>
            <a:ext cx="4575600" cy="1365365"/>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open the chart's internal datasheet</a:t>
            </a:r>
            <a:r>
              <a:rPr lang="en-US" sz="1200" dirty="0">
                <a:solidFill>
                  <a:schemeClr val="tx1"/>
                </a:solidFill>
              </a:rPr>
              <a:t>, double-click any empty space in the chart.</a:t>
            </a: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labels), right-click the chart or a chart feature to open the context menu.</a:t>
            </a: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 </a:t>
            </a:r>
            <a:r>
              <a:rPr lang="en-US" sz="1200" dirty="0">
                <a:solidFill>
                  <a:schemeClr val="tx1"/>
                </a:solidFill>
              </a:rPr>
              <a:t>of the chart or a feature, click the chart or feature to open the mini toolbar.</a:t>
            </a:r>
          </a:p>
        </p:txBody>
      </p:sp>
    </p:spTree>
    <p:extLst>
      <p:ext uri="{BB962C8B-B14F-4D97-AF65-F5344CB8AC3E}">
        <p14:creationId xmlns:p14="http://schemas.microsoft.com/office/powerpoint/2010/main" val="2024364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1135903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49" imgH="350" progId="TCLayout.ActiveDocument.1">
                  <p:embed/>
                </p:oleObj>
              </mc:Choice>
              <mc:Fallback>
                <p:oleObj name="think-cell Slide" r:id="rId24"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Bar I</a:t>
            </a:r>
          </a:p>
        </p:txBody>
      </p:sp>
      <p:sp>
        <p:nvSpPr>
          <p:cNvPr id="3" name="Rectangle 18">
            <a:extLst>
              <a:ext uri="{FF2B5EF4-FFF2-40B4-BE49-F238E27FC236}">
                <a16:creationId xmlns:a16="http://schemas.microsoft.com/office/drawing/2014/main" id="{7F4EBA3E-1547-3489-3D2C-A48BCEF28565}"/>
              </a:ext>
            </a:extLst>
          </p:cNvPr>
          <p:cNvSpPr>
            <a:spLocks/>
          </p:cNvSpPr>
          <p:nvPr/>
        </p:nvSpPr>
        <p:spPr>
          <a:xfrm>
            <a:off x="8811106" y="-1175326"/>
            <a:ext cx="4575600" cy="1734697"/>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 chart</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the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value lines, difference arrows),</a:t>
            </a:r>
            <a:r>
              <a:rPr lang="en-US" sz="1200" b="1" dirty="0">
                <a:solidFill>
                  <a:schemeClr val="tx1"/>
                </a:solidFill>
              </a:rPr>
              <a:t> </a:t>
            </a:r>
            <a:r>
              <a:rPr lang="en-US" sz="1200" dirty="0">
                <a:solidFill>
                  <a:schemeClr val="tx1"/>
                </a:solidFill>
              </a:rPr>
              <a:t>right-click the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the chart or a feature,</a:t>
            </a:r>
            <a:r>
              <a:rPr lang="en-US" sz="1200" b="1" dirty="0">
                <a:solidFill>
                  <a:schemeClr val="tx1"/>
                </a:solidFill>
              </a:rPr>
              <a:t> </a:t>
            </a:r>
            <a:r>
              <a:rPr lang="en-US" sz="1200" dirty="0">
                <a:solidFill>
                  <a:schemeClr val="tx1"/>
                </a:solidFill>
              </a:rPr>
              <a:t>click the chart or feature to open the mini toolbar.</a:t>
            </a:r>
          </a:p>
          <a:p>
            <a:pPr marL="140400" indent="-140400">
              <a:buFont typeface="Arial" panose="020B0604020202020204" pitchFamily="34" charset="0"/>
              <a:buChar char="•"/>
            </a:pPr>
            <a:r>
              <a:rPr lang="en-US" sz="1200" dirty="0">
                <a:solidFill>
                  <a:schemeClr val="tx1"/>
                </a:solidFill>
                <a:cs typeface="Arial"/>
              </a:rPr>
              <a:t>To </a:t>
            </a:r>
            <a:r>
              <a:rPr lang="en-US" sz="1200" b="1" dirty="0">
                <a:solidFill>
                  <a:schemeClr val="tx1"/>
                </a:solidFill>
                <a:cs typeface="Arial"/>
              </a:rPr>
              <a:t>sort the bars</a:t>
            </a:r>
            <a:r>
              <a:rPr lang="en-US" sz="1200" dirty="0">
                <a:solidFill>
                  <a:schemeClr val="tx1"/>
                </a:solidFill>
                <a:cs typeface="Arial"/>
              </a:rPr>
              <a:t> from highest to lowest, in the mini toolbar, select </a:t>
            </a:r>
            <a:r>
              <a:rPr lang="en-US" sz="1200" b="1" dirty="0">
                <a:solidFill>
                  <a:schemeClr val="tx1"/>
                </a:solidFill>
                <a:cs typeface="Arial"/>
              </a:rPr>
              <a:t>Categories in Descending Y Extent Order</a:t>
            </a:r>
            <a:r>
              <a:rPr lang="en-US" sz="1200" dirty="0">
                <a:solidFill>
                  <a:schemeClr val="tx1"/>
                </a:solidFill>
                <a:cs typeface="Arial"/>
              </a:rPr>
              <a:t>.</a:t>
            </a:r>
          </a:p>
        </p:txBody>
      </p:sp>
      <p:graphicFrame>
        <p:nvGraphicFramePr>
          <p:cNvPr id="9" name="Chart 8">
            <a:extLst>
              <a:ext uri="{FF2B5EF4-FFF2-40B4-BE49-F238E27FC236}">
                <a16:creationId xmlns:a16="http://schemas.microsoft.com/office/drawing/2014/main" id="{CBD56CE7-10C6-CF16-4B7A-CD2E5C99D3FE}"/>
              </a:ext>
            </a:extLst>
          </p:cNvPr>
          <p:cNvGraphicFramePr/>
          <p:nvPr>
            <p:custDataLst>
              <p:tags r:id="rId2"/>
            </p:custDataLst>
            <p:extLst>
              <p:ext uri="{D42A27DB-BD31-4B8C-83A1-F6EECF244321}">
                <p14:modId xmlns:p14="http://schemas.microsoft.com/office/powerpoint/2010/main" val="3042036561"/>
              </p:ext>
            </p:extLst>
          </p:nvPr>
        </p:nvGraphicFramePr>
        <p:xfrm>
          <a:off x="812800" y="2249488"/>
          <a:ext cx="6804025" cy="4114800"/>
        </p:xfrm>
        <a:graphic>
          <a:graphicData uri="http://schemas.openxmlformats.org/drawingml/2006/chart">
            <c:chart xmlns:c="http://schemas.openxmlformats.org/drawingml/2006/chart" xmlns:r="http://schemas.openxmlformats.org/officeDocument/2006/relationships" r:id="rId26"/>
          </a:graphicData>
        </a:graphic>
      </p:graphicFrame>
      <p:sp>
        <p:nvSpPr>
          <p:cNvPr id="21" name="Arrow: Right 20">
            <a:extLst>
              <a:ext uri="{FF2B5EF4-FFF2-40B4-BE49-F238E27FC236}">
                <a16:creationId xmlns:a16="http://schemas.microsoft.com/office/drawing/2014/main" id="{C825AC13-30B3-F273-0862-975E9BD50234}"/>
              </a:ext>
            </a:extLst>
          </p:cNvPr>
          <p:cNvSpPr>
            <a:spLocks/>
          </p:cNvSpPr>
          <p:nvPr>
            <p:custDataLst>
              <p:tags r:id="rId3"/>
            </p:custDataLst>
          </p:nvPr>
        </p:nvSpPr>
        <p:spPr bwMode="auto">
          <a:xfrm rot="5400000">
            <a:off x="5010150"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356" name="Straight Connector 355">
            <a:extLst>
              <a:ext uri="{FF2B5EF4-FFF2-40B4-BE49-F238E27FC236}">
                <a16:creationId xmlns:a16="http://schemas.microsoft.com/office/drawing/2014/main" id="{934AA6D2-1DFC-3C1F-AF13-57F06750C6BB}"/>
              </a:ext>
            </a:extLst>
          </p:cNvPr>
          <p:cNvCxnSpPr/>
          <p:nvPr>
            <p:custDataLst>
              <p:tags r:id="rId4"/>
            </p:custDataLst>
          </p:nvPr>
        </p:nvCxnSpPr>
        <p:spPr bwMode="auto">
          <a:xfrm flipV="1">
            <a:off x="5073650" y="4513263"/>
            <a:ext cx="0" cy="1544638"/>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2" name="Straight Connector 361">
            <a:extLst>
              <a:ext uri="{FF2B5EF4-FFF2-40B4-BE49-F238E27FC236}">
                <a16:creationId xmlns:a16="http://schemas.microsoft.com/office/drawing/2014/main" id="{8A799DCC-6AD1-F5DE-9DE9-5EAE89C72688}"/>
              </a:ext>
            </a:extLst>
          </p:cNvPr>
          <p:cNvCxnSpPr/>
          <p:nvPr>
            <p:custDataLst>
              <p:tags r:id="rId5"/>
            </p:custDataLst>
          </p:nvPr>
        </p:nvCxnSpPr>
        <p:spPr bwMode="auto">
          <a:xfrm flipV="1">
            <a:off x="5073650" y="2757488"/>
            <a:ext cx="0" cy="1543050"/>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5" name="Arrow: Right 54">
            <a:extLst>
              <a:ext uri="{FF2B5EF4-FFF2-40B4-BE49-F238E27FC236}">
                <a16:creationId xmlns:a16="http://schemas.microsoft.com/office/drawing/2014/main" id="{6227B2AA-AA04-C8F9-65BC-DC85CA80B33D}"/>
              </a:ext>
            </a:extLst>
          </p:cNvPr>
          <p:cNvSpPr/>
          <p:nvPr>
            <p:custDataLst>
              <p:tags r:id="rId6"/>
            </p:custDataLst>
          </p:nvPr>
        </p:nvSpPr>
        <p:spPr bwMode="auto">
          <a:xfrm rot="5400000">
            <a:off x="6018213"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56" name="Straight Connector 55">
            <a:extLst>
              <a:ext uri="{FF2B5EF4-FFF2-40B4-BE49-F238E27FC236}">
                <a16:creationId xmlns:a16="http://schemas.microsoft.com/office/drawing/2014/main" id="{54C474CB-78C2-3A26-CF08-CFBBD02A0CFA}"/>
              </a:ext>
            </a:extLst>
          </p:cNvPr>
          <p:cNvCxnSpPr>
            <a:cxnSpLocks/>
          </p:cNvCxnSpPr>
          <p:nvPr>
            <p:custDataLst>
              <p:tags r:id="rId7"/>
            </p:custDataLst>
          </p:nvPr>
        </p:nvCxnSpPr>
        <p:spPr bwMode="auto">
          <a:xfrm flipV="1">
            <a:off x="6081713" y="2757488"/>
            <a:ext cx="0" cy="3300413"/>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0E8F8D5C-1491-8981-3D5A-0B42E45A1311}"/>
              </a:ext>
            </a:extLst>
          </p:cNvPr>
          <p:cNvSpPr>
            <a:spLocks/>
          </p:cNvSpPr>
          <p:nvPr>
            <p:custDataLst>
              <p:tags r:id="rId8"/>
            </p:custDataLst>
          </p:nvPr>
        </p:nvSpPr>
        <p:spPr bwMode="auto">
          <a:xfrm>
            <a:off x="7558088" y="2544762"/>
            <a:ext cx="5905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lang="en-US" altLang="en-US" sz="1400">
                <a:solidFill>
                  <a:schemeClr val="tx1"/>
                </a:solidFill>
                <a:effectLst/>
                <a:sym typeface="+mn-lt"/>
              </a:rPr>
              <a:t>Margin</a:t>
            </a:r>
            <a:br>
              <a:rPr lang="en-US" altLang="en-US" sz="1400">
                <a:solidFill>
                  <a:schemeClr val="tx1"/>
                </a:solidFill>
                <a:effectLst/>
                <a:sym typeface="+mn-lt"/>
              </a:rPr>
            </a:br>
            <a:r>
              <a:rPr lang="en-US" altLang="en-US" sz="1400">
                <a:solidFill>
                  <a:schemeClr val="tx1"/>
                </a:solidFill>
                <a:effectLst/>
                <a:sym typeface="+mn-lt"/>
              </a:rPr>
              <a:t>p</a:t>
            </a:r>
            <a:r>
              <a:rPr lang="en-US" sz="1400">
                <a:sym typeface="+mn-lt"/>
              </a:rPr>
              <a:t>er unit</a:t>
            </a:r>
            <a:endParaRPr lang="en-US" sz="1400">
              <a:solidFill>
                <a:schemeClr val="tx1"/>
              </a:solidFill>
              <a:sym typeface="+mn-lt"/>
            </a:endParaRPr>
          </a:p>
        </p:txBody>
      </p:sp>
      <p:sp>
        <p:nvSpPr>
          <p:cNvPr id="24" name="Text Placeholder 2">
            <a:extLst>
              <a:ext uri="{FF2B5EF4-FFF2-40B4-BE49-F238E27FC236}">
                <a16:creationId xmlns:a16="http://schemas.microsoft.com/office/drawing/2014/main" id="{8A4D44A3-DF10-DFD0-EE66-C96264BE5B68}"/>
              </a:ext>
            </a:extLst>
          </p:cNvPr>
          <p:cNvSpPr>
            <a:spLocks/>
          </p:cNvSpPr>
          <p:nvPr>
            <p:custDataLst>
              <p:tags r:id="rId9"/>
            </p:custDataLst>
          </p:nvPr>
        </p:nvSpPr>
        <p:spPr bwMode="auto">
          <a:xfrm>
            <a:off x="403225" y="288607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5BA8B82-2C5E-446B-AE5B-7515A83038B1}" type="datetime'''B''r''an''''''''''''''''''''''''''d'''''''' ''''1'">
              <a:rPr lang="en-US" altLang="en-US" sz="1400" smtClean="0"/>
              <a:pPr marL="0" lvl="0" indent="0" algn="r">
                <a:spcBef>
                  <a:spcPct val="0"/>
                </a:spcBef>
                <a:spcAft>
                  <a:spcPct val="0"/>
                </a:spcAft>
                <a:buNone/>
              </a:pPr>
              <a:t>Brand 1</a:t>
            </a:fld>
            <a:endParaRPr lang="en-US" sz="1400"/>
          </a:p>
        </p:txBody>
      </p:sp>
      <p:sp>
        <p:nvSpPr>
          <p:cNvPr id="26" name="Text Placeholder 2">
            <a:extLst>
              <a:ext uri="{FF2B5EF4-FFF2-40B4-BE49-F238E27FC236}">
                <a16:creationId xmlns:a16="http://schemas.microsoft.com/office/drawing/2014/main" id="{A3D46989-DB07-AF83-390A-708F0554011E}"/>
              </a:ext>
            </a:extLst>
          </p:cNvPr>
          <p:cNvSpPr>
            <a:spLocks/>
          </p:cNvSpPr>
          <p:nvPr>
            <p:custDataLst>
              <p:tags r:id="rId10"/>
            </p:custDataLst>
          </p:nvPr>
        </p:nvSpPr>
        <p:spPr bwMode="auto">
          <a:xfrm>
            <a:off x="403225" y="335756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0A6ECC6-4287-4547-BFCA-64B9A0539B5E}" type="datetime'''''''''B''''''r''a''''n''''d'''''''' ''''''2'''''">
              <a:rPr lang="en-US" altLang="en-US" sz="1400" smtClean="0"/>
              <a:pPr marL="0" lvl="0" indent="0" algn="r">
                <a:spcBef>
                  <a:spcPct val="0"/>
                </a:spcBef>
                <a:spcAft>
                  <a:spcPct val="0"/>
                </a:spcAft>
                <a:buNone/>
              </a:pPr>
              <a:t>Brand 2</a:t>
            </a:fld>
            <a:endParaRPr lang="en-US" sz="1400"/>
          </a:p>
        </p:txBody>
      </p:sp>
      <p:sp>
        <p:nvSpPr>
          <p:cNvPr id="27" name="Text Placeholder 2">
            <a:extLst>
              <a:ext uri="{FF2B5EF4-FFF2-40B4-BE49-F238E27FC236}">
                <a16:creationId xmlns:a16="http://schemas.microsoft.com/office/drawing/2014/main" id="{E88BD066-4908-0B00-E9CE-64681E72D930}"/>
              </a:ext>
            </a:extLst>
          </p:cNvPr>
          <p:cNvSpPr>
            <a:spLocks/>
          </p:cNvSpPr>
          <p:nvPr>
            <p:custDataLst>
              <p:tags r:id="rId11"/>
            </p:custDataLst>
          </p:nvPr>
        </p:nvSpPr>
        <p:spPr bwMode="auto">
          <a:xfrm>
            <a:off x="403225" y="382905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0D3C9C3-D821-42CA-83DB-48FA5BABAA52}" type="datetime'''''''''B''''''''''''r''''an''d'''''' ''''''''''3'''''''">
              <a:rPr lang="en-US" altLang="en-US" sz="1400" smtClean="0"/>
              <a:pPr marL="0" lvl="0" indent="0" algn="r">
                <a:spcBef>
                  <a:spcPct val="0"/>
                </a:spcBef>
                <a:spcAft>
                  <a:spcPct val="0"/>
                </a:spcAft>
                <a:buNone/>
              </a:pPr>
              <a:t>Brand 3</a:t>
            </a:fld>
            <a:endParaRPr lang="en-US" sz="1400"/>
          </a:p>
        </p:txBody>
      </p:sp>
      <p:sp>
        <p:nvSpPr>
          <p:cNvPr id="28" name="Text Placeholder 2">
            <a:extLst>
              <a:ext uri="{FF2B5EF4-FFF2-40B4-BE49-F238E27FC236}">
                <a16:creationId xmlns:a16="http://schemas.microsoft.com/office/drawing/2014/main" id="{CA9671B0-D91D-6C8A-3F88-EAD87348508B}"/>
              </a:ext>
            </a:extLst>
          </p:cNvPr>
          <p:cNvSpPr>
            <a:spLocks/>
          </p:cNvSpPr>
          <p:nvPr>
            <p:custDataLst>
              <p:tags r:id="rId12"/>
            </p:custDataLst>
          </p:nvPr>
        </p:nvSpPr>
        <p:spPr bwMode="auto">
          <a:xfrm>
            <a:off x="403225" y="4300538"/>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41EDE958-AF08-42F2-87AE-C4F05609F1DF}" type="datetime'''B''r''''''''''''''''''''''''''''''''an''''''''d'''' 4'''">
              <a:rPr lang="en-US" altLang="en-US" sz="1400" smtClean="0"/>
              <a:pPr marL="0" lvl="0" indent="0" algn="r">
                <a:spcBef>
                  <a:spcPct val="0"/>
                </a:spcBef>
                <a:spcAft>
                  <a:spcPct val="0"/>
                </a:spcAft>
                <a:buNone/>
              </a:pPr>
              <a:t>Brand 4</a:t>
            </a:fld>
            <a:endParaRPr lang="en-US" sz="1400"/>
          </a:p>
        </p:txBody>
      </p:sp>
      <p:sp>
        <p:nvSpPr>
          <p:cNvPr id="31" name="Text Placeholder 2">
            <a:extLst>
              <a:ext uri="{FF2B5EF4-FFF2-40B4-BE49-F238E27FC236}">
                <a16:creationId xmlns:a16="http://schemas.microsoft.com/office/drawing/2014/main" id="{49CF8985-4D3C-EFA2-B457-B43029BBF799}"/>
              </a:ext>
            </a:extLst>
          </p:cNvPr>
          <p:cNvSpPr>
            <a:spLocks/>
          </p:cNvSpPr>
          <p:nvPr>
            <p:custDataLst>
              <p:tags r:id="rId13"/>
            </p:custDataLst>
          </p:nvPr>
        </p:nvSpPr>
        <p:spPr bwMode="auto">
          <a:xfrm>
            <a:off x="403225" y="477202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D3BF212-0685-4A0F-9AC7-E70BADFD212A}" type="datetime'''''B''''r''''''''''a''''''nd'''''''''''''''''''''''' ''''5'">
              <a:rPr lang="en-US" altLang="en-US" sz="1400" smtClean="0"/>
              <a:pPr marL="0" lvl="0" indent="0" algn="r">
                <a:spcBef>
                  <a:spcPct val="0"/>
                </a:spcBef>
                <a:spcAft>
                  <a:spcPct val="0"/>
                </a:spcAft>
                <a:buNone/>
              </a:pPr>
              <a:t>Brand 5</a:t>
            </a:fld>
            <a:endParaRPr lang="en-US" sz="1400"/>
          </a:p>
        </p:txBody>
      </p:sp>
      <p:sp>
        <p:nvSpPr>
          <p:cNvPr id="32" name="Text Placeholder 2">
            <a:extLst>
              <a:ext uri="{FF2B5EF4-FFF2-40B4-BE49-F238E27FC236}">
                <a16:creationId xmlns:a16="http://schemas.microsoft.com/office/drawing/2014/main" id="{51F04605-7815-7E0B-4DC4-560BDAA83566}"/>
              </a:ext>
            </a:extLst>
          </p:cNvPr>
          <p:cNvSpPr>
            <a:spLocks/>
          </p:cNvSpPr>
          <p:nvPr>
            <p:custDataLst>
              <p:tags r:id="rId14"/>
            </p:custDataLst>
          </p:nvPr>
        </p:nvSpPr>
        <p:spPr bwMode="auto">
          <a:xfrm>
            <a:off x="403225" y="524351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AE7C7A1-A1D0-4339-8750-60CC335B06A9}" type="datetime'''''''B''r''a''''''n''''''''''''''''''''''d'''' 6'''''''''">
              <a:rPr lang="en-US" altLang="en-US" sz="1400" smtClean="0"/>
              <a:pPr marL="0" lvl="0" indent="0" algn="r">
                <a:spcBef>
                  <a:spcPct val="0"/>
                </a:spcBef>
                <a:spcAft>
                  <a:spcPct val="0"/>
                </a:spcAft>
                <a:buNone/>
              </a:pPr>
              <a:t>Brand 6</a:t>
            </a:fld>
            <a:endParaRPr lang="en-US" sz="1400"/>
          </a:p>
        </p:txBody>
      </p:sp>
      <p:sp>
        <p:nvSpPr>
          <p:cNvPr id="33" name="Text Placeholder 2">
            <a:extLst>
              <a:ext uri="{FF2B5EF4-FFF2-40B4-BE49-F238E27FC236}">
                <a16:creationId xmlns:a16="http://schemas.microsoft.com/office/drawing/2014/main" id="{29C42B69-C377-A7D0-1496-F526CCD0FA80}"/>
              </a:ext>
            </a:extLst>
          </p:cNvPr>
          <p:cNvSpPr>
            <a:spLocks/>
          </p:cNvSpPr>
          <p:nvPr>
            <p:custDataLst>
              <p:tags r:id="rId15"/>
            </p:custDataLst>
          </p:nvPr>
        </p:nvSpPr>
        <p:spPr bwMode="auto">
          <a:xfrm>
            <a:off x="403225" y="571500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7E460325-25F0-4177-96C3-6527D19F6B4D}" type="datetime'B''''''''''''''''r''''''''''''''''''''a''nd ''''''''''''7'">
              <a:rPr lang="en-US" altLang="en-US" sz="1400" smtClean="0"/>
              <a:pPr marL="0" lvl="0" indent="0" algn="r">
                <a:spcBef>
                  <a:spcPct val="0"/>
                </a:spcBef>
                <a:spcAft>
                  <a:spcPct val="0"/>
                </a:spcAft>
                <a:buNone/>
              </a:pPr>
              <a:t>Brand 7</a:t>
            </a:fld>
            <a:endParaRPr lang="en-US" sz="1400"/>
          </a:p>
        </p:txBody>
      </p:sp>
      <p:sp>
        <p:nvSpPr>
          <p:cNvPr id="39" name="Text Placeholder 2">
            <a:extLst>
              <a:ext uri="{FF2B5EF4-FFF2-40B4-BE49-F238E27FC236}">
                <a16:creationId xmlns:a16="http://schemas.microsoft.com/office/drawing/2014/main" id="{E14C730E-1CFD-BB90-D92D-5E530FD0B2B5}"/>
              </a:ext>
            </a:extLst>
          </p:cNvPr>
          <p:cNvSpPr>
            <a:spLocks/>
          </p:cNvSpPr>
          <p:nvPr>
            <p:custDataLst>
              <p:tags r:id="rId16"/>
            </p:custDataLst>
          </p:nvPr>
        </p:nvSpPr>
        <p:spPr bwMode="auto">
          <a:xfrm>
            <a:off x="4586288" y="1974850"/>
            <a:ext cx="974725"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r>
              <a:rPr lang="en-US" altLang="en-US" sz="1400" b="1"/>
              <a:t>Market avg.</a:t>
            </a:r>
            <a:endParaRPr lang="en-US" altLang="en-US" sz="1400" b="1">
              <a:effectLst/>
            </a:endParaRPr>
          </a:p>
          <a:p>
            <a:pPr marL="0" lvl="0" indent="0" algn="ctr">
              <a:spcBef>
                <a:spcPct val="0"/>
              </a:spcBef>
              <a:spcAft>
                <a:spcPct val="0"/>
              </a:spcAft>
              <a:buNone/>
            </a:pPr>
            <a:fld id="{38244F02-4612-42C9-9C12-F3FE8B86482B}" type="datetime'''2''''''''''''''''''''''5'''''''''''''''''''''">
              <a:rPr lang="en-US" altLang="en-US" sz="1400" smtClean="0"/>
              <a:pPr marL="0" lvl="0" indent="0" algn="ctr">
                <a:spcBef>
                  <a:spcPct val="0"/>
                </a:spcBef>
                <a:spcAft>
                  <a:spcPct val="0"/>
                </a:spcAft>
                <a:buNone/>
              </a:pPr>
              <a:t>25</a:t>
            </a:fld>
            <a:endParaRPr lang="en-US" sz="1400"/>
          </a:p>
        </p:txBody>
      </p:sp>
      <p:sp>
        <p:nvSpPr>
          <p:cNvPr id="54" name="Text Placeholder 2">
            <a:extLst>
              <a:ext uri="{FF2B5EF4-FFF2-40B4-BE49-F238E27FC236}">
                <a16:creationId xmlns:a16="http://schemas.microsoft.com/office/drawing/2014/main" id="{A36AD9A7-A470-4248-33C2-9AE6FF8B56DA}"/>
              </a:ext>
            </a:extLst>
          </p:cNvPr>
          <p:cNvSpPr>
            <a:spLocks/>
          </p:cNvSpPr>
          <p:nvPr>
            <p:custDataLst>
              <p:tags r:id="rId17"/>
            </p:custDataLst>
          </p:nvPr>
        </p:nvSpPr>
        <p:spPr bwMode="auto">
          <a:xfrm>
            <a:off x="5653088" y="1974850"/>
            <a:ext cx="8572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en-US" sz="1400" b="1"/>
              <a:t>Our target</a:t>
            </a:r>
          </a:p>
          <a:p>
            <a:pPr marL="0" lvl="0" indent="0" algn="ctr">
              <a:spcBef>
                <a:spcPct val="0"/>
              </a:spcBef>
              <a:spcAft>
                <a:spcPct val="0"/>
              </a:spcAft>
              <a:buNone/>
            </a:pPr>
            <a:fld id="{B7B99715-CCEA-4008-B7DC-47D60E750A8C}" type="datetime'''''''''''''''''''''3''''''''6'''''''''''''''''">
              <a:rPr lang="en-US" altLang="en-US" sz="1400" smtClean="0"/>
              <a:pPr marL="0" lvl="0" indent="0" algn="ctr">
                <a:spcBef>
                  <a:spcPct val="0"/>
                </a:spcBef>
                <a:spcAft>
                  <a:spcPct val="0"/>
                </a:spcAft>
                <a:buNone/>
              </a:pPr>
              <a:t>36</a:t>
            </a:fld>
            <a:endParaRPr lang="en-US" sz="1400"/>
          </a:p>
        </p:txBody>
      </p:sp>
      <p:sp>
        <p:nvSpPr>
          <p:cNvPr id="125" name="Rectangle 124">
            <a:extLst>
              <a:ext uri="{FF2B5EF4-FFF2-40B4-BE49-F238E27FC236}">
                <a16:creationId xmlns:a16="http://schemas.microsoft.com/office/drawing/2014/main" id="{24AF8FE4-3A25-7F92-FA57-D7436F27B24F}"/>
              </a:ext>
            </a:extLst>
          </p:cNvPr>
          <p:cNvSpPr/>
          <p:nvPr>
            <p:custDataLst>
              <p:tags r:id="rId18"/>
            </p:custDataLst>
          </p:nvPr>
        </p:nvSpPr>
        <p:spPr bwMode="auto">
          <a:xfrm>
            <a:off x="474663" y="1974850"/>
            <a:ext cx="250825" cy="187325"/>
          </a:xfrm>
          <a:prstGeom prst="rect">
            <a:avLst/>
          </a:prstGeom>
          <a:solidFill>
            <a:schemeClr val="accent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bg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124" name="Rectangle 123">
            <a:extLst>
              <a:ext uri="{FF2B5EF4-FFF2-40B4-BE49-F238E27FC236}">
                <a16:creationId xmlns:a16="http://schemas.microsoft.com/office/drawing/2014/main" id="{8F71070C-E52C-D998-EC41-3DB65A967EF7}"/>
              </a:ext>
            </a:extLst>
          </p:cNvPr>
          <p:cNvSpPr/>
          <p:nvPr>
            <p:custDataLst>
              <p:tags r:id="rId19"/>
            </p:custDataLst>
          </p:nvPr>
        </p:nvSpPr>
        <p:spPr bwMode="auto">
          <a:xfrm>
            <a:off x="1674813" y="197485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71" name="Text Placeholder 2">
            <a:extLst>
              <a:ext uri="{FF2B5EF4-FFF2-40B4-BE49-F238E27FC236}">
                <a16:creationId xmlns:a16="http://schemas.microsoft.com/office/drawing/2014/main" id="{03B45610-B3C0-1D08-1D95-95FF6C013374}"/>
              </a:ext>
            </a:extLst>
          </p:cNvPr>
          <p:cNvSpPr>
            <a:spLocks/>
          </p:cNvSpPr>
          <p:nvPr>
            <p:custDataLst>
              <p:tags r:id="rId20"/>
            </p:custDataLst>
          </p:nvPr>
        </p:nvSpPr>
        <p:spPr bwMode="auto">
          <a:xfrm>
            <a:off x="776288" y="1970088"/>
            <a:ext cx="7969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0AB0605-8D71-4CE9-92CF-791AE4211A99}" type="datetime'O''u''''''''''''''r'''' ''''''b''''''r''''''a''''''nd'">
              <a:rPr lang="en-US" altLang="en-US" sz="1400" smtClean="0"/>
              <a:pPr marL="0" lvl="0" indent="0">
                <a:spcBef>
                  <a:spcPct val="0"/>
                </a:spcBef>
                <a:spcAft>
                  <a:spcPct val="0"/>
                </a:spcAft>
                <a:buNone/>
              </a:pPr>
              <a:t>Our brand</a:t>
            </a:fld>
            <a:endParaRPr lang="en-US" sz="1400"/>
          </a:p>
        </p:txBody>
      </p:sp>
      <p:sp>
        <p:nvSpPr>
          <p:cNvPr id="68" name="Text Placeholder 2">
            <a:extLst>
              <a:ext uri="{FF2B5EF4-FFF2-40B4-BE49-F238E27FC236}">
                <a16:creationId xmlns:a16="http://schemas.microsoft.com/office/drawing/2014/main" id="{A36AD9A7-A470-4248-33C2-9AE6FF8B56DA}"/>
              </a:ext>
            </a:extLst>
          </p:cNvPr>
          <p:cNvSpPr>
            <a:spLocks/>
          </p:cNvSpPr>
          <p:nvPr>
            <p:custDataLst>
              <p:tags r:id="rId21"/>
            </p:custDataLst>
          </p:nvPr>
        </p:nvSpPr>
        <p:spPr bwMode="auto">
          <a:xfrm>
            <a:off x="1976438" y="1970088"/>
            <a:ext cx="9556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6FBF1B3-9BFC-4E0D-8B82-E2C6FF0E38B7}" type="datetime'''C''''o''''''m''''p''''et''''i''''''t''''''''o''''rs'''''''''">
              <a:rPr lang="en-US" altLang="en-US" sz="1400" smtClean="0"/>
              <a:pPr marL="0" lvl="0" indent="0">
                <a:spcBef>
                  <a:spcPct val="0"/>
                </a:spcBef>
                <a:spcAft>
                  <a:spcPct val="0"/>
                </a:spcAft>
                <a:buNone/>
              </a:pPr>
              <a:t>Competitors</a:t>
            </a:fld>
            <a:endParaRPr lang="en-US" sz="1400"/>
          </a:p>
        </p:txBody>
      </p:sp>
      <p:sp>
        <p:nvSpPr>
          <p:cNvPr id="6" name="tc_columnhead">
            <a:extLst>
              <a:ext uri="{FF2B5EF4-FFF2-40B4-BE49-F238E27FC236}">
                <a16:creationId xmlns:a16="http://schemas.microsoft.com/office/drawing/2014/main" id="{DD8B1446-4C6B-3F84-1547-B2F5067DF169}"/>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8" name="tc_columnheadline">
            <a:extLst>
              <a:ext uri="{FF2B5EF4-FFF2-40B4-BE49-F238E27FC236}">
                <a16:creationId xmlns:a16="http://schemas.microsoft.com/office/drawing/2014/main" id="{C95042D1-A540-5ADE-F6A4-9668F6EA2130}"/>
              </a:ext>
            </a:extLst>
          </p:cNvPr>
          <p:cNvCxnSpPr>
            <a:cxnSpLocks/>
            <a:stCxn id="6" idx="4"/>
            <a:endCxn id="6"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c_columnhead">
            <a:extLst>
              <a:ext uri="{FF2B5EF4-FFF2-40B4-BE49-F238E27FC236}">
                <a16:creationId xmlns:a16="http://schemas.microsoft.com/office/drawing/2014/main" id="{7C88D92E-A6CE-ADA2-BF37-DBB878DC12FC}"/>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14" name="tc_columnheadline">
            <a:extLst>
              <a:ext uri="{FF2B5EF4-FFF2-40B4-BE49-F238E27FC236}">
                <a16:creationId xmlns:a16="http://schemas.microsoft.com/office/drawing/2014/main" id="{4672D726-8B34-C51E-E021-BE9CC02D9934}"/>
              </a:ext>
            </a:extLst>
          </p:cNvPr>
          <p:cNvCxnSpPr>
            <a:cxnSpLocks/>
            <a:stCxn id="11" idx="4"/>
            <a:endCxn id="11"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Text Placeholder 15">
            <a:extLst>
              <a:ext uri="{FF2B5EF4-FFF2-40B4-BE49-F238E27FC236}">
                <a16:creationId xmlns:a16="http://schemas.microsoft.com/office/drawing/2014/main" id="{A2E4A1B7-8BBA-7E58-A088-FD226839ED9B}"/>
              </a:ext>
            </a:extLst>
          </p:cNvPr>
          <p:cNvSpPr/>
          <p:nvPr/>
        </p:nvSpPr>
        <p:spPr>
          <a:xfrm>
            <a:off x="407988" y="6275487"/>
            <a:ext cx="4257576"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 columns, bars, think-cell, chart, charts, graph, graphs, comment</a:t>
            </a:r>
          </a:p>
        </p:txBody>
      </p:sp>
      <p:sp>
        <p:nvSpPr>
          <p:cNvPr id="2" name="Rechteck 137">
            <a:extLst>
              <a:ext uri="{FF2B5EF4-FFF2-40B4-BE49-F238E27FC236}">
                <a16:creationId xmlns:a16="http://schemas.microsoft.com/office/drawing/2014/main" id="{58A8AE55-7F6F-E23A-E5C8-A95506824926}"/>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832147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1135903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49" imgH="350" progId="TCLayout.ActiveDocument.1">
                  <p:embed/>
                </p:oleObj>
              </mc:Choice>
              <mc:Fallback>
                <p:oleObj name="think-cell Slide" r:id="rId24"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Bar I</a:t>
            </a:r>
          </a:p>
        </p:txBody>
      </p:sp>
      <p:sp>
        <p:nvSpPr>
          <p:cNvPr id="3" name="Rectangle 18">
            <a:extLst>
              <a:ext uri="{FF2B5EF4-FFF2-40B4-BE49-F238E27FC236}">
                <a16:creationId xmlns:a16="http://schemas.microsoft.com/office/drawing/2014/main" id="{7F4EBA3E-1547-3489-3D2C-A48BCEF28565}"/>
              </a:ext>
            </a:extLst>
          </p:cNvPr>
          <p:cNvSpPr>
            <a:spLocks/>
          </p:cNvSpPr>
          <p:nvPr/>
        </p:nvSpPr>
        <p:spPr>
          <a:xfrm>
            <a:off x="8811106" y="-1175326"/>
            <a:ext cx="4575600" cy="1734697"/>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 chart</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the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value lines, difference arrows),</a:t>
            </a:r>
            <a:r>
              <a:rPr lang="en-US" sz="1200" b="1" dirty="0">
                <a:solidFill>
                  <a:schemeClr val="tx1"/>
                </a:solidFill>
              </a:rPr>
              <a:t> </a:t>
            </a:r>
            <a:r>
              <a:rPr lang="en-US" sz="1200" dirty="0">
                <a:solidFill>
                  <a:schemeClr val="tx1"/>
                </a:solidFill>
              </a:rPr>
              <a:t>right-click the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the chart or a feature,</a:t>
            </a:r>
            <a:r>
              <a:rPr lang="en-US" sz="1200" b="1" dirty="0">
                <a:solidFill>
                  <a:schemeClr val="tx1"/>
                </a:solidFill>
              </a:rPr>
              <a:t> </a:t>
            </a:r>
            <a:r>
              <a:rPr lang="en-US" sz="1200" dirty="0">
                <a:solidFill>
                  <a:schemeClr val="tx1"/>
                </a:solidFill>
              </a:rPr>
              <a:t>click the chart or feature to open the mini toolbar.</a:t>
            </a:r>
          </a:p>
          <a:p>
            <a:pPr marL="140400" indent="-140400">
              <a:buFont typeface="Arial" panose="020B0604020202020204" pitchFamily="34" charset="0"/>
              <a:buChar char="•"/>
            </a:pPr>
            <a:r>
              <a:rPr lang="en-US" sz="1200" dirty="0">
                <a:solidFill>
                  <a:schemeClr val="tx1"/>
                </a:solidFill>
                <a:cs typeface="Arial"/>
              </a:rPr>
              <a:t>To </a:t>
            </a:r>
            <a:r>
              <a:rPr lang="en-US" sz="1200" b="1" dirty="0">
                <a:solidFill>
                  <a:schemeClr val="tx1"/>
                </a:solidFill>
                <a:cs typeface="Arial"/>
              </a:rPr>
              <a:t>sort the bars</a:t>
            </a:r>
            <a:r>
              <a:rPr lang="en-US" sz="1200" dirty="0">
                <a:solidFill>
                  <a:schemeClr val="tx1"/>
                </a:solidFill>
                <a:cs typeface="Arial"/>
              </a:rPr>
              <a:t> from highest to lowest, in the mini toolbar, select </a:t>
            </a:r>
            <a:r>
              <a:rPr lang="en-US" sz="1200" b="1" dirty="0">
                <a:solidFill>
                  <a:schemeClr val="tx1"/>
                </a:solidFill>
                <a:cs typeface="Arial"/>
              </a:rPr>
              <a:t>Categories in Descending Y Extent Order</a:t>
            </a:r>
            <a:r>
              <a:rPr lang="en-US" sz="1200" dirty="0">
                <a:solidFill>
                  <a:schemeClr val="tx1"/>
                </a:solidFill>
                <a:cs typeface="Arial"/>
              </a:rPr>
              <a:t>.</a:t>
            </a:r>
          </a:p>
        </p:txBody>
      </p:sp>
      <p:graphicFrame>
        <p:nvGraphicFramePr>
          <p:cNvPr id="9" name="Chart 8">
            <a:extLst>
              <a:ext uri="{FF2B5EF4-FFF2-40B4-BE49-F238E27FC236}">
                <a16:creationId xmlns:a16="http://schemas.microsoft.com/office/drawing/2014/main" id="{CBD56CE7-10C6-CF16-4B7A-CD2E5C99D3FE}"/>
              </a:ext>
            </a:extLst>
          </p:cNvPr>
          <p:cNvGraphicFramePr/>
          <p:nvPr>
            <p:custDataLst>
              <p:tags r:id="rId2"/>
            </p:custDataLst>
            <p:extLst>
              <p:ext uri="{D42A27DB-BD31-4B8C-83A1-F6EECF244321}">
                <p14:modId xmlns:p14="http://schemas.microsoft.com/office/powerpoint/2010/main" val="3042036561"/>
              </p:ext>
            </p:extLst>
          </p:nvPr>
        </p:nvGraphicFramePr>
        <p:xfrm>
          <a:off x="812800" y="2249488"/>
          <a:ext cx="6804025" cy="4114800"/>
        </p:xfrm>
        <a:graphic>
          <a:graphicData uri="http://schemas.openxmlformats.org/drawingml/2006/chart">
            <c:chart xmlns:c="http://schemas.openxmlformats.org/drawingml/2006/chart" xmlns:r="http://schemas.openxmlformats.org/officeDocument/2006/relationships" r:id="rId26"/>
          </a:graphicData>
        </a:graphic>
      </p:graphicFrame>
      <p:sp>
        <p:nvSpPr>
          <p:cNvPr id="21" name="Arrow: Right 20">
            <a:extLst>
              <a:ext uri="{FF2B5EF4-FFF2-40B4-BE49-F238E27FC236}">
                <a16:creationId xmlns:a16="http://schemas.microsoft.com/office/drawing/2014/main" id="{C825AC13-30B3-F273-0862-975E9BD50234}"/>
              </a:ext>
            </a:extLst>
          </p:cNvPr>
          <p:cNvSpPr>
            <a:spLocks/>
          </p:cNvSpPr>
          <p:nvPr>
            <p:custDataLst>
              <p:tags r:id="rId3"/>
            </p:custDataLst>
          </p:nvPr>
        </p:nvSpPr>
        <p:spPr bwMode="auto">
          <a:xfrm rot="5400000">
            <a:off x="5010150"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356" name="Straight Connector 355">
            <a:extLst>
              <a:ext uri="{FF2B5EF4-FFF2-40B4-BE49-F238E27FC236}">
                <a16:creationId xmlns:a16="http://schemas.microsoft.com/office/drawing/2014/main" id="{934AA6D2-1DFC-3C1F-AF13-57F06750C6BB}"/>
              </a:ext>
            </a:extLst>
          </p:cNvPr>
          <p:cNvCxnSpPr/>
          <p:nvPr>
            <p:custDataLst>
              <p:tags r:id="rId4"/>
            </p:custDataLst>
          </p:nvPr>
        </p:nvCxnSpPr>
        <p:spPr bwMode="auto">
          <a:xfrm flipV="1">
            <a:off x="5073650" y="4513263"/>
            <a:ext cx="0" cy="1544638"/>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2" name="Straight Connector 361">
            <a:extLst>
              <a:ext uri="{FF2B5EF4-FFF2-40B4-BE49-F238E27FC236}">
                <a16:creationId xmlns:a16="http://schemas.microsoft.com/office/drawing/2014/main" id="{8A799DCC-6AD1-F5DE-9DE9-5EAE89C72688}"/>
              </a:ext>
            </a:extLst>
          </p:cNvPr>
          <p:cNvCxnSpPr/>
          <p:nvPr>
            <p:custDataLst>
              <p:tags r:id="rId5"/>
            </p:custDataLst>
          </p:nvPr>
        </p:nvCxnSpPr>
        <p:spPr bwMode="auto">
          <a:xfrm flipV="1">
            <a:off x="5073650" y="2757488"/>
            <a:ext cx="0" cy="1543050"/>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5" name="Arrow: Right 54">
            <a:extLst>
              <a:ext uri="{FF2B5EF4-FFF2-40B4-BE49-F238E27FC236}">
                <a16:creationId xmlns:a16="http://schemas.microsoft.com/office/drawing/2014/main" id="{6227B2AA-AA04-C8F9-65BC-DC85CA80B33D}"/>
              </a:ext>
            </a:extLst>
          </p:cNvPr>
          <p:cNvSpPr/>
          <p:nvPr>
            <p:custDataLst>
              <p:tags r:id="rId6"/>
            </p:custDataLst>
          </p:nvPr>
        </p:nvSpPr>
        <p:spPr bwMode="auto">
          <a:xfrm rot="5400000">
            <a:off x="6018213"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56" name="Straight Connector 55">
            <a:extLst>
              <a:ext uri="{FF2B5EF4-FFF2-40B4-BE49-F238E27FC236}">
                <a16:creationId xmlns:a16="http://schemas.microsoft.com/office/drawing/2014/main" id="{54C474CB-78C2-3A26-CF08-CFBBD02A0CFA}"/>
              </a:ext>
            </a:extLst>
          </p:cNvPr>
          <p:cNvCxnSpPr>
            <a:cxnSpLocks/>
          </p:cNvCxnSpPr>
          <p:nvPr>
            <p:custDataLst>
              <p:tags r:id="rId7"/>
            </p:custDataLst>
          </p:nvPr>
        </p:nvCxnSpPr>
        <p:spPr bwMode="auto">
          <a:xfrm flipV="1">
            <a:off x="6081713" y="2757488"/>
            <a:ext cx="0" cy="3300413"/>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0E8F8D5C-1491-8981-3D5A-0B42E45A1311}"/>
              </a:ext>
            </a:extLst>
          </p:cNvPr>
          <p:cNvSpPr>
            <a:spLocks/>
          </p:cNvSpPr>
          <p:nvPr>
            <p:custDataLst>
              <p:tags r:id="rId8"/>
            </p:custDataLst>
          </p:nvPr>
        </p:nvSpPr>
        <p:spPr bwMode="auto">
          <a:xfrm>
            <a:off x="7558088" y="2544762"/>
            <a:ext cx="5905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lang="en-US" altLang="en-US" sz="1400">
                <a:solidFill>
                  <a:schemeClr val="tx1"/>
                </a:solidFill>
                <a:effectLst/>
                <a:sym typeface="+mn-lt"/>
              </a:rPr>
              <a:t>Margin</a:t>
            </a:r>
            <a:br>
              <a:rPr lang="en-US" altLang="en-US" sz="1400">
                <a:solidFill>
                  <a:schemeClr val="tx1"/>
                </a:solidFill>
                <a:effectLst/>
                <a:sym typeface="+mn-lt"/>
              </a:rPr>
            </a:br>
            <a:r>
              <a:rPr lang="en-US" altLang="en-US" sz="1400">
                <a:solidFill>
                  <a:schemeClr val="tx1"/>
                </a:solidFill>
                <a:effectLst/>
                <a:sym typeface="+mn-lt"/>
              </a:rPr>
              <a:t>p</a:t>
            </a:r>
            <a:r>
              <a:rPr lang="en-US" sz="1400">
                <a:sym typeface="+mn-lt"/>
              </a:rPr>
              <a:t>er unit</a:t>
            </a:r>
            <a:endParaRPr lang="en-US" sz="1400">
              <a:solidFill>
                <a:schemeClr val="tx1"/>
              </a:solidFill>
              <a:sym typeface="+mn-lt"/>
            </a:endParaRPr>
          </a:p>
        </p:txBody>
      </p:sp>
      <p:sp>
        <p:nvSpPr>
          <p:cNvPr id="24" name="Text Placeholder 2">
            <a:extLst>
              <a:ext uri="{FF2B5EF4-FFF2-40B4-BE49-F238E27FC236}">
                <a16:creationId xmlns:a16="http://schemas.microsoft.com/office/drawing/2014/main" id="{8A4D44A3-DF10-DFD0-EE66-C96264BE5B68}"/>
              </a:ext>
            </a:extLst>
          </p:cNvPr>
          <p:cNvSpPr>
            <a:spLocks/>
          </p:cNvSpPr>
          <p:nvPr>
            <p:custDataLst>
              <p:tags r:id="rId9"/>
            </p:custDataLst>
          </p:nvPr>
        </p:nvSpPr>
        <p:spPr bwMode="auto">
          <a:xfrm>
            <a:off x="403225" y="288607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5BA8B82-2C5E-446B-AE5B-7515A83038B1}" type="datetime'''B''r''an''''''''''''''''''''''''''d'''''''' ''''1'">
              <a:rPr lang="en-US" altLang="en-US" sz="1400" smtClean="0"/>
              <a:pPr marL="0" lvl="0" indent="0" algn="r">
                <a:spcBef>
                  <a:spcPct val="0"/>
                </a:spcBef>
                <a:spcAft>
                  <a:spcPct val="0"/>
                </a:spcAft>
                <a:buNone/>
              </a:pPr>
              <a:t>Brand 1</a:t>
            </a:fld>
            <a:endParaRPr lang="en-US" sz="1400"/>
          </a:p>
        </p:txBody>
      </p:sp>
      <p:sp>
        <p:nvSpPr>
          <p:cNvPr id="26" name="Text Placeholder 2">
            <a:extLst>
              <a:ext uri="{FF2B5EF4-FFF2-40B4-BE49-F238E27FC236}">
                <a16:creationId xmlns:a16="http://schemas.microsoft.com/office/drawing/2014/main" id="{A3D46989-DB07-AF83-390A-708F0554011E}"/>
              </a:ext>
            </a:extLst>
          </p:cNvPr>
          <p:cNvSpPr>
            <a:spLocks/>
          </p:cNvSpPr>
          <p:nvPr>
            <p:custDataLst>
              <p:tags r:id="rId10"/>
            </p:custDataLst>
          </p:nvPr>
        </p:nvSpPr>
        <p:spPr bwMode="auto">
          <a:xfrm>
            <a:off x="403225" y="335756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0A6ECC6-4287-4547-BFCA-64B9A0539B5E}" type="datetime'''''''''B''''''r''a''''n''''d'''''''' ''''''2'''''">
              <a:rPr lang="en-US" altLang="en-US" sz="1400" smtClean="0"/>
              <a:pPr marL="0" lvl="0" indent="0" algn="r">
                <a:spcBef>
                  <a:spcPct val="0"/>
                </a:spcBef>
                <a:spcAft>
                  <a:spcPct val="0"/>
                </a:spcAft>
                <a:buNone/>
              </a:pPr>
              <a:t>Brand 2</a:t>
            </a:fld>
            <a:endParaRPr lang="en-US" sz="1400"/>
          </a:p>
        </p:txBody>
      </p:sp>
      <p:sp>
        <p:nvSpPr>
          <p:cNvPr id="27" name="Text Placeholder 2">
            <a:extLst>
              <a:ext uri="{FF2B5EF4-FFF2-40B4-BE49-F238E27FC236}">
                <a16:creationId xmlns:a16="http://schemas.microsoft.com/office/drawing/2014/main" id="{E88BD066-4908-0B00-E9CE-64681E72D930}"/>
              </a:ext>
            </a:extLst>
          </p:cNvPr>
          <p:cNvSpPr>
            <a:spLocks/>
          </p:cNvSpPr>
          <p:nvPr>
            <p:custDataLst>
              <p:tags r:id="rId11"/>
            </p:custDataLst>
          </p:nvPr>
        </p:nvSpPr>
        <p:spPr bwMode="auto">
          <a:xfrm>
            <a:off x="403225" y="382905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0D3C9C3-D821-42CA-83DB-48FA5BABAA52}" type="datetime'''''''''B''''''''''''r''''an''d'''''' ''''''''''3'''''''">
              <a:rPr lang="en-US" altLang="en-US" sz="1400" smtClean="0"/>
              <a:pPr marL="0" lvl="0" indent="0" algn="r">
                <a:spcBef>
                  <a:spcPct val="0"/>
                </a:spcBef>
                <a:spcAft>
                  <a:spcPct val="0"/>
                </a:spcAft>
                <a:buNone/>
              </a:pPr>
              <a:t>Brand 3</a:t>
            </a:fld>
            <a:endParaRPr lang="en-US" sz="1400"/>
          </a:p>
        </p:txBody>
      </p:sp>
      <p:sp>
        <p:nvSpPr>
          <p:cNvPr id="28" name="Text Placeholder 2">
            <a:extLst>
              <a:ext uri="{FF2B5EF4-FFF2-40B4-BE49-F238E27FC236}">
                <a16:creationId xmlns:a16="http://schemas.microsoft.com/office/drawing/2014/main" id="{CA9671B0-D91D-6C8A-3F88-EAD87348508B}"/>
              </a:ext>
            </a:extLst>
          </p:cNvPr>
          <p:cNvSpPr>
            <a:spLocks/>
          </p:cNvSpPr>
          <p:nvPr>
            <p:custDataLst>
              <p:tags r:id="rId12"/>
            </p:custDataLst>
          </p:nvPr>
        </p:nvSpPr>
        <p:spPr bwMode="auto">
          <a:xfrm>
            <a:off x="403225" y="4300538"/>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41EDE958-AF08-42F2-87AE-C4F05609F1DF}" type="datetime'''B''r''''''''''''''''''''''''''''''''an''''''''d'''' 4'''">
              <a:rPr lang="en-US" altLang="en-US" sz="1400" smtClean="0"/>
              <a:pPr marL="0" lvl="0" indent="0" algn="r">
                <a:spcBef>
                  <a:spcPct val="0"/>
                </a:spcBef>
                <a:spcAft>
                  <a:spcPct val="0"/>
                </a:spcAft>
                <a:buNone/>
              </a:pPr>
              <a:t>Brand 4</a:t>
            </a:fld>
            <a:endParaRPr lang="en-US" sz="1400"/>
          </a:p>
        </p:txBody>
      </p:sp>
      <p:sp>
        <p:nvSpPr>
          <p:cNvPr id="31" name="Text Placeholder 2">
            <a:extLst>
              <a:ext uri="{FF2B5EF4-FFF2-40B4-BE49-F238E27FC236}">
                <a16:creationId xmlns:a16="http://schemas.microsoft.com/office/drawing/2014/main" id="{49CF8985-4D3C-EFA2-B457-B43029BBF799}"/>
              </a:ext>
            </a:extLst>
          </p:cNvPr>
          <p:cNvSpPr>
            <a:spLocks/>
          </p:cNvSpPr>
          <p:nvPr>
            <p:custDataLst>
              <p:tags r:id="rId13"/>
            </p:custDataLst>
          </p:nvPr>
        </p:nvSpPr>
        <p:spPr bwMode="auto">
          <a:xfrm>
            <a:off x="403225" y="477202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D3BF212-0685-4A0F-9AC7-E70BADFD212A}" type="datetime'''''B''''r''''''''''a''''''nd'''''''''''''''''''''''' ''''5'">
              <a:rPr lang="en-US" altLang="en-US" sz="1400" smtClean="0"/>
              <a:pPr marL="0" lvl="0" indent="0" algn="r">
                <a:spcBef>
                  <a:spcPct val="0"/>
                </a:spcBef>
                <a:spcAft>
                  <a:spcPct val="0"/>
                </a:spcAft>
                <a:buNone/>
              </a:pPr>
              <a:t>Brand 5</a:t>
            </a:fld>
            <a:endParaRPr lang="en-US" sz="1400"/>
          </a:p>
        </p:txBody>
      </p:sp>
      <p:sp>
        <p:nvSpPr>
          <p:cNvPr id="32" name="Text Placeholder 2">
            <a:extLst>
              <a:ext uri="{FF2B5EF4-FFF2-40B4-BE49-F238E27FC236}">
                <a16:creationId xmlns:a16="http://schemas.microsoft.com/office/drawing/2014/main" id="{51F04605-7815-7E0B-4DC4-560BDAA83566}"/>
              </a:ext>
            </a:extLst>
          </p:cNvPr>
          <p:cNvSpPr>
            <a:spLocks/>
          </p:cNvSpPr>
          <p:nvPr>
            <p:custDataLst>
              <p:tags r:id="rId14"/>
            </p:custDataLst>
          </p:nvPr>
        </p:nvSpPr>
        <p:spPr bwMode="auto">
          <a:xfrm>
            <a:off x="403225" y="524351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AE7C7A1-A1D0-4339-8750-60CC335B06A9}" type="datetime'''''''B''r''a''''''n''''''''''''''''''''''d'''' 6'''''''''">
              <a:rPr lang="en-US" altLang="en-US" sz="1400" smtClean="0"/>
              <a:pPr marL="0" lvl="0" indent="0" algn="r">
                <a:spcBef>
                  <a:spcPct val="0"/>
                </a:spcBef>
                <a:spcAft>
                  <a:spcPct val="0"/>
                </a:spcAft>
                <a:buNone/>
              </a:pPr>
              <a:t>Brand 6</a:t>
            </a:fld>
            <a:endParaRPr lang="en-US" sz="1400"/>
          </a:p>
        </p:txBody>
      </p:sp>
      <p:sp>
        <p:nvSpPr>
          <p:cNvPr id="33" name="Text Placeholder 2">
            <a:extLst>
              <a:ext uri="{FF2B5EF4-FFF2-40B4-BE49-F238E27FC236}">
                <a16:creationId xmlns:a16="http://schemas.microsoft.com/office/drawing/2014/main" id="{29C42B69-C377-A7D0-1496-F526CCD0FA80}"/>
              </a:ext>
            </a:extLst>
          </p:cNvPr>
          <p:cNvSpPr>
            <a:spLocks/>
          </p:cNvSpPr>
          <p:nvPr>
            <p:custDataLst>
              <p:tags r:id="rId15"/>
            </p:custDataLst>
          </p:nvPr>
        </p:nvSpPr>
        <p:spPr bwMode="auto">
          <a:xfrm>
            <a:off x="403225" y="571500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7E460325-25F0-4177-96C3-6527D19F6B4D}" type="datetime'B''''''''''''''''r''''''''''''''''''''a''nd ''''''''''''7'">
              <a:rPr lang="en-US" altLang="en-US" sz="1400" smtClean="0"/>
              <a:pPr marL="0" lvl="0" indent="0" algn="r">
                <a:spcBef>
                  <a:spcPct val="0"/>
                </a:spcBef>
                <a:spcAft>
                  <a:spcPct val="0"/>
                </a:spcAft>
                <a:buNone/>
              </a:pPr>
              <a:t>Brand 7</a:t>
            </a:fld>
            <a:endParaRPr lang="en-US" sz="1400"/>
          </a:p>
        </p:txBody>
      </p:sp>
      <p:sp>
        <p:nvSpPr>
          <p:cNvPr id="39" name="Text Placeholder 2">
            <a:extLst>
              <a:ext uri="{FF2B5EF4-FFF2-40B4-BE49-F238E27FC236}">
                <a16:creationId xmlns:a16="http://schemas.microsoft.com/office/drawing/2014/main" id="{E14C730E-1CFD-BB90-D92D-5E530FD0B2B5}"/>
              </a:ext>
            </a:extLst>
          </p:cNvPr>
          <p:cNvSpPr>
            <a:spLocks/>
          </p:cNvSpPr>
          <p:nvPr>
            <p:custDataLst>
              <p:tags r:id="rId16"/>
            </p:custDataLst>
          </p:nvPr>
        </p:nvSpPr>
        <p:spPr bwMode="auto">
          <a:xfrm>
            <a:off x="4586288" y="1974850"/>
            <a:ext cx="974725"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r>
              <a:rPr lang="en-US" altLang="en-US" sz="1400" b="1"/>
              <a:t>Market avg.</a:t>
            </a:r>
            <a:endParaRPr lang="en-US" altLang="en-US" sz="1400" b="1">
              <a:effectLst/>
            </a:endParaRPr>
          </a:p>
          <a:p>
            <a:pPr marL="0" lvl="0" indent="0" algn="ctr">
              <a:spcBef>
                <a:spcPct val="0"/>
              </a:spcBef>
              <a:spcAft>
                <a:spcPct val="0"/>
              </a:spcAft>
              <a:buNone/>
            </a:pPr>
            <a:fld id="{38244F02-4612-42C9-9C12-F3FE8B86482B}" type="datetime'''2''''''''''''''''''''''5'''''''''''''''''''''">
              <a:rPr lang="en-US" altLang="en-US" sz="1400" smtClean="0"/>
              <a:pPr marL="0" lvl="0" indent="0" algn="ctr">
                <a:spcBef>
                  <a:spcPct val="0"/>
                </a:spcBef>
                <a:spcAft>
                  <a:spcPct val="0"/>
                </a:spcAft>
                <a:buNone/>
              </a:pPr>
              <a:t>25</a:t>
            </a:fld>
            <a:endParaRPr lang="en-US" sz="1400"/>
          </a:p>
        </p:txBody>
      </p:sp>
      <p:sp>
        <p:nvSpPr>
          <p:cNvPr id="54" name="Text Placeholder 2">
            <a:extLst>
              <a:ext uri="{FF2B5EF4-FFF2-40B4-BE49-F238E27FC236}">
                <a16:creationId xmlns:a16="http://schemas.microsoft.com/office/drawing/2014/main" id="{A36AD9A7-A470-4248-33C2-9AE6FF8B56DA}"/>
              </a:ext>
            </a:extLst>
          </p:cNvPr>
          <p:cNvSpPr>
            <a:spLocks/>
          </p:cNvSpPr>
          <p:nvPr>
            <p:custDataLst>
              <p:tags r:id="rId17"/>
            </p:custDataLst>
          </p:nvPr>
        </p:nvSpPr>
        <p:spPr bwMode="auto">
          <a:xfrm>
            <a:off x="5653088" y="1974850"/>
            <a:ext cx="8572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en-US" sz="1400" b="1"/>
              <a:t>Our target</a:t>
            </a:r>
          </a:p>
          <a:p>
            <a:pPr marL="0" lvl="0" indent="0" algn="ctr">
              <a:spcBef>
                <a:spcPct val="0"/>
              </a:spcBef>
              <a:spcAft>
                <a:spcPct val="0"/>
              </a:spcAft>
              <a:buNone/>
            </a:pPr>
            <a:fld id="{B7B99715-CCEA-4008-B7DC-47D60E750A8C}" type="datetime'''''''''''''''''''''3''''''''6'''''''''''''''''">
              <a:rPr lang="en-US" altLang="en-US" sz="1400" smtClean="0"/>
              <a:pPr marL="0" lvl="0" indent="0" algn="ctr">
                <a:spcBef>
                  <a:spcPct val="0"/>
                </a:spcBef>
                <a:spcAft>
                  <a:spcPct val="0"/>
                </a:spcAft>
                <a:buNone/>
              </a:pPr>
              <a:t>36</a:t>
            </a:fld>
            <a:endParaRPr lang="en-US" sz="1400"/>
          </a:p>
        </p:txBody>
      </p:sp>
      <p:sp>
        <p:nvSpPr>
          <p:cNvPr id="125" name="Rectangle 124">
            <a:extLst>
              <a:ext uri="{FF2B5EF4-FFF2-40B4-BE49-F238E27FC236}">
                <a16:creationId xmlns:a16="http://schemas.microsoft.com/office/drawing/2014/main" id="{24AF8FE4-3A25-7F92-FA57-D7436F27B24F}"/>
              </a:ext>
            </a:extLst>
          </p:cNvPr>
          <p:cNvSpPr/>
          <p:nvPr>
            <p:custDataLst>
              <p:tags r:id="rId18"/>
            </p:custDataLst>
          </p:nvPr>
        </p:nvSpPr>
        <p:spPr bwMode="auto">
          <a:xfrm>
            <a:off x="474663" y="1974850"/>
            <a:ext cx="250825" cy="187325"/>
          </a:xfrm>
          <a:prstGeom prst="rect">
            <a:avLst/>
          </a:prstGeom>
          <a:solidFill>
            <a:schemeClr val="accent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bg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124" name="Rectangle 123">
            <a:extLst>
              <a:ext uri="{FF2B5EF4-FFF2-40B4-BE49-F238E27FC236}">
                <a16:creationId xmlns:a16="http://schemas.microsoft.com/office/drawing/2014/main" id="{8F71070C-E52C-D998-EC41-3DB65A967EF7}"/>
              </a:ext>
            </a:extLst>
          </p:cNvPr>
          <p:cNvSpPr/>
          <p:nvPr>
            <p:custDataLst>
              <p:tags r:id="rId19"/>
            </p:custDataLst>
          </p:nvPr>
        </p:nvSpPr>
        <p:spPr bwMode="auto">
          <a:xfrm>
            <a:off x="1674813" y="197485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71" name="Text Placeholder 2">
            <a:extLst>
              <a:ext uri="{FF2B5EF4-FFF2-40B4-BE49-F238E27FC236}">
                <a16:creationId xmlns:a16="http://schemas.microsoft.com/office/drawing/2014/main" id="{03B45610-B3C0-1D08-1D95-95FF6C013374}"/>
              </a:ext>
            </a:extLst>
          </p:cNvPr>
          <p:cNvSpPr>
            <a:spLocks/>
          </p:cNvSpPr>
          <p:nvPr>
            <p:custDataLst>
              <p:tags r:id="rId20"/>
            </p:custDataLst>
          </p:nvPr>
        </p:nvSpPr>
        <p:spPr bwMode="auto">
          <a:xfrm>
            <a:off x="776288" y="1970088"/>
            <a:ext cx="7969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0AB0605-8D71-4CE9-92CF-791AE4211A99}" type="datetime'O''u''''''''''''''r'''' ''''''b''''''r''''''a''''''nd'">
              <a:rPr lang="en-US" altLang="en-US" sz="1400" smtClean="0"/>
              <a:pPr marL="0" lvl="0" indent="0">
                <a:spcBef>
                  <a:spcPct val="0"/>
                </a:spcBef>
                <a:spcAft>
                  <a:spcPct val="0"/>
                </a:spcAft>
                <a:buNone/>
              </a:pPr>
              <a:t>Our brand</a:t>
            </a:fld>
            <a:endParaRPr lang="en-US" sz="1400"/>
          </a:p>
        </p:txBody>
      </p:sp>
      <p:sp>
        <p:nvSpPr>
          <p:cNvPr id="68" name="Text Placeholder 2">
            <a:extLst>
              <a:ext uri="{FF2B5EF4-FFF2-40B4-BE49-F238E27FC236}">
                <a16:creationId xmlns:a16="http://schemas.microsoft.com/office/drawing/2014/main" id="{A36AD9A7-A470-4248-33C2-9AE6FF8B56DA}"/>
              </a:ext>
            </a:extLst>
          </p:cNvPr>
          <p:cNvSpPr>
            <a:spLocks/>
          </p:cNvSpPr>
          <p:nvPr>
            <p:custDataLst>
              <p:tags r:id="rId21"/>
            </p:custDataLst>
          </p:nvPr>
        </p:nvSpPr>
        <p:spPr bwMode="auto">
          <a:xfrm>
            <a:off x="1976438" y="1970088"/>
            <a:ext cx="9556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6FBF1B3-9BFC-4E0D-8B82-E2C6FF0E38B7}" type="datetime'''C''''o''''''m''''p''''et''''i''''''t''''''''o''''rs'''''''''">
              <a:rPr lang="en-US" altLang="en-US" sz="1400" smtClean="0"/>
              <a:pPr marL="0" lvl="0" indent="0">
                <a:spcBef>
                  <a:spcPct val="0"/>
                </a:spcBef>
                <a:spcAft>
                  <a:spcPct val="0"/>
                </a:spcAft>
                <a:buNone/>
              </a:pPr>
              <a:t>Competitors</a:t>
            </a:fld>
            <a:endParaRPr lang="en-US" sz="1400"/>
          </a:p>
        </p:txBody>
      </p:sp>
      <p:sp>
        <p:nvSpPr>
          <p:cNvPr id="6" name="tc_columnhead">
            <a:extLst>
              <a:ext uri="{FF2B5EF4-FFF2-40B4-BE49-F238E27FC236}">
                <a16:creationId xmlns:a16="http://schemas.microsoft.com/office/drawing/2014/main" id="{DD8B1446-4C6B-3F84-1547-B2F5067DF169}"/>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8" name="tc_columnheadline">
            <a:extLst>
              <a:ext uri="{FF2B5EF4-FFF2-40B4-BE49-F238E27FC236}">
                <a16:creationId xmlns:a16="http://schemas.microsoft.com/office/drawing/2014/main" id="{C95042D1-A540-5ADE-F6A4-9668F6EA2130}"/>
              </a:ext>
            </a:extLst>
          </p:cNvPr>
          <p:cNvCxnSpPr>
            <a:cxnSpLocks/>
            <a:stCxn id="6" idx="4"/>
            <a:endCxn id="6"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c_columnhead">
            <a:extLst>
              <a:ext uri="{FF2B5EF4-FFF2-40B4-BE49-F238E27FC236}">
                <a16:creationId xmlns:a16="http://schemas.microsoft.com/office/drawing/2014/main" id="{7C88D92E-A6CE-ADA2-BF37-DBB878DC12FC}"/>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14" name="tc_columnheadline">
            <a:extLst>
              <a:ext uri="{FF2B5EF4-FFF2-40B4-BE49-F238E27FC236}">
                <a16:creationId xmlns:a16="http://schemas.microsoft.com/office/drawing/2014/main" id="{4672D726-8B34-C51E-E021-BE9CC02D9934}"/>
              </a:ext>
            </a:extLst>
          </p:cNvPr>
          <p:cNvCxnSpPr>
            <a:cxnSpLocks/>
            <a:stCxn id="11" idx="4"/>
            <a:endCxn id="11"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Text Placeholder 15">
            <a:extLst>
              <a:ext uri="{FF2B5EF4-FFF2-40B4-BE49-F238E27FC236}">
                <a16:creationId xmlns:a16="http://schemas.microsoft.com/office/drawing/2014/main" id="{A2E4A1B7-8BBA-7E58-A088-FD226839ED9B}"/>
              </a:ext>
            </a:extLst>
          </p:cNvPr>
          <p:cNvSpPr/>
          <p:nvPr/>
        </p:nvSpPr>
        <p:spPr>
          <a:xfrm>
            <a:off x="407988" y="6275487"/>
            <a:ext cx="4257576"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 columns, bars, think-cell, chart, charts, graph, graphs, comment</a:t>
            </a:r>
          </a:p>
        </p:txBody>
      </p:sp>
      <p:sp>
        <p:nvSpPr>
          <p:cNvPr id="2" name="Rechteck 137">
            <a:extLst>
              <a:ext uri="{FF2B5EF4-FFF2-40B4-BE49-F238E27FC236}">
                <a16:creationId xmlns:a16="http://schemas.microsoft.com/office/drawing/2014/main" id="{58A8AE55-7F6F-E23A-E5C8-A95506824926}"/>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832147397"/>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Top-10 open Land deals by ARR (named accounts, owners, ages)</a:t>
            </a:r>
          </a:p>
        </p:txBody>
      </p:sp>
      <p:sp>
        <p:nvSpPr>
          <p:cNvPr id="4" name="Text Placeholder 3"/>
          <p:cNvSpPr>
            <a:spLocks noGrp="1"/>
          </p:cNvSpPr>
          <p:nvPr>
            <p:ph type="body" idx="144" sz="quarter"/>
          </p:nvPr>
        </p:nvSpPr>
        <p:spPr/>
        <p:txBody>
          <a:bodyPr/>
          <a:lstStyle/>
          <a:p>
            <a:r>
              <a:t>Top deals — Land</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datalinked]</a:t>
            </a:r>
          </a:p>
          <a:p>
            <a:r>
              <a:rPr sz="1100" b="0">
                <a:solidFill>
                  <a:srgbClr val="1A1D31"/>
                </a:solidFill>
                <a:latin typeface="Arial"/>
              </a:rPr>
              <a:t>Source: legacy land.xlsx (NOT model.xlsx)</a:t>
            </a:r>
          </a:p>
          <a:p>
            <a:r>
              <a:rPr sz="1100" b="0">
                <a:solidFill>
                  <a:srgbClr val="1A1D31"/>
                </a:solidFill>
                <a:latin typeface="Arial"/>
              </a:rPr>
              <a:t>Range: Top_Deals_Land!A1:H11</a:t>
            </a:r>
          </a:p>
          <a:p>
            <a:r>
              <a:rPr sz="1100" b="0">
                <a:solidFill>
                  <a:srgbClr val="1A1D31"/>
                </a:solidFill>
                <a:latin typeface="Arial"/>
              </a:rPr>
              <a:t>  Columns: # / Account / Opportunity / Owner / Stage /</a:t>
            </a:r>
          </a:p>
          <a:p>
            <a:r>
              <a:rPr sz="1100" b="0">
                <a:solidFill>
                  <a:srgbClr val="1A1D31"/>
                </a:solidFill>
                <a:latin typeface="Arial"/>
              </a:rPr>
              <a:t>           Close Date / Age (days) / ARR (EUR)</a:t>
            </a:r>
          </a:p>
          <a:p>
            <a:r>
              <a:rPr sz="1100" b="0">
                <a:solidFill>
                  <a:srgbClr val="1A1D31"/>
                </a:solidFill>
                <a:latin typeface="Arial"/>
              </a:rPr>
              <a:t>Highlight Stage 5+ rows in pale green; flag Age &gt; 365d in coral.</a:t>
            </a:r>
          </a:p>
        </p:txBody>
      </p:sp>
      <p:sp>
        <p:nvSpPr>
          <p:cNvPr id="7" name="tcfield_S07_TopDealsLand"/>
          <p:cNvSpPr txBox="1"/>
          <p:nvPr/>
        </p:nvSpPr>
        <p:spPr>
          <a:xfrm>
            <a:off x="100000" y="7200000"/>
            <a:ext cx="2000000" cy="100000"/>
          </a:xfrm>
          <a:prstGeom prst="rect">
            <a:avLst/>
          </a:prstGeom>
          <a:noFill/>
          <a:ln>
            <a:noFill/>
          </a:ln>
        </p:spPr>
        <p:txBody>
          <a:bodyPr wrap="square" rtlCol="0">
            <a:spAutoFit/>
          </a:bodyPr>
          <a:lstStyle/>
          <a:p>
            <a:fld id="{4fa6f850-ccf0-4926-8510-1782a2b0e935}"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7_TopDealsLand&lt;/m_strName&gt;&lt;/PersistentType&gt;&lt;/root&gt;">
              <a:rPr lang="en-US" sz="800"/>
              <a:t>&lt;S07_TopDealsLand&gt;</a:t>
            </a:fld>
            <a:endParaRPr lang="en-US" sz="8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Top-10 open Expand deals by ARR (existing accounts being grown)</a:t>
            </a:r>
          </a:p>
        </p:txBody>
      </p:sp>
      <p:sp>
        <p:nvSpPr>
          <p:cNvPr id="4" name="Text Placeholder 3"/>
          <p:cNvSpPr>
            <a:spLocks noGrp="1"/>
          </p:cNvSpPr>
          <p:nvPr>
            <p:ph type="body" idx="144" sz="quarter"/>
          </p:nvPr>
        </p:nvSpPr>
        <p:spPr/>
        <p:txBody>
          <a:bodyPr/>
          <a:lstStyle/>
          <a:p>
            <a:r>
              <a:t>Top deals — Expand</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datalinked]</a:t>
            </a:r>
          </a:p>
          <a:p>
            <a:r>
              <a:rPr sz="1100" b="0">
                <a:solidFill>
                  <a:srgbClr val="1A1D31"/>
                </a:solidFill>
                <a:latin typeface="Arial"/>
              </a:rPr>
              <a:t>Source: legacy land.xlsx (NOT model.xlsx)</a:t>
            </a:r>
          </a:p>
          <a:p>
            <a:r>
              <a:rPr sz="1100" b="0">
                <a:solidFill>
                  <a:srgbClr val="1A1D31"/>
                </a:solidFill>
                <a:latin typeface="Arial"/>
              </a:rPr>
              <a:t>Range: Top_Deals_Expand!A1:H11</a:t>
            </a:r>
          </a:p>
          <a:p>
            <a:r>
              <a:rPr sz="1100" b="0">
                <a:solidFill>
                  <a:srgbClr val="1A1D31"/>
                </a:solidFill>
                <a:latin typeface="Arial"/>
              </a:rPr>
              <a:t>Same columns as Top deals — Land slide.</a:t>
            </a:r>
          </a:p>
        </p:txBody>
      </p:sp>
      <p:sp>
        <p:nvSpPr>
          <p:cNvPr id="7" name="tcfield_S08_TopDealsExpand"/>
          <p:cNvSpPr txBox="1"/>
          <p:nvPr/>
        </p:nvSpPr>
        <p:spPr>
          <a:xfrm>
            <a:off x="100000" y="7200000"/>
            <a:ext cx="2000000" cy="100000"/>
          </a:xfrm>
          <a:prstGeom prst="rect">
            <a:avLst/>
          </a:prstGeom>
          <a:noFill/>
          <a:ln>
            <a:noFill/>
          </a:ln>
        </p:spPr>
        <p:txBody>
          <a:bodyPr wrap="square" rtlCol="0">
            <a:spAutoFit/>
          </a:bodyPr>
          <a:lstStyle/>
          <a:p>
            <a:fld id="{4e83a7fd-69d5-45ab-90c8-ddee0a5b54b4}"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8_TopDealsExpand&lt;/m_strName&gt;&lt;/PersistentType&gt;&lt;/root&gt;">
              <a:rPr lang="en-US" sz="800"/>
              <a:t>&lt;S08_TopDealsExpand&gt;</a:t>
            </a:fld>
            <a:endParaRPr lang="en-US" sz="8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Stage 3+ Land/Expand deals missing the SimCorp Commercial Approval gate</a:t>
            </a:r>
          </a:p>
        </p:txBody>
      </p:sp>
      <p:sp>
        <p:nvSpPr>
          <p:cNvPr id="4" name="Text Placeholder 3"/>
          <p:cNvSpPr>
            <a:spLocks noGrp="1"/>
          </p:cNvSpPr>
          <p:nvPr>
            <p:ph type="body" idx="144" sz="quarter"/>
          </p:nvPr>
        </p:nvSpPr>
        <p:spPr/>
        <p:txBody>
          <a:bodyPr/>
          <a:lstStyle/>
          <a:p>
            <a:r>
              <a:t>Pending Commercial Approval</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datalinked]</a:t>
            </a:r>
          </a:p>
          <a:p>
            <a:r>
              <a:rPr sz="1100" b="0">
                <a:solidFill>
                  <a:srgbClr val="1A1D31"/>
                </a:solidFill>
                <a:latin typeface="Arial"/>
              </a:rPr>
              <a:t>Source: legacy land.xlsx (NOT model.xlsx)</a:t>
            </a:r>
          </a:p>
          <a:p>
            <a:r>
              <a:rPr sz="1100" b="0">
                <a:solidFill>
                  <a:srgbClr val="1A1D31"/>
                </a:solidFill>
                <a:latin typeface="Arial"/>
              </a:rPr>
              <a:t>Range: Pending_Commercial_Approval!A3:H&lt;last&gt;</a:t>
            </a:r>
          </a:p>
          <a:p>
            <a:r>
              <a:rPr sz="1100" b="0">
                <a:solidFill>
                  <a:srgbClr val="1A1D31"/>
                </a:solidFill>
                <a:latin typeface="Arial"/>
              </a:rPr>
              <a:t>  Columns: # / Account / Opportunity / Owner / Stage /</a:t>
            </a:r>
          </a:p>
          <a:p>
            <a:r>
              <a:rPr sz="1100" b="0">
                <a:solidFill>
                  <a:srgbClr val="1A1D31"/>
                </a:solidFill>
                <a:latin typeface="Arial"/>
              </a:rPr>
              <a:t>           Close Date / Type / ARR (EUR)</a:t>
            </a:r>
          </a:p>
          <a:p>
            <a:r>
              <a:rPr sz="1100" b="0">
                <a:solidFill>
                  <a:srgbClr val="1A1D31"/>
                </a:solidFill>
                <a:latin typeface="Arial"/>
              </a:rPr>
              <a:t>Per Commercial Handbook: Land = ALL deals require approval,</a:t>
            </a:r>
          </a:p>
          <a:p>
            <a:r>
              <a:rPr sz="1100" b="0">
                <a:solidFill>
                  <a:srgbClr val="1A1D31"/>
                </a:solidFill>
                <a:latin typeface="Arial"/>
              </a:rPr>
              <a:t>Expand triggers at AER &gt;= EUR 500k. Flag any rows here for the</a:t>
            </a:r>
          </a:p>
          <a:p>
            <a:r>
              <a:rPr sz="1100" b="0">
                <a:solidFill>
                  <a:srgbClr val="1A1D31"/>
                </a:solidFill>
                <a:latin typeface="Arial"/>
              </a:rPr>
              <a:t>next Commercial Approval committee.</a:t>
            </a:r>
          </a:p>
        </p:txBody>
      </p:sp>
      <p:sp>
        <p:nvSpPr>
          <p:cNvPr id="7" name="tcfield_S09_PendingCommercialApproval"/>
          <p:cNvSpPr txBox="1"/>
          <p:nvPr/>
        </p:nvSpPr>
        <p:spPr>
          <a:xfrm>
            <a:off x="100000" y="7200000"/>
            <a:ext cx="2000000" cy="100000"/>
          </a:xfrm>
          <a:prstGeom prst="rect">
            <a:avLst/>
          </a:prstGeom>
          <a:noFill/>
          <a:ln>
            <a:noFill/>
          </a:ln>
        </p:spPr>
        <p:txBody>
          <a:bodyPr wrap="square" rtlCol="0">
            <a:spAutoFit/>
          </a:bodyPr>
          <a:lstStyle/>
          <a:p>
            <a:fld id="{4f50f01b-f25b-4bbc-bb4a-05f3a47a7382}"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9_PendingCommercialApproval&lt;/m_strName&gt;&lt;/PersistentType&gt;&lt;/root&gt;">
              <a:rPr lang="en-US" sz="800"/>
              <a:t>&lt;S09_PendingCommercialApproval&gt;</a:t>
            </a:fld>
            <a:endParaRPr lang="en-US" sz="8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p:txBody>
      </p:sp>
      <p:sp>
        <p:nvSpPr>
          <p:cNvPr id="3" name="Text Placeholder 2"/>
          <p:cNvSpPr>
            <a:spLocks noGrp="1"/>
          </p:cNvSpPr>
          <p:nvPr>
            <p:ph type="body" idx="20" sz="quarter"/>
          </p:nvPr>
        </p:nvSpPr>
        <p:spPr/>
        <p:txBody>
          <a:bodyPr/>
          <a:lstStyle/>
          <a:p>
            <a:r>
              <a:t>Retention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Open Renewal opps in scope — risk-of-termination flagged</a:t>
            </a:r>
          </a:p>
        </p:txBody>
      </p:sp>
      <p:sp>
        <p:nvSpPr>
          <p:cNvPr id="4" name="Text Placeholder 3"/>
          <p:cNvSpPr>
            <a:spLocks noGrp="1"/>
          </p:cNvSpPr>
          <p:nvPr>
            <p:ph type="body" idx="144" sz="quarter"/>
          </p:nvPr>
        </p:nvSpPr>
        <p:spPr/>
        <p:txBody>
          <a:bodyPr/>
          <a:lstStyle/>
          <a:p>
            <a:r>
              <a:t>Renewal Pipeline</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HARVEY BALLS]</a:t>
            </a:r>
          </a:p>
          <a:p>
            <a:r>
              <a:rPr sz="1100" b="0">
                <a:solidFill>
                  <a:srgbClr val="1A1D31"/>
                </a:solidFill>
                <a:latin typeface="Arial"/>
              </a:rPr>
              <a:t>Source: legacy land.xlsx (NOT model.xlsx)</a:t>
            </a:r>
          </a:p>
          <a:p>
            <a:r>
              <a:rPr sz="1100" b="0">
                <a:solidFill>
                  <a:srgbClr val="1A1D31"/>
                </a:solidFill>
                <a:latin typeface="Arial"/>
              </a:rPr>
              <a:t>Range: At_Risk_Renewals!A1:H&lt;last&gt;</a:t>
            </a:r>
          </a:p>
          <a:p>
            <a:r>
              <a:rPr sz="1100" b="0">
                <a:solidFill>
                  <a:srgbClr val="1A1D31"/>
                </a:solidFill>
                <a:latin typeface="Arial"/>
              </a:rPr>
              <a:t>  Columns: # / Account / Owner / Stage / Close Date / ACV /</a:t>
            </a:r>
          </a:p>
          <a:p>
            <a:r>
              <a:rPr sz="1100" b="0">
                <a:solidFill>
                  <a:srgbClr val="1A1D31"/>
                </a:solidFill>
                <a:latin typeface="Arial"/>
              </a:rPr>
              <a:t>           Risk / Risk score (0-4)</a:t>
            </a:r>
          </a:p>
          <a:p>
            <a:r>
              <a:rPr sz="1100" b="0">
                <a:solidFill>
                  <a:srgbClr val="1A1D31"/>
                </a:solidFill>
                <a:latin typeface="Arial"/>
              </a:rPr>
              <a:t>Insert a think-cell HARVEY BALL (Insert &gt; think-cell &gt; Elements &gt;</a:t>
            </a:r>
          </a:p>
          <a:p>
            <a:r>
              <a:rPr sz="1100" b="0">
                <a:solidFill>
                  <a:srgbClr val="1A1D31"/>
                </a:solidFill>
                <a:latin typeface="Arial"/>
              </a:rPr>
              <a:t>Harvey ball) in a new column to the right of Risk score. Bind the</a:t>
            </a:r>
          </a:p>
          <a:p>
            <a:r>
              <a:rPr sz="1100" b="0">
                <a:solidFill>
                  <a:srgbClr val="1A1D31"/>
                </a:solidFill>
                <a:latin typeface="Arial"/>
              </a:rPr>
              <a:t>ball value to the Risk score column (0=empty, 4=full).</a:t>
            </a:r>
          </a:p>
        </p:txBody>
      </p:sp>
      <p:sp>
        <p:nvSpPr>
          <p:cNvPr id="7" name="tcfield_S11_RenewalPipeline"/>
          <p:cNvSpPr txBox="1"/>
          <p:nvPr/>
        </p:nvSpPr>
        <p:spPr>
          <a:xfrm>
            <a:off x="100000" y="7200000"/>
            <a:ext cx="2000000" cy="100000"/>
          </a:xfrm>
          <a:prstGeom prst="rect">
            <a:avLst/>
          </a:prstGeom>
          <a:noFill/>
          <a:ln>
            <a:noFill/>
          </a:ln>
        </p:spPr>
        <p:txBody>
          <a:bodyPr wrap="square" rtlCol="0">
            <a:spAutoFit/>
          </a:bodyPr>
          <a:lstStyle/>
          <a:p>
            <a:fld id="{7670980b-5c7b-46bd-96e9-dfb4a28ac9f2}"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11_RenewalPipeline&lt;/m_strName&gt;&lt;/PersistentType&gt;&lt;/root&gt;">
              <a:rPr lang="en-US" sz="800"/>
              <a:t>&lt;S11_RenewalPipeline&gt;</a:t>
            </a:fld>
            <a:endParaRPr lang="en-US" sz="8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{period} renewal save rate — proxy from closed Renewal opps last 12mo</a:t>
            </a:r>
          </a:p>
        </p:txBody>
      </p:sp>
      <p:sp>
        <p:nvSpPr>
          <p:cNvPr id="4" name="Text Placeholder 3"/>
          <p:cNvSpPr>
            <a:spLocks noGrp="1"/>
          </p:cNvSpPr>
          <p:nvPr>
            <p:ph type="body" idx="144" sz="quarter"/>
          </p:nvPr>
        </p:nvSpPr>
        <p:spPr/>
        <p:txBody>
          <a:bodyPr/>
          <a:lstStyle/>
          <a:p>
            <a:r>
              <a:t>GRR proxy</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datalinked]</a:t>
            </a:r>
          </a:p>
          <a:p>
            <a:r>
              <a:rPr sz="1100" b="0">
                <a:solidFill>
                  <a:srgbClr val="1A1D31"/>
                </a:solidFill>
                <a:latin typeface="Arial"/>
              </a:rPr>
              <a:t>Source: model.xlsx</a:t>
            </a:r>
          </a:p>
          <a:p>
            <a:r>
              <a:rPr sz="1100" b="0">
                <a:solidFill>
                  <a:srgbClr val="1A1D31"/>
                </a:solidFill>
                <a:latin typeface="Arial"/>
              </a:rPr>
              <a:t>Range: Retention!A1:B4</a:t>
            </a:r>
          </a:p>
          <a:p>
            <a:r>
              <a:rPr sz="1100" b="0">
                <a:solidFill>
                  <a:srgbClr val="1A1D31"/>
                </a:solidFill>
                <a:latin typeface="Arial"/>
              </a:rPr>
              <a:t>  Cols: Metric / Value</a:t>
            </a:r>
          </a:p>
          <a:p>
            <a:r>
              <a:rPr sz="1100" b="0">
                <a:solidFill>
                  <a:srgbClr val="1A1D31"/>
                </a:solidFill>
                <a:latin typeface="Arial"/>
              </a:rPr>
              <a:t>  Rows: Won Renewal ACV (last 12mo), Lost Renewal ACV (last 12mo),</a:t>
            </a:r>
          </a:p>
          <a:p>
            <a:r>
              <a:rPr sz="1100" b="0">
                <a:solidFill>
                  <a:srgbClr val="1A1D31"/>
                </a:solidFill>
                <a:latin typeface="Arial"/>
              </a:rPr>
              <a:t>        GRR proxy %</a:t>
            </a:r>
          </a:p>
          <a:p>
            <a:r>
              <a:rPr sz="1100" b="0">
                <a:solidFill>
                  <a:srgbClr val="1A1D31"/>
                </a:solidFill>
                <a:latin typeface="Arial"/>
              </a:rPr>
              <a:t>Bind cell A5 separately as a footnote text element to surface</a:t>
            </a:r>
          </a:p>
          <a:p>
            <a:r>
              <a:rPr sz="1100" b="0">
                <a:solidFill>
                  <a:srgbClr val="1A1D31"/>
                </a:solidFill>
                <a:latin typeface="Arial"/>
              </a:rPr>
              <a:t>the PROXY caveat (auto-renewals excluded, etc.).</a:t>
            </a:r>
          </a:p>
          <a:p>
            <a:r>
              <a:rPr sz="1100" b="0">
                <a:solidFill>
                  <a:srgbClr val="1A1D31"/>
                </a:solidFill>
                <a:latin typeface="Arial"/>
              </a:rPr>
              <a:t>CAVEAT: this is GRR-proxy-only today. True NRR + churn ACV +</a:t>
            </a:r>
          </a:p>
          <a:p>
            <a:r>
              <a:rPr sz="1100" b="0">
                <a:solidFill>
                  <a:srgbClr val="1A1D31"/>
                </a:solidFill>
                <a:latin typeface="Arial"/>
              </a:rPr>
              <a:t>expansion ACV require Pipeline_Snapshot__c history — Phase 2.</a:t>
            </a:r>
          </a:p>
        </p:txBody>
      </p:sp>
      <p:sp>
        <p:nvSpPr>
          <p:cNvPr id="7" name="tcfield_S12_GRRProxyFootnote"/>
          <p:cNvSpPr txBox="1"/>
          <p:nvPr/>
        </p:nvSpPr>
        <p:spPr>
          <a:xfrm>
            <a:off x="650000" y="5900000"/>
            <a:ext cx="8200000" cy="260000"/>
          </a:xfrm>
          <a:prstGeom prst="rect">
            <a:avLst/>
          </a:prstGeom>
          <a:noFill/>
          <a:ln>
            <a:noFill/>
          </a:ln>
        </p:spPr>
        <p:txBody>
          <a:bodyPr wrap="square" rtlCol="0">
            <a:spAutoFit/>
          </a:bodyPr>
          <a:lstStyle/>
          <a:p>
            <a:fld id="{0dc75b71-3641-4a60-97b5-073c5acf92ab}"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12_GRRProxyFootnote&lt;/m_strName&gt;&lt;/PersistentType&gt;&lt;/root&gt;">
              <a:rPr lang="en-US" sz="1400"/>
              <a:t>&lt;S12_GRRProxyFootnote&gt;</a:t>
            </a:fld>
            <a:endParaRPr lang="en-US" sz="1400"/>
          </a:p>
        </p:txBody>
      </p:sp>
      <p:sp>
        <p:nvSpPr>
          <p:cNvPr id="8" name="tcfield_S12_GRRProxyTable"/>
          <p:cNvSpPr txBox="1"/>
          <p:nvPr/>
        </p:nvSpPr>
        <p:spPr>
          <a:xfrm>
            <a:off x="100000" y="7200000"/>
            <a:ext cx="2000000" cy="100000"/>
          </a:xfrm>
          <a:prstGeom prst="rect">
            <a:avLst/>
          </a:prstGeom>
          <a:noFill/>
          <a:ln>
            <a:noFill/>
          </a:ln>
        </p:spPr>
        <p:txBody>
          <a:bodyPr wrap="square" rtlCol="0">
            <a:spAutoFit/>
          </a:bodyPr>
          <a:lstStyle/>
          <a:p>
            <a:fld id="{e04ea54c-93f8-45fb-abfd-0123e41a9f00}"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12_GRRProxyTable&lt;/m_strName&gt;&lt;/PersistentType&gt;&lt;/root&gt;">
              <a:rPr lang="en-US" sz="800"/>
              <a:t>&lt;S12_GRRProxyTable&gt;</a:t>
            </a:fld>
            <a:endParaRPr lang="en-US" sz="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516837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349" imgH="350" progId="TCLayout.ActiveDocument.1">
                  <p:embed/>
                </p:oleObj>
              </mc:Choice>
              <mc:Fallback>
                <p:oleObj name="think-cell Slide" r:id="rId36"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Clustered column</a:t>
            </a:r>
          </a:p>
        </p:txBody>
      </p:sp>
      <p:graphicFrame>
        <p:nvGraphicFramePr>
          <p:cNvPr id="40" name="Chart 39">
            <a:extLst>
              <a:ext uri="{FF2B5EF4-FFF2-40B4-BE49-F238E27FC236}">
                <a16:creationId xmlns:a16="http://schemas.microsoft.com/office/drawing/2014/main" id="{EC438882-94AC-571C-4987-D5AB9EAE75BE}"/>
              </a:ext>
            </a:extLst>
          </p:cNvPr>
          <p:cNvGraphicFramePr/>
          <p:nvPr>
            <p:custDataLst>
              <p:tags r:id="rId2"/>
            </p:custDataLst>
            <p:extLst>
              <p:ext uri="{D42A27DB-BD31-4B8C-83A1-F6EECF244321}">
                <p14:modId xmlns:p14="http://schemas.microsoft.com/office/powerpoint/2010/main" val="254793427"/>
              </p:ext>
            </p:extLst>
          </p:nvPr>
        </p:nvGraphicFramePr>
        <p:xfrm>
          <a:off x="688975" y="2297113"/>
          <a:ext cx="7548563" cy="3113087"/>
        </p:xfrm>
        <a:graphic>
          <a:graphicData uri="http://schemas.openxmlformats.org/drawingml/2006/chart">
            <c:chart xmlns:c="http://schemas.openxmlformats.org/drawingml/2006/chart" xmlns:r="http://schemas.openxmlformats.org/officeDocument/2006/relationships" r:id="rId38"/>
          </a:graphicData>
        </a:graphic>
      </p:graphicFrame>
      <p:sp>
        <p:nvSpPr>
          <p:cNvPr id="6" name="Rectangle 167">
            <a:extLst>
              <a:ext uri="{FF2B5EF4-FFF2-40B4-BE49-F238E27FC236}">
                <a16:creationId xmlns:a16="http://schemas.microsoft.com/office/drawing/2014/main" id="{3E20C19A-E70C-493C-9258-C2B48C96C2C0}"/>
              </a:ext>
            </a:extLst>
          </p:cNvPr>
          <p:cNvSpPr>
            <a:spLocks/>
          </p:cNvSpPr>
          <p:nvPr>
            <p:custDataLst>
              <p:tags r:id="rId3"/>
            </p:custDataLst>
          </p:nvPr>
        </p:nvSpPr>
        <p:spPr bwMode="gray">
          <a:xfrm>
            <a:off x="496888" y="5237163"/>
            <a:ext cx="984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CFC9594A-2098-41E8-A382-6AA7F35981C2}" type="datetime'''''''0'''''''''''''''''''''''''''''''''''">
              <a:rPr lang="en-US" altLang="en-US" sz="1400" smtClean="0">
                <a:solidFill>
                  <a:schemeClr val="tx1"/>
                </a:solidFill>
              </a:rPr>
              <a:pPr algn="r">
                <a:lnSpc>
                  <a:spcPct val="90000"/>
                </a:lnSpc>
                <a:spcBef>
                  <a:spcPct val="0"/>
                </a:spcBef>
                <a:spcAft>
                  <a:spcPct val="0"/>
                </a:spcAft>
              </a:pPr>
              <a:t>0</a:t>
            </a:fld>
            <a:endParaRPr lang="en-US" sz="1400">
              <a:solidFill>
                <a:schemeClr val="tx1"/>
              </a:solidFill>
            </a:endParaRPr>
          </a:p>
        </p:txBody>
      </p:sp>
      <p:sp>
        <p:nvSpPr>
          <p:cNvPr id="41" name="Text Placeholder 2">
            <a:extLst>
              <a:ext uri="{FF2B5EF4-FFF2-40B4-BE49-F238E27FC236}">
                <a16:creationId xmlns:a16="http://schemas.microsoft.com/office/drawing/2014/main" id="{A36AD9A7-A470-4248-33C2-9AE6FF8B56DA}"/>
              </a:ext>
            </a:extLst>
          </p:cNvPr>
          <p:cNvSpPr>
            <a:spLocks/>
          </p:cNvSpPr>
          <p:nvPr>
            <p:custDataLst>
              <p:tags r:id="rId4"/>
            </p:custDataLst>
          </p:nvPr>
        </p:nvSpPr>
        <p:spPr bwMode="gray">
          <a:xfrm>
            <a:off x="496888" y="4730750"/>
            <a:ext cx="984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2C3CFECC-A84D-4857-A2EA-AA69DC58F029}" type="datetime'''''''''''''''''''''''''''5'''''''''''''''''''''''''''''''''''">
              <a:rPr lang="en-US" altLang="en-US" sz="1400" smtClean="0">
                <a:effectLst/>
              </a:rPr>
              <a:pPr marL="0" lvl="0" indent="0" algn="r">
                <a:spcBef>
                  <a:spcPct val="0"/>
                </a:spcBef>
                <a:spcAft>
                  <a:spcPct val="0"/>
                </a:spcAft>
                <a:buNone/>
              </a:pPr>
              <a:t>5</a:t>
            </a:fld>
            <a:endParaRPr lang="en-US" sz="1400"/>
          </a:p>
        </p:txBody>
      </p:sp>
      <p:sp>
        <p:nvSpPr>
          <p:cNvPr id="11" name="Rectangle 172">
            <a:extLst>
              <a:ext uri="{FF2B5EF4-FFF2-40B4-BE49-F238E27FC236}">
                <a16:creationId xmlns:a16="http://schemas.microsoft.com/office/drawing/2014/main" id="{1336B2C2-E797-12C2-8DED-179B1D6C9B6A}"/>
              </a:ext>
            </a:extLst>
          </p:cNvPr>
          <p:cNvSpPr>
            <a:spLocks/>
          </p:cNvSpPr>
          <p:nvPr>
            <p:custDataLst>
              <p:tags r:id="rId5"/>
            </p:custDataLst>
          </p:nvPr>
        </p:nvSpPr>
        <p:spPr bwMode="gray">
          <a:xfrm>
            <a:off x="398463" y="4254500"/>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69AED3C5-D392-43FE-8527-4FA183F962B7}" type="datetime'''''1''0'''''">
              <a:rPr lang="en-US" altLang="en-US" sz="1400" smtClean="0">
                <a:solidFill>
                  <a:schemeClr val="tx1"/>
                </a:solidFill>
              </a:rPr>
              <a:pPr algn="r">
                <a:lnSpc>
                  <a:spcPct val="90000"/>
                </a:lnSpc>
                <a:spcBef>
                  <a:spcPct val="0"/>
                </a:spcBef>
                <a:spcAft>
                  <a:spcPct val="0"/>
                </a:spcAft>
              </a:pPr>
              <a:t>10</a:t>
            </a:fld>
            <a:endParaRPr lang="en-US" sz="1400">
              <a:solidFill>
                <a:schemeClr val="tx1"/>
              </a:solidFill>
            </a:endParaRPr>
          </a:p>
        </p:txBody>
      </p:sp>
      <p:sp>
        <p:nvSpPr>
          <p:cNvPr id="42" name="Text Placeholder 2">
            <a:extLst>
              <a:ext uri="{FF2B5EF4-FFF2-40B4-BE49-F238E27FC236}">
                <a16:creationId xmlns:a16="http://schemas.microsoft.com/office/drawing/2014/main" id="{A36AD9A7-A470-4248-33C2-9AE6FF8B56DA}"/>
              </a:ext>
            </a:extLst>
          </p:cNvPr>
          <p:cNvSpPr>
            <a:spLocks/>
          </p:cNvSpPr>
          <p:nvPr>
            <p:custDataLst>
              <p:tags r:id="rId6"/>
            </p:custDataLst>
          </p:nvPr>
        </p:nvSpPr>
        <p:spPr bwMode="gray">
          <a:xfrm>
            <a:off x="398463" y="3748088"/>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3A962EE7-4FAB-4C3B-A887-81AEEED2A771}" type="datetime'1''''''''5'''''''''''''''''''''''''">
              <a:rPr lang="en-US" altLang="en-US" sz="1400" smtClean="0">
                <a:effectLst/>
              </a:rPr>
              <a:pPr marL="0" lvl="0" indent="0" algn="r">
                <a:spcBef>
                  <a:spcPct val="0"/>
                </a:spcBef>
                <a:spcAft>
                  <a:spcPct val="0"/>
                </a:spcAft>
                <a:buNone/>
              </a:pPr>
              <a:t>15</a:t>
            </a:fld>
            <a:endParaRPr lang="en-US" sz="1400"/>
          </a:p>
        </p:txBody>
      </p:sp>
      <p:sp>
        <p:nvSpPr>
          <p:cNvPr id="12" name="Rectangle 177">
            <a:extLst>
              <a:ext uri="{FF2B5EF4-FFF2-40B4-BE49-F238E27FC236}">
                <a16:creationId xmlns:a16="http://schemas.microsoft.com/office/drawing/2014/main" id="{EC381340-2B3E-E99F-F995-293851645FDF}"/>
              </a:ext>
            </a:extLst>
          </p:cNvPr>
          <p:cNvSpPr>
            <a:spLocks/>
          </p:cNvSpPr>
          <p:nvPr>
            <p:custDataLst>
              <p:tags r:id="rId7"/>
            </p:custDataLst>
          </p:nvPr>
        </p:nvSpPr>
        <p:spPr bwMode="gray">
          <a:xfrm>
            <a:off x="398463" y="3271838"/>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3A31AB80-69DB-485B-873C-E3046BB2AF4E}" type="datetime'20'''''''''''''''''''''''''''''''''">
              <a:rPr lang="en-US" altLang="en-US" sz="1400" smtClean="0">
                <a:solidFill>
                  <a:schemeClr val="tx1"/>
                </a:solidFill>
              </a:rPr>
              <a:pPr algn="r">
                <a:lnSpc>
                  <a:spcPct val="90000"/>
                </a:lnSpc>
                <a:spcBef>
                  <a:spcPct val="0"/>
                </a:spcBef>
                <a:spcAft>
                  <a:spcPct val="0"/>
                </a:spcAft>
              </a:pPr>
              <a:t>20</a:t>
            </a:fld>
            <a:endParaRPr lang="en-US" sz="1400">
              <a:solidFill>
                <a:schemeClr val="tx1"/>
              </a:solidFill>
            </a:endParaRPr>
          </a:p>
        </p:txBody>
      </p:sp>
      <p:sp>
        <p:nvSpPr>
          <p:cNvPr id="43" name="Text Placeholder 2">
            <a:extLst>
              <a:ext uri="{FF2B5EF4-FFF2-40B4-BE49-F238E27FC236}">
                <a16:creationId xmlns:a16="http://schemas.microsoft.com/office/drawing/2014/main" id="{A36AD9A7-A470-4248-33C2-9AE6FF8B56DA}"/>
              </a:ext>
            </a:extLst>
          </p:cNvPr>
          <p:cNvSpPr>
            <a:spLocks/>
          </p:cNvSpPr>
          <p:nvPr>
            <p:custDataLst>
              <p:tags r:id="rId8"/>
            </p:custDataLst>
          </p:nvPr>
        </p:nvSpPr>
        <p:spPr bwMode="gray">
          <a:xfrm>
            <a:off x="398463" y="2765425"/>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8DE26AE-B5B7-495E-BF8B-9456DBAB3530}" type="datetime'''''''''''''''''''''''''''''2''''''''''''''''''5'''''''">
              <a:rPr lang="en-US" altLang="en-US" sz="1400" smtClean="0">
                <a:effectLst/>
              </a:rPr>
              <a:pPr marL="0" lvl="0" indent="0" algn="r">
                <a:spcBef>
                  <a:spcPct val="0"/>
                </a:spcBef>
                <a:spcAft>
                  <a:spcPct val="0"/>
                </a:spcAft>
                <a:buNone/>
              </a:pPr>
              <a:t>25</a:t>
            </a:fld>
            <a:endParaRPr lang="en-US" sz="1400"/>
          </a:p>
        </p:txBody>
      </p:sp>
      <p:sp>
        <p:nvSpPr>
          <p:cNvPr id="44" name="Text Placeholder 2">
            <a:extLst>
              <a:ext uri="{FF2B5EF4-FFF2-40B4-BE49-F238E27FC236}">
                <a16:creationId xmlns:a16="http://schemas.microsoft.com/office/drawing/2014/main" id="{A36AD9A7-A470-4248-33C2-9AE6FF8B56DA}"/>
              </a:ext>
            </a:extLst>
          </p:cNvPr>
          <p:cNvSpPr>
            <a:spLocks/>
          </p:cNvSpPr>
          <p:nvPr>
            <p:custDataLst>
              <p:tags r:id="rId9"/>
            </p:custDataLst>
          </p:nvPr>
        </p:nvSpPr>
        <p:spPr bwMode="gray">
          <a:xfrm>
            <a:off x="398463" y="2273300"/>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8ABFA58-C35E-4878-8D73-7AF0B0EAAE65}" type="datetime'''''''''''''''''''''''3''0'''''''''''''''''''''''''''''">
              <a:rPr lang="en-US" altLang="en-US" sz="1400" smtClean="0">
                <a:effectLst/>
              </a:rPr>
              <a:pPr marL="0" lvl="0" indent="0" algn="r">
                <a:spcBef>
                  <a:spcPct val="0"/>
                </a:spcBef>
                <a:spcAft>
                  <a:spcPct val="0"/>
                </a:spcAft>
                <a:buNone/>
              </a:pPr>
              <a:t>30</a:t>
            </a:fld>
            <a:endParaRPr lang="en-US" sz="1400"/>
          </a:p>
        </p:txBody>
      </p:sp>
      <p:cxnSp>
        <p:nvCxnSpPr>
          <p:cNvPr id="15" name="Straight Connector 113">
            <a:extLst>
              <a:ext uri="{FF2B5EF4-FFF2-40B4-BE49-F238E27FC236}">
                <a16:creationId xmlns:a16="http://schemas.microsoft.com/office/drawing/2014/main" id="{490DA7FE-DF02-1A55-B003-A38E635FD60F}"/>
              </a:ext>
            </a:extLst>
          </p:cNvPr>
          <p:cNvCxnSpPr>
            <a:cxnSpLocks/>
          </p:cNvCxnSpPr>
          <p:nvPr>
            <p:custDataLst>
              <p:tags r:id="rId10"/>
            </p:custDataLst>
          </p:nvPr>
        </p:nvCxnSpPr>
        <p:spPr bwMode="auto">
          <a:xfrm flipV="1">
            <a:off x="5297488" y="2397125"/>
            <a:ext cx="0" cy="7620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14">
            <a:extLst>
              <a:ext uri="{FF2B5EF4-FFF2-40B4-BE49-F238E27FC236}">
                <a16:creationId xmlns:a16="http://schemas.microsoft.com/office/drawing/2014/main" id="{5ED79ED3-6039-D248-270A-9A4BE6808BE9}"/>
              </a:ext>
            </a:extLst>
          </p:cNvPr>
          <p:cNvCxnSpPr>
            <a:cxnSpLocks/>
          </p:cNvCxnSpPr>
          <p:nvPr>
            <p:custDataLst>
              <p:tags r:id="rId11"/>
            </p:custDataLst>
          </p:nvPr>
        </p:nvCxnSpPr>
        <p:spPr bwMode="auto">
          <a:xfrm>
            <a:off x="5297488" y="2397125"/>
            <a:ext cx="2460625" cy="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15">
            <a:extLst>
              <a:ext uri="{FF2B5EF4-FFF2-40B4-BE49-F238E27FC236}">
                <a16:creationId xmlns:a16="http://schemas.microsoft.com/office/drawing/2014/main" id="{0FA57901-6219-12FE-517B-352CA8537C06}"/>
              </a:ext>
            </a:extLst>
          </p:cNvPr>
          <p:cNvCxnSpPr>
            <a:cxnSpLocks/>
          </p:cNvCxnSpPr>
          <p:nvPr>
            <p:custDataLst>
              <p:tags r:id="rId12"/>
            </p:custDataLst>
          </p:nvPr>
        </p:nvCxnSpPr>
        <p:spPr bwMode="auto">
          <a:xfrm>
            <a:off x="7758113" y="2397125"/>
            <a:ext cx="0" cy="1333500"/>
          </a:xfrm>
          <a:prstGeom prst="line">
            <a:avLst/>
          </a:prstGeom>
          <a:ln w="12700"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8" name="Rectangle 246">
            <a:extLst>
              <a:ext uri="{FF2B5EF4-FFF2-40B4-BE49-F238E27FC236}">
                <a16:creationId xmlns:a16="http://schemas.microsoft.com/office/drawing/2014/main" id="{0C784A0A-E037-5B73-0BD3-F85DE1D57491}"/>
              </a:ext>
            </a:extLst>
          </p:cNvPr>
          <p:cNvSpPr>
            <a:spLocks/>
          </p:cNvSpPr>
          <p:nvPr>
            <p:custDataLst>
              <p:tags r:id="rId13"/>
            </p:custDataLst>
          </p:nvPr>
        </p:nvSpPr>
        <p:spPr bwMode="auto">
          <a:xfrm>
            <a:off x="398463" y="1917700"/>
            <a:ext cx="11239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b" anchorCtr="0">
            <a:noAutofit/>
          </a:bodyPr>
          <a:lstStyle/>
          <a:p>
            <a:pPr>
              <a:spcBef>
                <a:spcPct val="0"/>
              </a:spcBef>
              <a:spcAft>
                <a:spcPct val="0"/>
              </a:spcAft>
            </a:pPr>
            <a:r>
              <a:rPr lang="en-US" sz="1400" dirty="0">
                <a:solidFill>
                  <a:schemeClr val="tx1"/>
                </a:solidFill>
              </a:rPr>
              <a:t>ARR (mEUR)</a:t>
            </a:r>
          </a:p>
        </p:txBody>
      </p:sp>
      <p:sp>
        <p:nvSpPr>
          <p:cNvPr id="20" name="Rectangle 11">
            <a:extLst>
              <a:ext uri="{FF2B5EF4-FFF2-40B4-BE49-F238E27FC236}">
                <a16:creationId xmlns:a16="http://schemas.microsoft.com/office/drawing/2014/main" id="{4970B787-9B59-707F-9211-2F3FE9300364}"/>
              </a:ext>
            </a:extLst>
          </p:cNvPr>
          <p:cNvSpPr>
            <a:spLocks/>
          </p:cNvSpPr>
          <p:nvPr>
            <p:custDataLst>
              <p:tags r:id="rId14"/>
            </p:custDataLst>
          </p:nvPr>
        </p:nvSpPr>
        <p:spPr bwMode="auto">
          <a:xfrm>
            <a:off x="1069975"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E728CBBD-5F52-4733-B9FB-FE2DACADF6E2}" type="datetime'B''''r''''''''''''''a''n''''''d'''' ''''''''''''''1'''''">
              <a:rPr lang="en-US" altLang="en-US" sz="1400" smtClean="0">
                <a:solidFill>
                  <a:schemeClr val="tx1"/>
                </a:solidFill>
              </a:rPr>
              <a:pPr algn="ctr">
                <a:spcBef>
                  <a:spcPct val="0"/>
                </a:spcBef>
                <a:spcAft>
                  <a:spcPct val="0"/>
                </a:spcAft>
              </a:pPr>
              <a:t>Brand 1</a:t>
            </a:fld>
            <a:endParaRPr lang="en-US" sz="1400">
              <a:solidFill>
                <a:schemeClr val="tx1"/>
              </a:solidFill>
            </a:endParaRPr>
          </a:p>
        </p:txBody>
      </p:sp>
      <p:sp>
        <p:nvSpPr>
          <p:cNvPr id="21" name="Rectangle 31">
            <a:extLst>
              <a:ext uri="{FF2B5EF4-FFF2-40B4-BE49-F238E27FC236}">
                <a16:creationId xmlns:a16="http://schemas.microsoft.com/office/drawing/2014/main" id="{00BB3EED-75DA-70B9-0F62-F76D70319947}"/>
              </a:ext>
            </a:extLst>
          </p:cNvPr>
          <p:cNvSpPr>
            <a:spLocks/>
          </p:cNvSpPr>
          <p:nvPr>
            <p:custDataLst>
              <p:tags r:id="rId15"/>
            </p:custDataLst>
          </p:nvPr>
        </p:nvSpPr>
        <p:spPr bwMode="auto">
          <a:xfrm>
            <a:off x="2300288"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94AF4360-C1BF-4D6F-9234-89165ACB10D4}" type="datetime'''''B''''''r''a''''''n''''''d'' ''''''2'''">
              <a:rPr lang="en-US" altLang="en-US" sz="1400" smtClean="0">
                <a:solidFill>
                  <a:schemeClr val="tx1"/>
                </a:solidFill>
              </a:rPr>
              <a:pPr algn="ctr">
                <a:spcBef>
                  <a:spcPct val="0"/>
                </a:spcBef>
                <a:spcAft>
                  <a:spcPct val="0"/>
                </a:spcAft>
              </a:pPr>
              <a:t>Brand 2</a:t>
            </a:fld>
            <a:endParaRPr lang="en-US" sz="1400">
              <a:solidFill>
                <a:schemeClr val="tx1"/>
              </a:solidFill>
            </a:endParaRPr>
          </a:p>
        </p:txBody>
      </p:sp>
      <p:sp>
        <p:nvSpPr>
          <p:cNvPr id="22" name="Rectangle 32">
            <a:extLst>
              <a:ext uri="{FF2B5EF4-FFF2-40B4-BE49-F238E27FC236}">
                <a16:creationId xmlns:a16="http://schemas.microsoft.com/office/drawing/2014/main" id="{B8EC06C6-EEC6-3485-8C17-9858FADFC9EA}"/>
              </a:ext>
            </a:extLst>
          </p:cNvPr>
          <p:cNvSpPr>
            <a:spLocks/>
          </p:cNvSpPr>
          <p:nvPr>
            <p:custDataLst>
              <p:tags r:id="rId16"/>
            </p:custDataLst>
          </p:nvPr>
        </p:nvSpPr>
        <p:spPr bwMode="auto">
          <a:xfrm>
            <a:off x="35306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0ED863F-B3EC-4182-8D48-84C51B6756A1}" type="datetime'''''''''''''''B''r''''''''a''''''''''''''nd'' ''''''''''''''3'">
              <a:rPr lang="en-US" altLang="en-US" sz="1400" smtClean="0">
                <a:solidFill>
                  <a:schemeClr val="tx1"/>
                </a:solidFill>
              </a:rPr>
              <a:pPr algn="ctr">
                <a:spcBef>
                  <a:spcPct val="0"/>
                </a:spcBef>
                <a:spcAft>
                  <a:spcPct val="0"/>
                </a:spcAft>
              </a:pPr>
              <a:t>Brand 3</a:t>
            </a:fld>
            <a:endParaRPr lang="en-US" sz="1400">
              <a:solidFill>
                <a:schemeClr val="tx1"/>
              </a:solidFill>
            </a:endParaRPr>
          </a:p>
        </p:txBody>
      </p:sp>
      <p:sp>
        <p:nvSpPr>
          <p:cNvPr id="23" name="Rectangle 341">
            <a:extLst>
              <a:ext uri="{FF2B5EF4-FFF2-40B4-BE49-F238E27FC236}">
                <a16:creationId xmlns:a16="http://schemas.microsoft.com/office/drawing/2014/main" id="{ABF44360-8224-36FA-098F-A6B38D486DBA}"/>
              </a:ext>
            </a:extLst>
          </p:cNvPr>
          <p:cNvSpPr>
            <a:spLocks/>
          </p:cNvSpPr>
          <p:nvPr>
            <p:custDataLst>
              <p:tags r:id="rId17"/>
            </p:custDataLst>
          </p:nvPr>
        </p:nvSpPr>
        <p:spPr bwMode="auto">
          <a:xfrm>
            <a:off x="47625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C879B4F-C170-4D71-8B5D-1C85194368EC}" type="datetime'''''''''''''''''''''''''''B''ran''''''d'''''''''''''' ''4'">
              <a:rPr lang="en-US" altLang="en-US" sz="1400" smtClean="0">
                <a:solidFill>
                  <a:schemeClr val="tx1"/>
                </a:solidFill>
              </a:rPr>
              <a:pPr algn="ctr">
                <a:spcBef>
                  <a:spcPct val="0"/>
                </a:spcBef>
                <a:spcAft>
                  <a:spcPct val="0"/>
                </a:spcAft>
              </a:pPr>
              <a:t>Brand 4</a:t>
            </a:fld>
            <a:endParaRPr lang="en-US" sz="1400">
              <a:solidFill>
                <a:schemeClr val="tx1"/>
              </a:solidFill>
            </a:endParaRPr>
          </a:p>
        </p:txBody>
      </p:sp>
      <p:sp>
        <p:nvSpPr>
          <p:cNvPr id="19" name="Rectangle 35">
            <a:extLst>
              <a:ext uri="{FF2B5EF4-FFF2-40B4-BE49-F238E27FC236}">
                <a16:creationId xmlns:a16="http://schemas.microsoft.com/office/drawing/2014/main" id="{1B688C84-1B4C-5EEE-8471-666CB833DB88}"/>
              </a:ext>
            </a:extLst>
          </p:cNvPr>
          <p:cNvSpPr>
            <a:spLocks/>
          </p:cNvSpPr>
          <p:nvPr>
            <p:custDataLst>
              <p:tags r:id="rId18"/>
            </p:custDataLst>
          </p:nvPr>
        </p:nvSpPr>
        <p:spPr bwMode="auto">
          <a:xfrm>
            <a:off x="7124700" y="5386388"/>
            <a:ext cx="8302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89DB73BD-DCEF-433A-B8EC-01E61FC6CDCB}" type="datetime'O''''''''''''u''''r'' ''''''''''Br''''''an''''''''d'''''''">
              <a:rPr lang="en-US" altLang="en-US" sz="1400" smtClean="0">
                <a:solidFill>
                  <a:schemeClr val="tx1"/>
                </a:solidFill>
              </a:rPr>
              <a:pPr algn="ctr">
                <a:spcBef>
                  <a:spcPct val="0"/>
                </a:spcBef>
                <a:spcAft>
                  <a:spcPct val="0"/>
                </a:spcAft>
              </a:pPr>
              <a:t>Our Brand</a:t>
            </a:fld>
            <a:endParaRPr lang="en-US" sz="1400">
              <a:solidFill>
                <a:schemeClr val="tx1"/>
              </a:solidFill>
            </a:endParaRPr>
          </a:p>
        </p:txBody>
      </p:sp>
      <p:sp>
        <p:nvSpPr>
          <p:cNvPr id="24" name="Rectangle 357">
            <a:extLst>
              <a:ext uri="{FF2B5EF4-FFF2-40B4-BE49-F238E27FC236}">
                <a16:creationId xmlns:a16="http://schemas.microsoft.com/office/drawing/2014/main" id="{57FD7012-D997-A805-6E02-ABE8F803DD60}"/>
              </a:ext>
            </a:extLst>
          </p:cNvPr>
          <p:cNvSpPr>
            <a:spLocks/>
          </p:cNvSpPr>
          <p:nvPr>
            <p:custDataLst>
              <p:tags r:id="rId19"/>
            </p:custDataLst>
          </p:nvPr>
        </p:nvSpPr>
        <p:spPr bwMode="gray">
          <a:xfrm>
            <a:off x="1041400" y="35766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7F2B032B-7ACF-4A45-B498-DAF073F4862D}" type="datetime'''''''''''''1''''''''''''''''''''''''''''''6'''''''">
              <a:rPr lang="en-US" altLang="en-US" sz="1400" smtClean="0">
                <a:solidFill>
                  <a:schemeClr val="tx1"/>
                </a:solidFill>
              </a:rPr>
              <a:pPr algn="ctr">
                <a:lnSpc>
                  <a:spcPct val="90000"/>
                </a:lnSpc>
                <a:spcBef>
                  <a:spcPct val="0"/>
                </a:spcBef>
                <a:spcAft>
                  <a:spcPct val="0"/>
                </a:spcAft>
              </a:pPr>
              <a:t>16</a:t>
            </a:fld>
            <a:endParaRPr lang="en-US" sz="1400">
              <a:solidFill>
                <a:schemeClr val="tx1"/>
              </a:solidFill>
            </a:endParaRPr>
          </a:p>
        </p:txBody>
      </p:sp>
      <p:sp>
        <p:nvSpPr>
          <p:cNvPr id="25" name="Rectangle 358">
            <a:extLst>
              <a:ext uri="{FF2B5EF4-FFF2-40B4-BE49-F238E27FC236}">
                <a16:creationId xmlns:a16="http://schemas.microsoft.com/office/drawing/2014/main" id="{421437B7-BA42-9BD8-6BDF-4C7D403B3A58}"/>
              </a:ext>
            </a:extLst>
          </p:cNvPr>
          <p:cNvSpPr>
            <a:spLocks/>
          </p:cNvSpPr>
          <p:nvPr>
            <p:custDataLst>
              <p:tags r:id="rId20"/>
            </p:custDataLst>
          </p:nvPr>
        </p:nvSpPr>
        <p:spPr bwMode="gray">
          <a:xfrm>
            <a:off x="1481138" y="28051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303C2CB7-2660-4465-818D-CF7A66CEC485}" type="datetime'2''''''''''''''''''''''3'''''''''">
              <a:rPr lang="en-US" altLang="en-US" sz="1400" smtClean="0">
                <a:solidFill>
                  <a:schemeClr val="tx1"/>
                </a:solidFill>
              </a:rPr>
              <a:pPr algn="ctr">
                <a:lnSpc>
                  <a:spcPct val="90000"/>
                </a:lnSpc>
                <a:spcBef>
                  <a:spcPct val="0"/>
                </a:spcBef>
                <a:spcAft>
                  <a:spcPct val="0"/>
                </a:spcAft>
              </a:pPr>
              <a:t>23</a:t>
            </a:fld>
            <a:endParaRPr lang="en-US" sz="1400">
              <a:solidFill>
                <a:schemeClr val="tx1"/>
              </a:solidFill>
            </a:endParaRPr>
          </a:p>
        </p:txBody>
      </p:sp>
      <p:sp>
        <p:nvSpPr>
          <p:cNvPr id="26" name="Rectangle 359">
            <a:extLst>
              <a:ext uri="{FF2B5EF4-FFF2-40B4-BE49-F238E27FC236}">
                <a16:creationId xmlns:a16="http://schemas.microsoft.com/office/drawing/2014/main" id="{949204FD-B15F-E846-2BE0-FAB1AB533D97}"/>
              </a:ext>
            </a:extLst>
          </p:cNvPr>
          <p:cNvSpPr>
            <a:spLocks/>
          </p:cNvSpPr>
          <p:nvPr>
            <p:custDataLst>
              <p:tags r:id="rId21"/>
            </p:custDataLst>
          </p:nvPr>
        </p:nvSpPr>
        <p:spPr bwMode="gray">
          <a:xfrm>
            <a:off x="2271713" y="37703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542BC38F-8E18-4B12-9AC6-DC216F8CEAEB}"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7" name="Rectangle 360">
            <a:extLst>
              <a:ext uri="{FF2B5EF4-FFF2-40B4-BE49-F238E27FC236}">
                <a16:creationId xmlns:a16="http://schemas.microsoft.com/office/drawing/2014/main" id="{CCDB6DB7-31FF-1441-CED5-991119859317}"/>
              </a:ext>
            </a:extLst>
          </p:cNvPr>
          <p:cNvSpPr>
            <a:spLocks/>
          </p:cNvSpPr>
          <p:nvPr>
            <p:custDataLst>
              <p:tags r:id="rId22"/>
            </p:custDataLst>
          </p:nvPr>
        </p:nvSpPr>
        <p:spPr bwMode="gray">
          <a:xfrm>
            <a:off x="2711450" y="36909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B72C4BD-7C37-4DD9-AD78-FF2A7D92124A}"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8" name="Rectangle 361">
            <a:extLst>
              <a:ext uri="{FF2B5EF4-FFF2-40B4-BE49-F238E27FC236}">
                <a16:creationId xmlns:a16="http://schemas.microsoft.com/office/drawing/2014/main" id="{4152C6D1-7EAF-600D-FB89-8920CF3A0710}"/>
              </a:ext>
            </a:extLst>
          </p:cNvPr>
          <p:cNvSpPr>
            <a:spLocks/>
          </p:cNvSpPr>
          <p:nvPr>
            <p:custDataLst>
              <p:tags r:id="rId23"/>
            </p:custDataLst>
          </p:nvPr>
        </p:nvSpPr>
        <p:spPr bwMode="gray">
          <a:xfrm>
            <a:off x="3503613" y="391160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6B52D05-29A0-459C-9768-15DFF3026304}" type="datetime'''''''''''''''''''''''''''''''''''''''''12'''''''">
              <a:rPr lang="en-US" altLang="en-US" sz="1400" smtClean="0">
                <a:solidFill>
                  <a:schemeClr val="tx1"/>
                </a:solidFill>
              </a:rPr>
              <a:pPr algn="ctr">
                <a:lnSpc>
                  <a:spcPct val="90000"/>
                </a:lnSpc>
                <a:spcBef>
                  <a:spcPct val="0"/>
                </a:spcBef>
                <a:spcAft>
                  <a:spcPct val="0"/>
                </a:spcAft>
              </a:pPr>
              <a:t>12</a:t>
            </a:fld>
            <a:endParaRPr lang="en-US" sz="1400">
              <a:solidFill>
                <a:schemeClr val="tx1"/>
              </a:solidFill>
            </a:endParaRPr>
          </a:p>
        </p:txBody>
      </p:sp>
      <p:sp>
        <p:nvSpPr>
          <p:cNvPr id="29" name="Rectangle 363">
            <a:extLst>
              <a:ext uri="{FF2B5EF4-FFF2-40B4-BE49-F238E27FC236}">
                <a16:creationId xmlns:a16="http://schemas.microsoft.com/office/drawing/2014/main" id="{8458D2D6-8DA6-14DE-1647-68AA16555042}"/>
              </a:ext>
            </a:extLst>
          </p:cNvPr>
          <p:cNvSpPr>
            <a:spLocks/>
          </p:cNvSpPr>
          <p:nvPr>
            <p:custDataLst>
              <p:tags r:id="rId24"/>
            </p:custDataLst>
          </p:nvPr>
        </p:nvSpPr>
        <p:spPr bwMode="gray">
          <a:xfrm>
            <a:off x="3943350" y="340995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C435C0F1-7428-480C-94E3-F8FC35BB1C51}" type="datetime'1''''''''7'''''''''''''''''''''">
              <a:rPr lang="en-US" altLang="en-US" sz="1400" smtClean="0">
                <a:solidFill>
                  <a:schemeClr val="tx1"/>
                </a:solidFill>
              </a:rPr>
              <a:pPr algn="ctr">
                <a:lnSpc>
                  <a:spcPct val="90000"/>
                </a:lnSpc>
                <a:spcBef>
                  <a:spcPct val="0"/>
                </a:spcBef>
                <a:spcAft>
                  <a:spcPct val="0"/>
                </a:spcAft>
              </a:pPr>
              <a:t>17</a:t>
            </a:fld>
            <a:endParaRPr lang="en-US" sz="1400">
              <a:solidFill>
                <a:schemeClr val="tx1"/>
              </a:solidFill>
            </a:endParaRPr>
          </a:p>
        </p:txBody>
      </p:sp>
      <p:sp>
        <p:nvSpPr>
          <p:cNvPr id="30" name="Rectangle 364">
            <a:extLst>
              <a:ext uri="{FF2B5EF4-FFF2-40B4-BE49-F238E27FC236}">
                <a16:creationId xmlns:a16="http://schemas.microsoft.com/office/drawing/2014/main" id="{0C871ECD-73A4-43E9-1370-1EF64D458675}"/>
              </a:ext>
            </a:extLst>
          </p:cNvPr>
          <p:cNvSpPr>
            <a:spLocks/>
          </p:cNvSpPr>
          <p:nvPr>
            <p:custDataLst>
              <p:tags r:id="rId25"/>
            </p:custDataLst>
          </p:nvPr>
        </p:nvSpPr>
        <p:spPr bwMode="gray">
          <a:xfrm>
            <a:off x="4733925" y="36163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EA3F950F-B335-465C-8F43-AB51268FBEBD}" type="datetime'''''''''''''''''''''''1''''''''''''''5'">
              <a:rPr lang="en-US" altLang="en-US" sz="1400" smtClean="0">
                <a:solidFill>
                  <a:schemeClr val="tx1"/>
                </a:solidFill>
              </a:rPr>
              <a:pPr algn="ctr">
                <a:lnSpc>
                  <a:spcPct val="90000"/>
                </a:lnSpc>
                <a:spcBef>
                  <a:spcPct val="0"/>
                </a:spcBef>
                <a:spcAft>
                  <a:spcPct val="0"/>
                </a:spcAft>
              </a:pPr>
              <a:t>15</a:t>
            </a:fld>
            <a:endParaRPr lang="en-US" sz="1400">
              <a:solidFill>
                <a:schemeClr val="tx1"/>
              </a:solidFill>
            </a:endParaRPr>
          </a:p>
        </p:txBody>
      </p:sp>
      <p:sp>
        <p:nvSpPr>
          <p:cNvPr id="31" name="Rectangle 365">
            <a:extLst>
              <a:ext uri="{FF2B5EF4-FFF2-40B4-BE49-F238E27FC236}">
                <a16:creationId xmlns:a16="http://schemas.microsoft.com/office/drawing/2014/main" id="{BCB19E19-E245-D3CA-5DF8-6850E8527422}"/>
              </a:ext>
            </a:extLst>
          </p:cNvPr>
          <p:cNvSpPr>
            <a:spLocks/>
          </p:cNvSpPr>
          <p:nvPr>
            <p:custDataLst>
              <p:tags r:id="rId26"/>
            </p:custDataLst>
          </p:nvPr>
        </p:nvSpPr>
        <p:spPr bwMode="gray">
          <a:xfrm>
            <a:off x="5173663" y="25114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845C499-2735-4D8D-BA2B-A82C79855911}" type="datetime'''''''''''''''''''''''2''''''''''''''''''''''''''6'''''''">
              <a:rPr lang="en-US" altLang="en-US" sz="1400" smtClean="0">
                <a:solidFill>
                  <a:schemeClr val="tx1"/>
                </a:solidFill>
              </a:rPr>
              <a:pPr algn="ctr">
                <a:lnSpc>
                  <a:spcPct val="90000"/>
                </a:lnSpc>
                <a:spcBef>
                  <a:spcPct val="0"/>
                </a:spcBef>
                <a:spcAft>
                  <a:spcPct val="0"/>
                </a:spcAft>
              </a:pPr>
              <a:t>26</a:t>
            </a:fld>
            <a:endParaRPr lang="en-US" sz="1400">
              <a:solidFill>
                <a:schemeClr val="tx1"/>
              </a:solidFill>
            </a:endParaRPr>
          </a:p>
        </p:txBody>
      </p:sp>
      <p:sp>
        <p:nvSpPr>
          <p:cNvPr id="32" name="Rectangle 366">
            <a:extLst>
              <a:ext uri="{FF2B5EF4-FFF2-40B4-BE49-F238E27FC236}">
                <a16:creationId xmlns:a16="http://schemas.microsoft.com/office/drawing/2014/main" id="{6C1533B2-D98B-9EFB-BEBA-4CB182D202BF}"/>
              </a:ext>
            </a:extLst>
          </p:cNvPr>
          <p:cNvSpPr>
            <a:spLocks/>
          </p:cNvSpPr>
          <p:nvPr>
            <p:custDataLst>
              <p:tags r:id="rId27"/>
            </p:custDataLst>
          </p:nvPr>
        </p:nvSpPr>
        <p:spPr bwMode="gray">
          <a:xfrm>
            <a:off x="7243763" y="4259263"/>
            <a:ext cx="1492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FC87031-C97B-4C10-929D-1BB1B82F245A}" type="datetime'''''''''''''''''''''''''''9'''''''">
              <a:rPr lang="en-US" altLang="en-US" sz="1400" smtClean="0">
                <a:solidFill>
                  <a:schemeClr val="tx1"/>
                </a:solidFill>
              </a:rPr>
              <a:pPr algn="ctr">
                <a:lnSpc>
                  <a:spcPct val="90000"/>
                </a:lnSpc>
                <a:spcBef>
                  <a:spcPct val="0"/>
                </a:spcBef>
                <a:spcAft>
                  <a:spcPct val="0"/>
                </a:spcAft>
              </a:pPr>
              <a:t>9</a:t>
            </a:fld>
            <a:endParaRPr lang="en-US" sz="1400">
              <a:solidFill>
                <a:schemeClr val="tx1"/>
              </a:solidFill>
            </a:endParaRPr>
          </a:p>
        </p:txBody>
      </p:sp>
      <p:sp>
        <p:nvSpPr>
          <p:cNvPr id="33" name="Rectangle 367">
            <a:extLst>
              <a:ext uri="{FF2B5EF4-FFF2-40B4-BE49-F238E27FC236}">
                <a16:creationId xmlns:a16="http://schemas.microsoft.com/office/drawing/2014/main" id="{0C57E5E1-CF26-54A4-E940-B75D1D5AEAD6}"/>
              </a:ext>
            </a:extLst>
          </p:cNvPr>
          <p:cNvSpPr>
            <a:spLocks/>
          </p:cNvSpPr>
          <p:nvPr>
            <p:custDataLst>
              <p:tags r:id="rId28"/>
            </p:custDataLst>
          </p:nvPr>
        </p:nvSpPr>
        <p:spPr bwMode="gray">
          <a:xfrm>
            <a:off x="7634288" y="37687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1C28B0E1-FF4C-4010-9F17-3CD820190A50}"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34" name="Oval 33">
            <a:extLst>
              <a:ext uri="{FF2B5EF4-FFF2-40B4-BE49-F238E27FC236}">
                <a16:creationId xmlns:a16="http://schemas.microsoft.com/office/drawing/2014/main" id="{0D336833-95B4-5DF1-0993-5DA9F80B2A03}"/>
              </a:ext>
            </a:extLst>
          </p:cNvPr>
          <p:cNvSpPr>
            <a:spLocks/>
          </p:cNvSpPr>
          <p:nvPr>
            <p:custDataLst>
              <p:tags r:id="rId29"/>
            </p:custDataLst>
          </p:nvPr>
        </p:nvSpPr>
        <p:spPr bwMode="auto">
          <a:xfrm>
            <a:off x="6234113" y="2246313"/>
            <a:ext cx="587375" cy="301625"/>
          </a:xfrm>
          <a:prstGeom prst="ellipse">
            <a:avLst/>
          </a:prstGeom>
          <a:solidFill>
            <a:schemeClr val="bg1"/>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fld id="{93ACE399-E739-4AD7-AADA-39F207D5A053}" type="datetime'''''''''''''''''''''''''''''''''''-''''''''''''48''''%'''''">
              <a:rPr lang="en-US" altLang="en-US" sz="1400" smtClean="0">
                <a:solidFill>
                  <a:schemeClr val="tx1"/>
                </a:solidFill>
                <a:effectLst/>
              </a:rPr>
              <a:pPr algn="ctr">
                <a:spcBef>
                  <a:spcPct val="0"/>
                </a:spcBef>
                <a:spcAft>
                  <a:spcPct val="0"/>
                </a:spcAft>
              </a:pPr>
              <a:t>-48%</a:t>
            </a:fld>
            <a:endParaRPr lang="en-US" sz="1400">
              <a:solidFill>
                <a:schemeClr val="tx1"/>
              </a:solidFill>
            </a:endParaRPr>
          </a:p>
        </p:txBody>
      </p:sp>
      <p:sp>
        <p:nvSpPr>
          <p:cNvPr id="35" name="Rectangle 19">
            <a:extLst>
              <a:ext uri="{FF2B5EF4-FFF2-40B4-BE49-F238E27FC236}">
                <a16:creationId xmlns:a16="http://schemas.microsoft.com/office/drawing/2014/main" id="{D43F45FF-6670-40D4-2888-6B621F6FB837}"/>
              </a:ext>
            </a:extLst>
          </p:cNvPr>
          <p:cNvSpPr>
            <a:spLocks/>
          </p:cNvSpPr>
          <p:nvPr>
            <p:custDataLst>
              <p:tags r:id="rId30"/>
            </p:custDataLst>
          </p:nvPr>
        </p:nvSpPr>
        <p:spPr bwMode="auto">
          <a:xfrm>
            <a:off x="3598863" y="5778500"/>
            <a:ext cx="250825" cy="187325"/>
          </a:xfrm>
          <a:prstGeom prst="rect">
            <a:avLst/>
          </a:prstGeom>
          <a:solidFill>
            <a:schemeClr val="bg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2">
            <a:extLst>
              <a:ext uri="{FF2B5EF4-FFF2-40B4-BE49-F238E27FC236}">
                <a16:creationId xmlns:a16="http://schemas.microsoft.com/office/drawing/2014/main" id="{D844FCD2-EE66-A7FA-BE17-336D2247FC77}"/>
              </a:ext>
            </a:extLst>
          </p:cNvPr>
          <p:cNvSpPr>
            <a:spLocks/>
          </p:cNvSpPr>
          <p:nvPr>
            <p:custDataLst>
              <p:tags r:id="rId31"/>
            </p:custDataLst>
          </p:nvPr>
        </p:nvSpPr>
        <p:spPr bwMode="auto">
          <a:xfrm>
            <a:off x="4514850" y="577850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2">
            <a:extLst>
              <a:ext uri="{FF2B5EF4-FFF2-40B4-BE49-F238E27FC236}">
                <a16:creationId xmlns:a16="http://schemas.microsoft.com/office/drawing/2014/main" id="{B4CB4B08-9589-F42E-BFF9-F2A095D2780D}"/>
              </a:ext>
            </a:extLst>
          </p:cNvPr>
          <p:cNvSpPr>
            <a:spLocks/>
          </p:cNvSpPr>
          <p:nvPr>
            <p:custDataLst>
              <p:tags r:id="rId32"/>
            </p:custDataLst>
          </p:nvPr>
        </p:nvSpPr>
        <p:spPr bwMode="auto">
          <a:xfrm>
            <a:off x="3900488" y="5773738"/>
            <a:ext cx="5127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59D7227-14F8-4379-8C12-A53A6E5096F1}" type="datetime'''''''''''''''''Onl''''''''i''''''''n''''e'''''''''''">
              <a:rPr lang="en-US" altLang="en-US" sz="1400" smtClean="0">
                <a:solidFill>
                  <a:schemeClr val="tx1"/>
                </a:solidFill>
              </a:rPr>
              <a:pPr>
                <a:spcBef>
                  <a:spcPct val="0"/>
                </a:spcBef>
                <a:spcAft>
                  <a:spcPct val="0"/>
                </a:spcAft>
              </a:pPr>
              <a:t>Online</a:t>
            </a:fld>
            <a:endParaRPr lang="en-US" sz="1400">
              <a:solidFill>
                <a:schemeClr val="tx1"/>
              </a:solidFill>
            </a:endParaRPr>
          </a:p>
        </p:txBody>
      </p:sp>
      <p:sp>
        <p:nvSpPr>
          <p:cNvPr id="38" name="Rectangle 10">
            <a:extLst>
              <a:ext uri="{FF2B5EF4-FFF2-40B4-BE49-F238E27FC236}">
                <a16:creationId xmlns:a16="http://schemas.microsoft.com/office/drawing/2014/main" id="{14B863F4-D62A-257B-CF15-2AF266511B43}"/>
              </a:ext>
            </a:extLst>
          </p:cNvPr>
          <p:cNvSpPr>
            <a:spLocks/>
          </p:cNvSpPr>
          <p:nvPr>
            <p:custDataLst>
              <p:tags r:id="rId33"/>
            </p:custDataLst>
          </p:nvPr>
        </p:nvSpPr>
        <p:spPr bwMode="auto">
          <a:xfrm>
            <a:off x="4816475" y="5773738"/>
            <a:ext cx="5095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083AECE-1438-4DF2-8A13-DD4A2AFF889D}" type="datetime'Of''''''''''f''''''''l''''''''''i''''''''''n''''e'">
              <a:rPr lang="en-US" altLang="en-US" sz="1400" smtClean="0">
                <a:solidFill>
                  <a:schemeClr val="tx1"/>
                </a:solidFill>
              </a:rPr>
              <a:pPr>
                <a:spcBef>
                  <a:spcPct val="0"/>
                </a:spcBef>
                <a:spcAft>
                  <a:spcPct val="0"/>
                </a:spcAft>
              </a:pPr>
              <a:t>Offline</a:t>
            </a:fld>
            <a:endParaRPr lang="en-US" sz="1400">
              <a:solidFill>
                <a:schemeClr val="tx1"/>
              </a:solidFill>
            </a:endParaRPr>
          </a:p>
        </p:txBody>
      </p:sp>
      <p:sp>
        <p:nvSpPr>
          <p:cNvPr id="45" name="tc_columnhead">
            <a:extLst>
              <a:ext uri="{FF2B5EF4-FFF2-40B4-BE49-F238E27FC236}">
                <a16:creationId xmlns:a16="http://schemas.microsoft.com/office/drawing/2014/main" id="{E4D05E99-57CF-C81A-80D8-E799492B64E3}"/>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46" name="tc_columnheadline">
            <a:extLst>
              <a:ext uri="{FF2B5EF4-FFF2-40B4-BE49-F238E27FC236}">
                <a16:creationId xmlns:a16="http://schemas.microsoft.com/office/drawing/2014/main" id="{D4492394-DA09-C52F-7077-1944DB893D2D}"/>
              </a:ext>
            </a:extLst>
          </p:cNvPr>
          <p:cNvCxnSpPr>
            <a:cxnSpLocks/>
            <a:stCxn id="45" idx="4"/>
            <a:endCxn id="45"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tc_columnhead">
            <a:extLst>
              <a:ext uri="{FF2B5EF4-FFF2-40B4-BE49-F238E27FC236}">
                <a16:creationId xmlns:a16="http://schemas.microsoft.com/office/drawing/2014/main" id="{B609D60C-FF97-30BB-614C-A2C30EEBBF34}"/>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49" name="tc_columnheadline">
            <a:extLst>
              <a:ext uri="{FF2B5EF4-FFF2-40B4-BE49-F238E27FC236}">
                <a16:creationId xmlns:a16="http://schemas.microsoft.com/office/drawing/2014/main" id="{64975172-FFA9-5669-B3F5-23FE35837E98}"/>
              </a:ext>
            </a:extLst>
          </p:cNvPr>
          <p:cNvCxnSpPr>
            <a:cxnSpLocks/>
            <a:stCxn id="48" idx="4"/>
            <a:endCxn id="48"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18">
            <a:extLst>
              <a:ext uri="{FF2B5EF4-FFF2-40B4-BE49-F238E27FC236}">
                <a16:creationId xmlns:a16="http://schemas.microsoft.com/office/drawing/2014/main" id="{0E69FDF9-F5E1-E6D9-95C3-75B746510A50}"/>
              </a:ext>
            </a:extLst>
          </p:cNvPr>
          <p:cNvSpPr>
            <a:spLocks/>
          </p:cNvSpPr>
          <p:nvPr/>
        </p:nvSpPr>
        <p:spPr>
          <a:xfrm>
            <a:off x="8811106" y="-805994"/>
            <a:ext cx="4575600" cy="1365365"/>
          </a:xfrm>
          <a:prstGeom prst="rect">
            <a:avLst/>
          </a:prstGeom>
          <a:solidFill>
            <a:schemeClr val="bg2"/>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t>
            </a:r>
            <a:r>
              <a:rPr lang="en-US" sz="1200" b="1" u="sng" dirty="0">
                <a:solidFill>
                  <a:schemeClr val="tx1"/>
                </a:solidFill>
              </a:rPr>
              <a:t>think-cell charts</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a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CAGR arrows, difference arrows),</a:t>
            </a:r>
            <a:r>
              <a:rPr lang="en-US" sz="1200" b="1" dirty="0">
                <a:solidFill>
                  <a:schemeClr val="tx1"/>
                </a:solidFill>
              </a:rPr>
              <a:t> </a:t>
            </a:r>
            <a:r>
              <a:rPr lang="en-US" sz="1200" dirty="0">
                <a:solidFill>
                  <a:schemeClr val="tx1"/>
                </a:solidFill>
              </a:rPr>
              <a:t>right-click a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a chart or a feature,</a:t>
            </a:r>
            <a:r>
              <a:rPr lang="en-US" sz="1200" b="1" dirty="0">
                <a:solidFill>
                  <a:schemeClr val="tx1"/>
                </a:solidFill>
              </a:rPr>
              <a:t> </a:t>
            </a:r>
            <a:r>
              <a:rPr lang="en-US" sz="1200" dirty="0">
                <a:solidFill>
                  <a:schemeClr val="tx1"/>
                </a:solidFill>
              </a:rPr>
              <a:t>click the chart or feature to open the mini toolbar.</a:t>
            </a:r>
            <a:endParaRPr lang="en-US" sz="1200" dirty="0">
              <a:solidFill>
                <a:schemeClr val="tx1"/>
              </a:solidFill>
              <a:cs typeface="Arial"/>
            </a:endParaRPr>
          </a:p>
        </p:txBody>
      </p:sp>
      <p:sp>
        <p:nvSpPr>
          <p:cNvPr id="73" name="Text Placeholder 15">
            <a:extLst>
              <a:ext uri="{FF2B5EF4-FFF2-40B4-BE49-F238E27FC236}">
                <a16:creationId xmlns:a16="http://schemas.microsoft.com/office/drawing/2014/main" id="{FB9BC161-67F9-90B0-90B4-215D01703775}"/>
              </a:ext>
            </a:extLst>
          </p:cNvPr>
          <p:cNvSpPr/>
          <p:nvPr/>
        </p:nvSpPr>
        <p:spPr>
          <a:xfrm>
            <a:off x="407988" y="6275487"/>
            <a:ext cx="4052391"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columns, bar, bars, think-cell, chart, charts, graph, graphs, comment</a:t>
            </a:r>
          </a:p>
        </p:txBody>
      </p:sp>
      <p:sp>
        <p:nvSpPr>
          <p:cNvPr id="2" name="Rechteck 137">
            <a:extLst>
              <a:ext uri="{FF2B5EF4-FFF2-40B4-BE49-F238E27FC236}">
                <a16:creationId xmlns:a16="http://schemas.microsoft.com/office/drawing/2014/main" id="{72D734B2-3075-6ECB-B132-19D020C294FF}"/>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404453400"/>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p:txBody>
      </p:sp>
      <p:sp>
        <p:nvSpPr>
          <p:cNvPr id="3" name="Text Placeholder 2"/>
          <p:cNvSpPr>
            <a:spLocks noGrp="1"/>
          </p:cNvSpPr>
          <p:nvPr>
            <p:ph type="body" idx="20" sz="quarter"/>
          </p:nvPr>
        </p:nvSpPr>
        <p:spPr/>
        <p:txBody>
          <a:bodyPr/>
          <a:lstStyle/>
          <a:p>
            <a:r>
              <a:t>Territory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1135903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49" imgH="350" progId="TCLayout.ActiveDocument.1">
                  <p:embed/>
                </p:oleObj>
              </mc:Choice>
              <mc:Fallback>
                <p:oleObj name="think-cell Slide" r:id="rId24"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Bar I</a:t>
            </a:r>
          </a:p>
        </p:txBody>
      </p:sp>
      <p:sp>
        <p:nvSpPr>
          <p:cNvPr id="3" name="Rectangle 18">
            <a:extLst>
              <a:ext uri="{FF2B5EF4-FFF2-40B4-BE49-F238E27FC236}">
                <a16:creationId xmlns:a16="http://schemas.microsoft.com/office/drawing/2014/main" id="{7F4EBA3E-1547-3489-3D2C-A48BCEF28565}"/>
              </a:ext>
            </a:extLst>
          </p:cNvPr>
          <p:cNvSpPr>
            <a:spLocks/>
          </p:cNvSpPr>
          <p:nvPr/>
        </p:nvSpPr>
        <p:spPr>
          <a:xfrm>
            <a:off x="8811106" y="-1175326"/>
            <a:ext cx="4575600" cy="1734697"/>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 chart</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the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value lines, difference arrows),</a:t>
            </a:r>
            <a:r>
              <a:rPr lang="en-US" sz="1200" b="1" dirty="0">
                <a:solidFill>
                  <a:schemeClr val="tx1"/>
                </a:solidFill>
              </a:rPr>
              <a:t> </a:t>
            </a:r>
            <a:r>
              <a:rPr lang="en-US" sz="1200" dirty="0">
                <a:solidFill>
                  <a:schemeClr val="tx1"/>
                </a:solidFill>
              </a:rPr>
              <a:t>right-click the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the chart or a feature,</a:t>
            </a:r>
            <a:r>
              <a:rPr lang="en-US" sz="1200" b="1" dirty="0">
                <a:solidFill>
                  <a:schemeClr val="tx1"/>
                </a:solidFill>
              </a:rPr>
              <a:t> </a:t>
            </a:r>
            <a:r>
              <a:rPr lang="en-US" sz="1200" dirty="0">
                <a:solidFill>
                  <a:schemeClr val="tx1"/>
                </a:solidFill>
              </a:rPr>
              <a:t>click the chart or feature to open the mini toolbar.</a:t>
            </a:r>
          </a:p>
          <a:p>
            <a:pPr marL="140400" indent="-140400">
              <a:buFont typeface="Arial" panose="020B0604020202020204" pitchFamily="34" charset="0"/>
              <a:buChar char="•"/>
            </a:pPr>
            <a:r>
              <a:rPr lang="en-US" sz="1200" dirty="0">
                <a:solidFill>
                  <a:schemeClr val="tx1"/>
                </a:solidFill>
                <a:cs typeface="Arial"/>
              </a:rPr>
              <a:t>To </a:t>
            </a:r>
            <a:r>
              <a:rPr lang="en-US" sz="1200" b="1" dirty="0">
                <a:solidFill>
                  <a:schemeClr val="tx1"/>
                </a:solidFill>
                <a:cs typeface="Arial"/>
              </a:rPr>
              <a:t>sort the bars</a:t>
            </a:r>
            <a:r>
              <a:rPr lang="en-US" sz="1200" dirty="0">
                <a:solidFill>
                  <a:schemeClr val="tx1"/>
                </a:solidFill>
                <a:cs typeface="Arial"/>
              </a:rPr>
              <a:t> from highest to lowest, in the mini toolbar, select </a:t>
            </a:r>
            <a:r>
              <a:rPr lang="en-US" sz="1200" b="1" dirty="0">
                <a:solidFill>
                  <a:schemeClr val="tx1"/>
                </a:solidFill>
                <a:cs typeface="Arial"/>
              </a:rPr>
              <a:t>Categories in Descending Y Extent Order</a:t>
            </a:r>
            <a:r>
              <a:rPr lang="en-US" sz="1200" dirty="0">
                <a:solidFill>
                  <a:schemeClr val="tx1"/>
                </a:solidFill>
                <a:cs typeface="Arial"/>
              </a:rPr>
              <a:t>.</a:t>
            </a:r>
          </a:p>
        </p:txBody>
      </p:sp>
      <p:graphicFrame>
        <p:nvGraphicFramePr>
          <p:cNvPr id="9" name="Chart 8">
            <a:extLst>
              <a:ext uri="{FF2B5EF4-FFF2-40B4-BE49-F238E27FC236}">
                <a16:creationId xmlns:a16="http://schemas.microsoft.com/office/drawing/2014/main" id="{CBD56CE7-10C6-CF16-4B7A-CD2E5C99D3FE}"/>
              </a:ext>
            </a:extLst>
          </p:cNvPr>
          <p:cNvGraphicFramePr/>
          <p:nvPr>
            <p:custDataLst>
              <p:tags r:id="rId2"/>
            </p:custDataLst>
            <p:extLst>
              <p:ext uri="{D42A27DB-BD31-4B8C-83A1-F6EECF244321}">
                <p14:modId xmlns:p14="http://schemas.microsoft.com/office/powerpoint/2010/main" val="3042036561"/>
              </p:ext>
            </p:extLst>
          </p:nvPr>
        </p:nvGraphicFramePr>
        <p:xfrm>
          <a:off x="812800" y="2249488"/>
          <a:ext cx="6804025" cy="4114800"/>
        </p:xfrm>
        <a:graphic>
          <a:graphicData uri="http://schemas.openxmlformats.org/drawingml/2006/chart">
            <c:chart xmlns:c="http://schemas.openxmlformats.org/drawingml/2006/chart" xmlns:r="http://schemas.openxmlformats.org/officeDocument/2006/relationships" r:id="rId26"/>
          </a:graphicData>
        </a:graphic>
      </p:graphicFrame>
      <p:sp>
        <p:nvSpPr>
          <p:cNvPr id="21" name="Arrow: Right 20">
            <a:extLst>
              <a:ext uri="{FF2B5EF4-FFF2-40B4-BE49-F238E27FC236}">
                <a16:creationId xmlns:a16="http://schemas.microsoft.com/office/drawing/2014/main" id="{C825AC13-30B3-F273-0862-975E9BD50234}"/>
              </a:ext>
            </a:extLst>
          </p:cNvPr>
          <p:cNvSpPr>
            <a:spLocks/>
          </p:cNvSpPr>
          <p:nvPr>
            <p:custDataLst>
              <p:tags r:id="rId3"/>
            </p:custDataLst>
          </p:nvPr>
        </p:nvSpPr>
        <p:spPr bwMode="auto">
          <a:xfrm rot="5400000">
            <a:off x="5010150"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356" name="Straight Connector 355">
            <a:extLst>
              <a:ext uri="{FF2B5EF4-FFF2-40B4-BE49-F238E27FC236}">
                <a16:creationId xmlns:a16="http://schemas.microsoft.com/office/drawing/2014/main" id="{934AA6D2-1DFC-3C1F-AF13-57F06750C6BB}"/>
              </a:ext>
            </a:extLst>
          </p:cNvPr>
          <p:cNvCxnSpPr/>
          <p:nvPr>
            <p:custDataLst>
              <p:tags r:id="rId4"/>
            </p:custDataLst>
          </p:nvPr>
        </p:nvCxnSpPr>
        <p:spPr bwMode="auto">
          <a:xfrm flipV="1">
            <a:off x="5073650" y="4513263"/>
            <a:ext cx="0" cy="1544638"/>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2" name="Straight Connector 361">
            <a:extLst>
              <a:ext uri="{FF2B5EF4-FFF2-40B4-BE49-F238E27FC236}">
                <a16:creationId xmlns:a16="http://schemas.microsoft.com/office/drawing/2014/main" id="{8A799DCC-6AD1-F5DE-9DE9-5EAE89C72688}"/>
              </a:ext>
            </a:extLst>
          </p:cNvPr>
          <p:cNvCxnSpPr/>
          <p:nvPr>
            <p:custDataLst>
              <p:tags r:id="rId5"/>
            </p:custDataLst>
          </p:nvPr>
        </p:nvCxnSpPr>
        <p:spPr bwMode="auto">
          <a:xfrm flipV="1">
            <a:off x="5073650" y="2757488"/>
            <a:ext cx="0" cy="1543050"/>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5" name="Arrow: Right 54">
            <a:extLst>
              <a:ext uri="{FF2B5EF4-FFF2-40B4-BE49-F238E27FC236}">
                <a16:creationId xmlns:a16="http://schemas.microsoft.com/office/drawing/2014/main" id="{6227B2AA-AA04-C8F9-65BC-DC85CA80B33D}"/>
              </a:ext>
            </a:extLst>
          </p:cNvPr>
          <p:cNvSpPr/>
          <p:nvPr>
            <p:custDataLst>
              <p:tags r:id="rId6"/>
            </p:custDataLst>
          </p:nvPr>
        </p:nvSpPr>
        <p:spPr bwMode="auto">
          <a:xfrm rot="5400000">
            <a:off x="6018213"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56" name="Straight Connector 55">
            <a:extLst>
              <a:ext uri="{FF2B5EF4-FFF2-40B4-BE49-F238E27FC236}">
                <a16:creationId xmlns:a16="http://schemas.microsoft.com/office/drawing/2014/main" id="{54C474CB-78C2-3A26-CF08-CFBBD02A0CFA}"/>
              </a:ext>
            </a:extLst>
          </p:cNvPr>
          <p:cNvCxnSpPr>
            <a:cxnSpLocks/>
          </p:cNvCxnSpPr>
          <p:nvPr>
            <p:custDataLst>
              <p:tags r:id="rId7"/>
            </p:custDataLst>
          </p:nvPr>
        </p:nvCxnSpPr>
        <p:spPr bwMode="auto">
          <a:xfrm flipV="1">
            <a:off x="6081713" y="2757488"/>
            <a:ext cx="0" cy="3300413"/>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0E8F8D5C-1491-8981-3D5A-0B42E45A1311}"/>
              </a:ext>
            </a:extLst>
          </p:cNvPr>
          <p:cNvSpPr>
            <a:spLocks/>
          </p:cNvSpPr>
          <p:nvPr>
            <p:custDataLst>
              <p:tags r:id="rId8"/>
            </p:custDataLst>
          </p:nvPr>
        </p:nvSpPr>
        <p:spPr bwMode="auto">
          <a:xfrm>
            <a:off x="7558088" y="2544762"/>
            <a:ext cx="5905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lang="en-US" altLang="en-US" sz="1400">
                <a:solidFill>
                  <a:schemeClr val="tx1"/>
                </a:solidFill>
                <a:effectLst/>
                <a:sym typeface="+mn-lt"/>
              </a:rPr>
              <a:t>Margin</a:t>
            </a:r>
            <a:br>
              <a:rPr lang="en-US" altLang="en-US" sz="1400">
                <a:solidFill>
                  <a:schemeClr val="tx1"/>
                </a:solidFill>
                <a:effectLst/>
                <a:sym typeface="+mn-lt"/>
              </a:rPr>
            </a:br>
            <a:r>
              <a:rPr lang="en-US" altLang="en-US" sz="1400">
                <a:solidFill>
                  <a:schemeClr val="tx1"/>
                </a:solidFill>
                <a:effectLst/>
                <a:sym typeface="+mn-lt"/>
              </a:rPr>
              <a:t>p</a:t>
            </a:r>
            <a:r>
              <a:rPr lang="en-US" sz="1400">
                <a:sym typeface="+mn-lt"/>
              </a:rPr>
              <a:t>er unit</a:t>
            </a:r>
            <a:endParaRPr lang="en-US" sz="1400">
              <a:solidFill>
                <a:schemeClr val="tx1"/>
              </a:solidFill>
              <a:sym typeface="+mn-lt"/>
            </a:endParaRPr>
          </a:p>
        </p:txBody>
      </p:sp>
      <p:sp>
        <p:nvSpPr>
          <p:cNvPr id="24" name="Text Placeholder 2">
            <a:extLst>
              <a:ext uri="{FF2B5EF4-FFF2-40B4-BE49-F238E27FC236}">
                <a16:creationId xmlns:a16="http://schemas.microsoft.com/office/drawing/2014/main" id="{8A4D44A3-DF10-DFD0-EE66-C96264BE5B68}"/>
              </a:ext>
            </a:extLst>
          </p:cNvPr>
          <p:cNvSpPr>
            <a:spLocks/>
          </p:cNvSpPr>
          <p:nvPr>
            <p:custDataLst>
              <p:tags r:id="rId9"/>
            </p:custDataLst>
          </p:nvPr>
        </p:nvSpPr>
        <p:spPr bwMode="auto">
          <a:xfrm>
            <a:off x="403225" y="288607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5BA8B82-2C5E-446B-AE5B-7515A83038B1}" type="datetime'''B''r''an''''''''''''''''''''''''''d'''''''' ''''1'">
              <a:rPr lang="en-US" altLang="en-US" sz="1400" smtClean="0"/>
              <a:pPr marL="0" lvl="0" indent="0" algn="r">
                <a:spcBef>
                  <a:spcPct val="0"/>
                </a:spcBef>
                <a:spcAft>
                  <a:spcPct val="0"/>
                </a:spcAft>
                <a:buNone/>
              </a:pPr>
              <a:t>Brand 1</a:t>
            </a:fld>
            <a:endParaRPr lang="en-US" sz="1400"/>
          </a:p>
        </p:txBody>
      </p:sp>
      <p:sp>
        <p:nvSpPr>
          <p:cNvPr id="26" name="Text Placeholder 2">
            <a:extLst>
              <a:ext uri="{FF2B5EF4-FFF2-40B4-BE49-F238E27FC236}">
                <a16:creationId xmlns:a16="http://schemas.microsoft.com/office/drawing/2014/main" id="{A3D46989-DB07-AF83-390A-708F0554011E}"/>
              </a:ext>
            </a:extLst>
          </p:cNvPr>
          <p:cNvSpPr>
            <a:spLocks/>
          </p:cNvSpPr>
          <p:nvPr>
            <p:custDataLst>
              <p:tags r:id="rId10"/>
            </p:custDataLst>
          </p:nvPr>
        </p:nvSpPr>
        <p:spPr bwMode="auto">
          <a:xfrm>
            <a:off x="403225" y="335756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0A6ECC6-4287-4547-BFCA-64B9A0539B5E}" type="datetime'''''''''B''''''r''a''''n''''d'''''''' ''''''2'''''">
              <a:rPr lang="en-US" altLang="en-US" sz="1400" smtClean="0"/>
              <a:pPr marL="0" lvl="0" indent="0" algn="r">
                <a:spcBef>
                  <a:spcPct val="0"/>
                </a:spcBef>
                <a:spcAft>
                  <a:spcPct val="0"/>
                </a:spcAft>
                <a:buNone/>
              </a:pPr>
              <a:t>Brand 2</a:t>
            </a:fld>
            <a:endParaRPr lang="en-US" sz="1400"/>
          </a:p>
        </p:txBody>
      </p:sp>
      <p:sp>
        <p:nvSpPr>
          <p:cNvPr id="27" name="Text Placeholder 2">
            <a:extLst>
              <a:ext uri="{FF2B5EF4-FFF2-40B4-BE49-F238E27FC236}">
                <a16:creationId xmlns:a16="http://schemas.microsoft.com/office/drawing/2014/main" id="{E88BD066-4908-0B00-E9CE-64681E72D930}"/>
              </a:ext>
            </a:extLst>
          </p:cNvPr>
          <p:cNvSpPr>
            <a:spLocks/>
          </p:cNvSpPr>
          <p:nvPr>
            <p:custDataLst>
              <p:tags r:id="rId11"/>
            </p:custDataLst>
          </p:nvPr>
        </p:nvSpPr>
        <p:spPr bwMode="auto">
          <a:xfrm>
            <a:off x="403225" y="382905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0D3C9C3-D821-42CA-83DB-48FA5BABAA52}" type="datetime'''''''''B''''''''''''r''''an''d'''''' ''''''''''3'''''''">
              <a:rPr lang="en-US" altLang="en-US" sz="1400" smtClean="0"/>
              <a:pPr marL="0" lvl="0" indent="0" algn="r">
                <a:spcBef>
                  <a:spcPct val="0"/>
                </a:spcBef>
                <a:spcAft>
                  <a:spcPct val="0"/>
                </a:spcAft>
                <a:buNone/>
              </a:pPr>
              <a:t>Brand 3</a:t>
            </a:fld>
            <a:endParaRPr lang="en-US" sz="1400"/>
          </a:p>
        </p:txBody>
      </p:sp>
      <p:sp>
        <p:nvSpPr>
          <p:cNvPr id="28" name="Text Placeholder 2">
            <a:extLst>
              <a:ext uri="{FF2B5EF4-FFF2-40B4-BE49-F238E27FC236}">
                <a16:creationId xmlns:a16="http://schemas.microsoft.com/office/drawing/2014/main" id="{CA9671B0-D91D-6C8A-3F88-EAD87348508B}"/>
              </a:ext>
            </a:extLst>
          </p:cNvPr>
          <p:cNvSpPr>
            <a:spLocks/>
          </p:cNvSpPr>
          <p:nvPr>
            <p:custDataLst>
              <p:tags r:id="rId12"/>
            </p:custDataLst>
          </p:nvPr>
        </p:nvSpPr>
        <p:spPr bwMode="auto">
          <a:xfrm>
            <a:off x="403225" y="4300538"/>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41EDE958-AF08-42F2-87AE-C4F05609F1DF}" type="datetime'''B''r''''''''''''''''''''''''''''''''an''''''''d'''' 4'''">
              <a:rPr lang="en-US" altLang="en-US" sz="1400" smtClean="0"/>
              <a:pPr marL="0" lvl="0" indent="0" algn="r">
                <a:spcBef>
                  <a:spcPct val="0"/>
                </a:spcBef>
                <a:spcAft>
                  <a:spcPct val="0"/>
                </a:spcAft>
                <a:buNone/>
              </a:pPr>
              <a:t>Brand 4</a:t>
            </a:fld>
            <a:endParaRPr lang="en-US" sz="1400"/>
          </a:p>
        </p:txBody>
      </p:sp>
      <p:sp>
        <p:nvSpPr>
          <p:cNvPr id="31" name="Text Placeholder 2">
            <a:extLst>
              <a:ext uri="{FF2B5EF4-FFF2-40B4-BE49-F238E27FC236}">
                <a16:creationId xmlns:a16="http://schemas.microsoft.com/office/drawing/2014/main" id="{49CF8985-4D3C-EFA2-B457-B43029BBF799}"/>
              </a:ext>
            </a:extLst>
          </p:cNvPr>
          <p:cNvSpPr>
            <a:spLocks/>
          </p:cNvSpPr>
          <p:nvPr>
            <p:custDataLst>
              <p:tags r:id="rId13"/>
            </p:custDataLst>
          </p:nvPr>
        </p:nvSpPr>
        <p:spPr bwMode="auto">
          <a:xfrm>
            <a:off x="403225" y="477202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D3BF212-0685-4A0F-9AC7-E70BADFD212A}" type="datetime'''''B''''r''''''''''a''''''nd'''''''''''''''''''''''' ''''5'">
              <a:rPr lang="en-US" altLang="en-US" sz="1400" smtClean="0"/>
              <a:pPr marL="0" lvl="0" indent="0" algn="r">
                <a:spcBef>
                  <a:spcPct val="0"/>
                </a:spcBef>
                <a:spcAft>
                  <a:spcPct val="0"/>
                </a:spcAft>
                <a:buNone/>
              </a:pPr>
              <a:t>Brand 5</a:t>
            </a:fld>
            <a:endParaRPr lang="en-US" sz="1400"/>
          </a:p>
        </p:txBody>
      </p:sp>
      <p:sp>
        <p:nvSpPr>
          <p:cNvPr id="32" name="Text Placeholder 2">
            <a:extLst>
              <a:ext uri="{FF2B5EF4-FFF2-40B4-BE49-F238E27FC236}">
                <a16:creationId xmlns:a16="http://schemas.microsoft.com/office/drawing/2014/main" id="{51F04605-7815-7E0B-4DC4-560BDAA83566}"/>
              </a:ext>
            </a:extLst>
          </p:cNvPr>
          <p:cNvSpPr>
            <a:spLocks/>
          </p:cNvSpPr>
          <p:nvPr>
            <p:custDataLst>
              <p:tags r:id="rId14"/>
            </p:custDataLst>
          </p:nvPr>
        </p:nvSpPr>
        <p:spPr bwMode="auto">
          <a:xfrm>
            <a:off x="403225" y="524351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AE7C7A1-A1D0-4339-8750-60CC335B06A9}" type="datetime'''''''B''r''a''''''n''''''''''''''''''''''d'''' 6'''''''''">
              <a:rPr lang="en-US" altLang="en-US" sz="1400" smtClean="0"/>
              <a:pPr marL="0" lvl="0" indent="0" algn="r">
                <a:spcBef>
                  <a:spcPct val="0"/>
                </a:spcBef>
                <a:spcAft>
                  <a:spcPct val="0"/>
                </a:spcAft>
                <a:buNone/>
              </a:pPr>
              <a:t>Brand 6</a:t>
            </a:fld>
            <a:endParaRPr lang="en-US" sz="1400"/>
          </a:p>
        </p:txBody>
      </p:sp>
      <p:sp>
        <p:nvSpPr>
          <p:cNvPr id="33" name="Text Placeholder 2">
            <a:extLst>
              <a:ext uri="{FF2B5EF4-FFF2-40B4-BE49-F238E27FC236}">
                <a16:creationId xmlns:a16="http://schemas.microsoft.com/office/drawing/2014/main" id="{29C42B69-C377-A7D0-1496-F526CCD0FA80}"/>
              </a:ext>
            </a:extLst>
          </p:cNvPr>
          <p:cNvSpPr>
            <a:spLocks/>
          </p:cNvSpPr>
          <p:nvPr>
            <p:custDataLst>
              <p:tags r:id="rId15"/>
            </p:custDataLst>
          </p:nvPr>
        </p:nvSpPr>
        <p:spPr bwMode="auto">
          <a:xfrm>
            <a:off x="403225" y="571500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7E460325-25F0-4177-96C3-6527D19F6B4D}" type="datetime'B''''''''''''''''r''''''''''''''''''''a''nd ''''''''''''7'">
              <a:rPr lang="en-US" altLang="en-US" sz="1400" smtClean="0"/>
              <a:pPr marL="0" lvl="0" indent="0" algn="r">
                <a:spcBef>
                  <a:spcPct val="0"/>
                </a:spcBef>
                <a:spcAft>
                  <a:spcPct val="0"/>
                </a:spcAft>
                <a:buNone/>
              </a:pPr>
              <a:t>Brand 7</a:t>
            </a:fld>
            <a:endParaRPr lang="en-US" sz="1400"/>
          </a:p>
        </p:txBody>
      </p:sp>
      <p:sp>
        <p:nvSpPr>
          <p:cNvPr id="39" name="Text Placeholder 2">
            <a:extLst>
              <a:ext uri="{FF2B5EF4-FFF2-40B4-BE49-F238E27FC236}">
                <a16:creationId xmlns:a16="http://schemas.microsoft.com/office/drawing/2014/main" id="{E14C730E-1CFD-BB90-D92D-5E530FD0B2B5}"/>
              </a:ext>
            </a:extLst>
          </p:cNvPr>
          <p:cNvSpPr>
            <a:spLocks/>
          </p:cNvSpPr>
          <p:nvPr>
            <p:custDataLst>
              <p:tags r:id="rId16"/>
            </p:custDataLst>
          </p:nvPr>
        </p:nvSpPr>
        <p:spPr bwMode="auto">
          <a:xfrm>
            <a:off x="4586288" y="1974850"/>
            <a:ext cx="974725"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r>
              <a:rPr lang="en-US" altLang="en-US" sz="1400" b="1"/>
              <a:t>Market avg.</a:t>
            </a:r>
            <a:endParaRPr lang="en-US" altLang="en-US" sz="1400" b="1">
              <a:effectLst/>
            </a:endParaRPr>
          </a:p>
          <a:p>
            <a:pPr marL="0" lvl="0" indent="0" algn="ctr">
              <a:spcBef>
                <a:spcPct val="0"/>
              </a:spcBef>
              <a:spcAft>
                <a:spcPct val="0"/>
              </a:spcAft>
              <a:buNone/>
            </a:pPr>
            <a:fld id="{38244F02-4612-42C9-9C12-F3FE8B86482B}" type="datetime'''2''''''''''''''''''''''5'''''''''''''''''''''">
              <a:rPr lang="en-US" altLang="en-US" sz="1400" smtClean="0"/>
              <a:pPr marL="0" lvl="0" indent="0" algn="ctr">
                <a:spcBef>
                  <a:spcPct val="0"/>
                </a:spcBef>
                <a:spcAft>
                  <a:spcPct val="0"/>
                </a:spcAft>
                <a:buNone/>
              </a:pPr>
              <a:t>25</a:t>
            </a:fld>
            <a:endParaRPr lang="en-US" sz="1400"/>
          </a:p>
        </p:txBody>
      </p:sp>
      <p:sp>
        <p:nvSpPr>
          <p:cNvPr id="54" name="Text Placeholder 2">
            <a:extLst>
              <a:ext uri="{FF2B5EF4-FFF2-40B4-BE49-F238E27FC236}">
                <a16:creationId xmlns:a16="http://schemas.microsoft.com/office/drawing/2014/main" id="{A36AD9A7-A470-4248-33C2-9AE6FF8B56DA}"/>
              </a:ext>
            </a:extLst>
          </p:cNvPr>
          <p:cNvSpPr>
            <a:spLocks/>
          </p:cNvSpPr>
          <p:nvPr>
            <p:custDataLst>
              <p:tags r:id="rId17"/>
            </p:custDataLst>
          </p:nvPr>
        </p:nvSpPr>
        <p:spPr bwMode="auto">
          <a:xfrm>
            <a:off x="5653088" y="1974850"/>
            <a:ext cx="8572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en-US" sz="1400" b="1"/>
              <a:t>Our target</a:t>
            </a:r>
          </a:p>
          <a:p>
            <a:pPr marL="0" lvl="0" indent="0" algn="ctr">
              <a:spcBef>
                <a:spcPct val="0"/>
              </a:spcBef>
              <a:spcAft>
                <a:spcPct val="0"/>
              </a:spcAft>
              <a:buNone/>
            </a:pPr>
            <a:fld id="{B7B99715-CCEA-4008-B7DC-47D60E750A8C}" type="datetime'''''''''''''''''''''3''''''''6'''''''''''''''''">
              <a:rPr lang="en-US" altLang="en-US" sz="1400" smtClean="0"/>
              <a:pPr marL="0" lvl="0" indent="0" algn="ctr">
                <a:spcBef>
                  <a:spcPct val="0"/>
                </a:spcBef>
                <a:spcAft>
                  <a:spcPct val="0"/>
                </a:spcAft>
                <a:buNone/>
              </a:pPr>
              <a:t>36</a:t>
            </a:fld>
            <a:endParaRPr lang="en-US" sz="1400"/>
          </a:p>
        </p:txBody>
      </p:sp>
      <p:sp>
        <p:nvSpPr>
          <p:cNvPr id="125" name="Rectangle 124">
            <a:extLst>
              <a:ext uri="{FF2B5EF4-FFF2-40B4-BE49-F238E27FC236}">
                <a16:creationId xmlns:a16="http://schemas.microsoft.com/office/drawing/2014/main" id="{24AF8FE4-3A25-7F92-FA57-D7436F27B24F}"/>
              </a:ext>
            </a:extLst>
          </p:cNvPr>
          <p:cNvSpPr/>
          <p:nvPr>
            <p:custDataLst>
              <p:tags r:id="rId18"/>
            </p:custDataLst>
          </p:nvPr>
        </p:nvSpPr>
        <p:spPr bwMode="auto">
          <a:xfrm>
            <a:off x="474663" y="1974850"/>
            <a:ext cx="250825" cy="187325"/>
          </a:xfrm>
          <a:prstGeom prst="rect">
            <a:avLst/>
          </a:prstGeom>
          <a:solidFill>
            <a:schemeClr val="accent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bg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124" name="Rectangle 123">
            <a:extLst>
              <a:ext uri="{FF2B5EF4-FFF2-40B4-BE49-F238E27FC236}">
                <a16:creationId xmlns:a16="http://schemas.microsoft.com/office/drawing/2014/main" id="{8F71070C-E52C-D998-EC41-3DB65A967EF7}"/>
              </a:ext>
            </a:extLst>
          </p:cNvPr>
          <p:cNvSpPr/>
          <p:nvPr>
            <p:custDataLst>
              <p:tags r:id="rId19"/>
            </p:custDataLst>
          </p:nvPr>
        </p:nvSpPr>
        <p:spPr bwMode="auto">
          <a:xfrm>
            <a:off x="1674813" y="197485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71" name="Text Placeholder 2">
            <a:extLst>
              <a:ext uri="{FF2B5EF4-FFF2-40B4-BE49-F238E27FC236}">
                <a16:creationId xmlns:a16="http://schemas.microsoft.com/office/drawing/2014/main" id="{03B45610-B3C0-1D08-1D95-95FF6C013374}"/>
              </a:ext>
            </a:extLst>
          </p:cNvPr>
          <p:cNvSpPr>
            <a:spLocks/>
          </p:cNvSpPr>
          <p:nvPr>
            <p:custDataLst>
              <p:tags r:id="rId20"/>
            </p:custDataLst>
          </p:nvPr>
        </p:nvSpPr>
        <p:spPr bwMode="auto">
          <a:xfrm>
            <a:off x="776288" y="1970088"/>
            <a:ext cx="7969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0AB0605-8D71-4CE9-92CF-791AE4211A99}" type="datetime'O''u''''''''''''''r'''' ''''''b''''''r''''''a''''''nd'">
              <a:rPr lang="en-US" altLang="en-US" sz="1400" smtClean="0"/>
              <a:pPr marL="0" lvl="0" indent="0">
                <a:spcBef>
                  <a:spcPct val="0"/>
                </a:spcBef>
                <a:spcAft>
                  <a:spcPct val="0"/>
                </a:spcAft>
                <a:buNone/>
              </a:pPr>
              <a:t>Our brand</a:t>
            </a:fld>
            <a:endParaRPr lang="en-US" sz="1400"/>
          </a:p>
        </p:txBody>
      </p:sp>
      <p:sp>
        <p:nvSpPr>
          <p:cNvPr id="68" name="Text Placeholder 2">
            <a:extLst>
              <a:ext uri="{FF2B5EF4-FFF2-40B4-BE49-F238E27FC236}">
                <a16:creationId xmlns:a16="http://schemas.microsoft.com/office/drawing/2014/main" id="{A36AD9A7-A470-4248-33C2-9AE6FF8B56DA}"/>
              </a:ext>
            </a:extLst>
          </p:cNvPr>
          <p:cNvSpPr>
            <a:spLocks/>
          </p:cNvSpPr>
          <p:nvPr>
            <p:custDataLst>
              <p:tags r:id="rId21"/>
            </p:custDataLst>
          </p:nvPr>
        </p:nvSpPr>
        <p:spPr bwMode="auto">
          <a:xfrm>
            <a:off x="1976438" y="1970088"/>
            <a:ext cx="9556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6FBF1B3-9BFC-4E0D-8B82-E2C6FF0E38B7}" type="datetime'''C''''o''''''m''''p''''et''''i''''''t''''''''o''''rs'''''''''">
              <a:rPr lang="en-US" altLang="en-US" sz="1400" smtClean="0"/>
              <a:pPr marL="0" lvl="0" indent="0">
                <a:spcBef>
                  <a:spcPct val="0"/>
                </a:spcBef>
                <a:spcAft>
                  <a:spcPct val="0"/>
                </a:spcAft>
                <a:buNone/>
              </a:pPr>
              <a:t>Competitors</a:t>
            </a:fld>
            <a:endParaRPr lang="en-US" sz="1400"/>
          </a:p>
        </p:txBody>
      </p:sp>
      <p:sp>
        <p:nvSpPr>
          <p:cNvPr id="6" name="tc_columnhead">
            <a:extLst>
              <a:ext uri="{FF2B5EF4-FFF2-40B4-BE49-F238E27FC236}">
                <a16:creationId xmlns:a16="http://schemas.microsoft.com/office/drawing/2014/main" id="{DD8B1446-4C6B-3F84-1547-B2F5067DF169}"/>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8" name="tc_columnheadline">
            <a:extLst>
              <a:ext uri="{FF2B5EF4-FFF2-40B4-BE49-F238E27FC236}">
                <a16:creationId xmlns:a16="http://schemas.microsoft.com/office/drawing/2014/main" id="{C95042D1-A540-5ADE-F6A4-9668F6EA2130}"/>
              </a:ext>
            </a:extLst>
          </p:cNvPr>
          <p:cNvCxnSpPr>
            <a:cxnSpLocks/>
            <a:stCxn id="6" idx="4"/>
            <a:endCxn id="6"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c_columnhead">
            <a:extLst>
              <a:ext uri="{FF2B5EF4-FFF2-40B4-BE49-F238E27FC236}">
                <a16:creationId xmlns:a16="http://schemas.microsoft.com/office/drawing/2014/main" id="{7C88D92E-A6CE-ADA2-BF37-DBB878DC12FC}"/>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14" name="tc_columnheadline">
            <a:extLst>
              <a:ext uri="{FF2B5EF4-FFF2-40B4-BE49-F238E27FC236}">
                <a16:creationId xmlns:a16="http://schemas.microsoft.com/office/drawing/2014/main" id="{4672D726-8B34-C51E-E021-BE9CC02D9934}"/>
              </a:ext>
            </a:extLst>
          </p:cNvPr>
          <p:cNvCxnSpPr>
            <a:cxnSpLocks/>
            <a:stCxn id="11" idx="4"/>
            <a:endCxn id="11"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Text Placeholder 15">
            <a:extLst>
              <a:ext uri="{FF2B5EF4-FFF2-40B4-BE49-F238E27FC236}">
                <a16:creationId xmlns:a16="http://schemas.microsoft.com/office/drawing/2014/main" id="{A2E4A1B7-8BBA-7E58-A088-FD226839ED9B}"/>
              </a:ext>
            </a:extLst>
          </p:cNvPr>
          <p:cNvSpPr/>
          <p:nvPr/>
        </p:nvSpPr>
        <p:spPr>
          <a:xfrm>
            <a:off x="407988" y="6275487"/>
            <a:ext cx="4257576"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 columns, bars, think-cell, chart, charts, graph, graphs, comment</a:t>
            </a:r>
          </a:p>
        </p:txBody>
      </p:sp>
      <p:sp>
        <p:nvSpPr>
          <p:cNvPr id="2" name="Rechteck 137">
            <a:extLst>
              <a:ext uri="{FF2B5EF4-FFF2-40B4-BE49-F238E27FC236}">
                <a16:creationId xmlns:a16="http://schemas.microsoft.com/office/drawing/2014/main" id="{58A8AE55-7F6F-E23A-E5C8-A95506824926}"/>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832147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4489346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49" imgH="350" progId="TCLayout.ActiveDocument.1">
                  <p:embed/>
                </p:oleObj>
              </mc:Choice>
              <mc:Fallback>
                <p:oleObj name="think-cell Slide" r:id="rId11"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Structure, composition: Stacked 100% b</a:t>
            </a:r>
            <a:r>
              <a:rPr lang="en-US" altLang="en-US"/>
              <a:t>ar</a:t>
            </a:r>
            <a:endParaRPr lang="en-US"/>
          </a:p>
        </p:txBody>
      </p:sp>
      <p:graphicFrame>
        <p:nvGraphicFramePr>
          <p:cNvPr id="12" name="Chart 11">
            <a:extLst>
              <a:ext uri="{FF2B5EF4-FFF2-40B4-BE49-F238E27FC236}">
                <a16:creationId xmlns:a16="http://schemas.microsoft.com/office/drawing/2014/main" id="{29A68F81-E7F2-2D0D-FCB5-B175225C397E}"/>
              </a:ext>
            </a:extLst>
          </p:cNvPr>
          <p:cNvGraphicFramePr/>
          <p:nvPr>
            <p:custDataLst>
              <p:tags r:id="rId2"/>
            </p:custDataLst>
            <p:extLst>
              <p:ext uri="{D42A27DB-BD31-4B8C-83A1-F6EECF244321}">
                <p14:modId xmlns:p14="http://schemas.microsoft.com/office/powerpoint/2010/main" val="1982020318"/>
              </p:ext>
            </p:extLst>
          </p:nvPr>
        </p:nvGraphicFramePr>
        <p:xfrm>
          <a:off x="968375" y="1665288"/>
          <a:ext cx="7267575" cy="4699000"/>
        </p:xfrm>
        <a:graphic>
          <a:graphicData uri="http://schemas.openxmlformats.org/drawingml/2006/chart">
            <c:chart xmlns:c="http://schemas.openxmlformats.org/drawingml/2006/chart" xmlns:r="http://schemas.openxmlformats.org/officeDocument/2006/relationships" r:id="rId13"/>
          </a:graphicData>
        </a:graphic>
      </p:graphicFrame>
      <p:sp>
        <p:nvSpPr>
          <p:cNvPr id="67" name="Text Placeholder 2">
            <a:extLst>
              <a:ext uri="{FF2B5EF4-FFF2-40B4-BE49-F238E27FC236}">
                <a16:creationId xmlns:a16="http://schemas.microsoft.com/office/drawing/2014/main" id="{A36AD9A7-A470-4248-33C2-9AE6FF8B56DA}"/>
              </a:ext>
            </a:extLst>
          </p:cNvPr>
          <p:cNvSpPr>
            <a:spLocks/>
          </p:cNvSpPr>
          <p:nvPr>
            <p:custDataLst>
              <p:tags r:id="rId3"/>
            </p:custDataLst>
          </p:nvPr>
        </p:nvSpPr>
        <p:spPr bwMode="auto">
          <a:xfrm>
            <a:off x="428625" y="2544763"/>
            <a:ext cx="5048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3AC2FDBA-93C3-4C99-9459-EC8419510264}" type="datetime'''E''''''''''''''''''''M''''''''''''E''A'''''''''''''''''">
              <a:rPr lang="en-US" altLang="en-US" sz="1400" smtClean="0"/>
              <a:pPr marL="0" lvl="0" indent="0" algn="r">
                <a:spcBef>
                  <a:spcPct val="0"/>
                </a:spcBef>
                <a:spcAft>
                  <a:spcPct val="0"/>
                </a:spcAft>
                <a:buNone/>
              </a:pPr>
              <a:t>EMEA</a:t>
            </a:fld>
            <a:endParaRPr lang="en-US" sz="1400">
              <a:sym typeface="+mn-lt"/>
            </a:endParaRPr>
          </a:p>
        </p:txBody>
      </p:sp>
      <p:sp>
        <p:nvSpPr>
          <p:cNvPr id="70" name="Text Placeholder 2">
            <a:extLst>
              <a:ext uri="{FF2B5EF4-FFF2-40B4-BE49-F238E27FC236}">
                <a16:creationId xmlns:a16="http://schemas.microsoft.com/office/drawing/2014/main" id="{99A39328-2A35-5C11-69BE-4B1B19F13D58}"/>
              </a:ext>
            </a:extLst>
          </p:cNvPr>
          <p:cNvSpPr>
            <a:spLocks/>
          </p:cNvSpPr>
          <p:nvPr>
            <p:custDataLst>
              <p:tags r:id="rId4"/>
            </p:custDataLst>
          </p:nvPr>
        </p:nvSpPr>
        <p:spPr bwMode="auto">
          <a:xfrm>
            <a:off x="460375" y="3906838"/>
            <a:ext cx="4730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8EA0015D-6FFC-47C1-9AE3-4C323B8DFF08}" type="datetime'''''A''''''''''P''''''''A''''''''''''''C'''''''''">
              <a:rPr lang="en-US" altLang="en-US" sz="1400" smtClean="0"/>
              <a:pPr marL="0" lvl="0" indent="0" algn="r">
                <a:spcBef>
                  <a:spcPct val="0"/>
                </a:spcBef>
                <a:spcAft>
                  <a:spcPct val="0"/>
                </a:spcAft>
                <a:buNone/>
              </a:pPr>
              <a:t>APAC</a:t>
            </a:fld>
            <a:endParaRPr lang="en-US" sz="1400">
              <a:sym typeface="+mn-lt"/>
            </a:endParaRPr>
          </a:p>
        </p:txBody>
      </p:sp>
      <p:sp>
        <p:nvSpPr>
          <p:cNvPr id="75" name="Text Placeholder 2">
            <a:extLst>
              <a:ext uri="{FF2B5EF4-FFF2-40B4-BE49-F238E27FC236}">
                <a16:creationId xmlns:a16="http://schemas.microsoft.com/office/drawing/2014/main" id="{7AFCAD7D-F4B6-9CD7-B608-65BE121E1B24}"/>
              </a:ext>
            </a:extLst>
          </p:cNvPr>
          <p:cNvSpPr>
            <a:spLocks/>
          </p:cNvSpPr>
          <p:nvPr>
            <p:custDataLst>
              <p:tags r:id="rId5"/>
            </p:custDataLst>
          </p:nvPr>
        </p:nvSpPr>
        <p:spPr bwMode="auto">
          <a:xfrm>
            <a:off x="490538" y="5268913"/>
            <a:ext cx="4429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EFAF149-FA88-4833-8E28-81D6AF6AE2BF}" type="datetime'O''''''''''''''''''''''''''''''''''''''th''''e''''''''''r'">
              <a:rPr lang="en-US" altLang="en-US" sz="1400" smtClean="0"/>
              <a:pPr marL="0" lvl="0" indent="0" algn="r">
                <a:spcBef>
                  <a:spcPct val="0"/>
                </a:spcBef>
                <a:spcAft>
                  <a:spcPct val="0"/>
                </a:spcAft>
                <a:buNone/>
              </a:pPr>
              <a:t>Other</a:t>
            </a:fld>
            <a:endParaRPr lang="en-US" sz="1400">
              <a:sym typeface="+mn-lt"/>
            </a:endParaRPr>
          </a:p>
        </p:txBody>
      </p:sp>
      <p:sp>
        <p:nvSpPr>
          <p:cNvPr id="84" name="Text Placeholder 2">
            <a:extLst>
              <a:ext uri="{FF2B5EF4-FFF2-40B4-BE49-F238E27FC236}">
                <a16:creationId xmlns:a16="http://schemas.microsoft.com/office/drawing/2014/main" id="{C0E21FE4-5C0A-9260-3BA1-C22D87915551}"/>
              </a:ext>
            </a:extLst>
          </p:cNvPr>
          <p:cNvSpPr>
            <a:spLocks/>
          </p:cNvSpPr>
          <p:nvPr>
            <p:custDataLst>
              <p:tags r:id="rId6"/>
            </p:custDataLst>
          </p:nvPr>
        </p:nvSpPr>
        <p:spPr bwMode="auto">
          <a:xfrm>
            <a:off x="6338888" y="1917700"/>
            <a:ext cx="78898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2E74541C-8EFD-4956-A7E2-AA181C80764B}" type="datetime'''''P''r''''''''''o''''''''du''''''''''''''''ct'''' ''C'''''''">
              <a:rPr lang="en-US" altLang="en-US" sz="1400" smtClean="0"/>
              <a:pPr marL="0" lvl="0" indent="0" algn="ctr">
                <a:spcBef>
                  <a:spcPct val="0"/>
                </a:spcBef>
                <a:spcAft>
                  <a:spcPct val="0"/>
                </a:spcAft>
                <a:buNone/>
              </a:pPr>
              <a:t>Product C</a:t>
            </a:fld>
            <a:endParaRPr lang="en-US" sz="1400">
              <a:sym typeface="+mn-lt"/>
            </a:endParaRPr>
          </a:p>
        </p:txBody>
      </p:sp>
      <p:sp>
        <p:nvSpPr>
          <p:cNvPr id="85" name="Text Placeholder 2">
            <a:extLst>
              <a:ext uri="{FF2B5EF4-FFF2-40B4-BE49-F238E27FC236}">
                <a16:creationId xmlns:a16="http://schemas.microsoft.com/office/drawing/2014/main" id="{EF0B35C7-0191-B7D8-E759-AA38D66739EA}"/>
              </a:ext>
            </a:extLst>
          </p:cNvPr>
          <p:cNvSpPr>
            <a:spLocks/>
          </p:cNvSpPr>
          <p:nvPr>
            <p:custDataLst>
              <p:tags r:id="rId7"/>
            </p:custDataLst>
          </p:nvPr>
        </p:nvSpPr>
        <p:spPr bwMode="auto">
          <a:xfrm>
            <a:off x="3502025" y="1917700"/>
            <a:ext cx="77946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C1B79AAA-12E8-4B78-B46D-85806344F29B}" type="datetime'''''''''''P''r''o''''''''d''u''''c''''''''t'' ''''''''B'''''''">
              <a:rPr lang="en-US" altLang="en-US" sz="1400" smtClean="0"/>
              <a:pPr marL="0" lvl="0" indent="0" algn="ctr">
                <a:spcBef>
                  <a:spcPct val="0"/>
                </a:spcBef>
                <a:spcAft>
                  <a:spcPct val="0"/>
                </a:spcAft>
                <a:buNone/>
              </a:pPr>
              <a:t>Product B</a:t>
            </a:fld>
            <a:endParaRPr lang="en-US" sz="1400">
              <a:sym typeface="+mn-lt"/>
            </a:endParaRPr>
          </a:p>
        </p:txBody>
      </p:sp>
      <p:sp>
        <p:nvSpPr>
          <p:cNvPr id="81" name="Text Placeholder 2">
            <a:extLst>
              <a:ext uri="{FF2B5EF4-FFF2-40B4-BE49-F238E27FC236}">
                <a16:creationId xmlns:a16="http://schemas.microsoft.com/office/drawing/2014/main" id="{A36AD9A7-A470-4248-33C2-9AE6FF8B56DA}"/>
              </a:ext>
            </a:extLst>
          </p:cNvPr>
          <p:cNvSpPr>
            <a:spLocks/>
          </p:cNvSpPr>
          <p:nvPr>
            <p:custDataLst>
              <p:tags r:id="rId8"/>
            </p:custDataLst>
          </p:nvPr>
        </p:nvSpPr>
        <p:spPr bwMode="auto">
          <a:xfrm>
            <a:off x="1376363" y="1917700"/>
            <a:ext cx="76993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6A9AD95B-20CB-44B4-B6B1-67C018D7535E}" type="datetime'P''r''''''''''''''''''''''o''d''''''''uct'''''''''' ''A'''''">
              <a:rPr lang="en-US" altLang="en-US" sz="1400" smtClean="0">
                <a:effectLst/>
                <a:sym typeface="+mn-lt"/>
              </a:rPr>
              <a:pPr marL="0" lvl="0" indent="0" algn="ctr">
                <a:spcBef>
                  <a:spcPct val="0"/>
                </a:spcBef>
                <a:spcAft>
                  <a:spcPct val="0"/>
                </a:spcAft>
                <a:buNone/>
              </a:pPr>
              <a:t>Stage mix</a:t>
            </a:fld>
            <a:endParaRPr lang="en-US" sz="1400">
              <a:sym typeface="+mn-lt"/>
            </a:endParaRPr>
          </a:p>
        </p:txBody>
      </p:sp>
      <p:sp>
        <p:nvSpPr>
          <p:cNvPr id="9" name="Rectangle 18">
            <a:extLst>
              <a:ext uri="{FF2B5EF4-FFF2-40B4-BE49-F238E27FC236}">
                <a16:creationId xmlns:a16="http://schemas.microsoft.com/office/drawing/2014/main" id="{36D5F96A-DE07-6F54-FAF3-4413C7A42816}"/>
              </a:ext>
            </a:extLst>
          </p:cNvPr>
          <p:cNvSpPr>
            <a:spLocks/>
          </p:cNvSpPr>
          <p:nvPr/>
        </p:nvSpPr>
        <p:spPr>
          <a:xfrm>
            <a:off x="8811106" y="-805994"/>
            <a:ext cx="4575600" cy="1365365"/>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 chart</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the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total labels),</a:t>
            </a:r>
            <a:r>
              <a:rPr lang="en-US" sz="1200" b="1" dirty="0">
                <a:solidFill>
                  <a:schemeClr val="tx1"/>
                </a:solidFill>
              </a:rPr>
              <a:t> </a:t>
            </a:r>
            <a:r>
              <a:rPr lang="en-US" sz="1200" dirty="0">
                <a:solidFill>
                  <a:schemeClr val="tx1"/>
                </a:solidFill>
              </a:rPr>
              <a:t>right-click the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the chart or a feature,</a:t>
            </a:r>
            <a:r>
              <a:rPr lang="en-US" sz="1200" b="1" dirty="0">
                <a:solidFill>
                  <a:schemeClr val="tx1"/>
                </a:solidFill>
              </a:rPr>
              <a:t> </a:t>
            </a:r>
            <a:r>
              <a:rPr lang="en-US" sz="1200" dirty="0">
                <a:solidFill>
                  <a:schemeClr val="tx1"/>
                </a:solidFill>
              </a:rPr>
              <a:t>click the chart or feature to open the mini toolbar.</a:t>
            </a:r>
            <a:endParaRPr lang="en-US" sz="1200" dirty="0">
              <a:solidFill>
                <a:schemeClr val="tx1"/>
              </a:solidFill>
              <a:cs typeface="Arial"/>
            </a:endParaRPr>
          </a:p>
        </p:txBody>
      </p:sp>
      <p:sp>
        <p:nvSpPr>
          <p:cNvPr id="2" name="tc_columnhead">
            <a:extLst>
              <a:ext uri="{FF2B5EF4-FFF2-40B4-BE49-F238E27FC236}">
                <a16:creationId xmlns:a16="http://schemas.microsoft.com/office/drawing/2014/main" id="{16402414-FC1E-1CF7-315E-F8527719F220}"/>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14" name="tc_columnheadline">
            <a:extLst>
              <a:ext uri="{FF2B5EF4-FFF2-40B4-BE49-F238E27FC236}">
                <a16:creationId xmlns:a16="http://schemas.microsoft.com/office/drawing/2014/main" id="{597F1AE1-D34F-50AE-10C6-6C0D6BC62E0C}"/>
              </a:ext>
            </a:extLst>
          </p:cNvPr>
          <p:cNvCxnSpPr>
            <a:cxnSpLocks/>
            <a:stCxn id="2" idx="4"/>
            <a:endCxn id="2"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c_columnhead">
            <a:extLst>
              <a:ext uri="{FF2B5EF4-FFF2-40B4-BE49-F238E27FC236}">
                <a16:creationId xmlns:a16="http://schemas.microsoft.com/office/drawing/2014/main" id="{1BA04426-4B57-B846-5517-CB295FEE4745}"/>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16" name="tc_columnheadline">
            <a:extLst>
              <a:ext uri="{FF2B5EF4-FFF2-40B4-BE49-F238E27FC236}">
                <a16:creationId xmlns:a16="http://schemas.microsoft.com/office/drawing/2014/main" id="{9875A4AF-3295-D948-6DD4-FE679865B12A}"/>
              </a:ext>
            </a:extLst>
          </p:cNvPr>
          <p:cNvCxnSpPr>
            <a:cxnSpLocks/>
            <a:stCxn id="15" idx="4"/>
            <a:endCxn id="15"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Text Placeholder 15">
            <a:extLst>
              <a:ext uri="{FF2B5EF4-FFF2-40B4-BE49-F238E27FC236}">
                <a16:creationId xmlns:a16="http://schemas.microsoft.com/office/drawing/2014/main" id="{19105DFE-B4EF-47D7-6EC8-42F3E13078B6}"/>
              </a:ext>
            </a:extLst>
          </p:cNvPr>
          <p:cNvSpPr/>
          <p:nvPr/>
        </p:nvSpPr>
        <p:spPr>
          <a:xfrm>
            <a:off x="407988" y="6275487"/>
            <a:ext cx="4257576"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a:solidFill>
                  <a:schemeClr val="tx2"/>
                </a:solidFill>
              </a:rPr>
              <a:t>Keywords: column, columns, bars, think-cell, chart, charts, graph, graphs, comment</a:t>
            </a:r>
            <a:endParaRPr lang="en-US" sz="900" dirty="0">
              <a:solidFill>
                <a:schemeClr val="tx2"/>
              </a:solidFill>
            </a:endParaRPr>
          </a:p>
        </p:txBody>
      </p:sp>
      <p:sp>
        <p:nvSpPr>
          <p:cNvPr id="3" name="Rechteck 137">
            <a:extLst>
              <a:ext uri="{FF2B5EF4-FFF2-40B4-BE49-F238E27FC236}">
                <a16:creationId xmlns:a16="http://schemas.microsoft.com/office/drawing/2014/main" id="{52043E3D-7160-1901-1ECF-84E5C0173277}"/>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4026008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1135903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49" imgH="350" progId="TCLayout.ActiveDocument.1">
                  <p:embed/>
                </p:oleObj>
              </mc:Choice>
              <mc:Fallback>
                <p:oleObj name="think-cell Slide" r:id="rId24"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Bar I</a:t>
            </a:r>
          </a:p>
        </p:txBody>
      </p:sp>
      <p:sp>
        <p:nvSpPr>
          <p:cNvPr id="3" name="Rectangle 18">
            <a:extLst>
              <a:ext uri="{FF2B5EF4-FFF2-40B4-BE49-F238E27FC236}">
                <a16:creationId xmlns:a16="http://schemas.microsoft.com/office/drawing/2014/main" id="{7F4EBA3E-1547-3489-3D2C-A48BCEF28565}"/>
              </a:ext>
            </a:extLst>
          </p:cNvPr>
          <p:cNvSpPr>
            <a:spLocks/>
          </p:cNvSpPr>
          <p:nvPr/>
        </p:nvSpPr>
        <p:spPr>
          <a:xfrm>
            <a:off x="8811106" y="-1175326"/>
            <a:ext cx="4575600" cy="1734697"/>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 chart</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the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value lines, difference arrows),</a:t>
            </a:r>
            <a:r>
              <a:rPr lang="en-US" sz="1200" b="1" dirty="0">
                <a:solidFill>
                  <a:schemeClr val="tx1"/>
                </a:solidFill>
              </a:rPr>
              <a:t> </a:t>
            </a:r>
            <a:r>
              <a:rPr lang="en-US" sz="1200" dirty="0">
                <a:solidFill>
                  <a:schemeClr val="tx1"/>
                </a:solidFill>
              </a:rPr>
              <a:t>right-click the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the chart or a feature,</a:t>
            </a:r>
            <a:r>
              <a:rPr lang="en-US" sz="1200" b="1" dirty="0">
                <a:solidFill>
                  <a:schemeClr val="tx1"/>
                </a:solidFill>
              </a:rPr>
              <a:t> </a:t>
            </a:r>
            <a:r>
              <a:rPr lang="en-US" sz="1200" dirty="0">
                <a:solidFill>
                  <a:schemeClr val="tx1"/>
                </a:solidFill>
              </a:rPr>
              <a:t>click the chart or feature to open the mini toolbar.</a:t>
            </a:r>
          </a:p>
          <a:p>
            <a:pPr marL="140400" indent="-140400">
              <a:buFont typeface="Arial" panose="020B0604020202020204" pitchFamily="34" charset="0"/>
              <a:buChar char="•"/>
            </a:pPr>
            <a:r>
              <a:rPr lang="en-US" sz="1200" dirty="0">
                <a:solidFill>
                  <a:schemeClr val="tx1"/>
                </a:solidFill>
                <a:cs typeface="Arial"/>
              </a:rPr>
              <a:t>To </a:t>
            </a:r>
            <a:r>
              <a:rPr lang="en-US" sz="1200" b="1" dirty="0">
                <a:solidFill>
                  <a:schemeClr val="tx1"/>
                </a:solidFill>
                <a:cs typeface="Arial"/>
              </a:rPr>
              <a:t>sort the bars</a:t>
            </a:r>
            <a:r>
              <a:rPr lang="en-US" sz="1200" dirty="0">
                <a:solidFill>
                  <a:schemeClr val="tx1"/>
                </a:solidFill>
                <a:cs typeface="Arial"/>
              </a:rPr>
              <a:t> from highest to lowest, in the mini toolbar, select </a:t>
            </a:r>
            <a:r>
              <a:rPr lang="en-US" sz="1200" b="1" dirty="0">
                <a:solidFill>
                  <a:schemeClr val="tx1"/>
                </a:solidFill>
                <a:cs typeface="Arial"/>
              </a:rPr>
              <a:t>Categories in Descending Y Extent Order</a:t>
            </a:r>
            <a:r>
              <a:rPr lang="en-US" sz="1200" dirty="0">
                <a:solidFill>
                  <a:schemeClr val="tx1"/>
                </a:solidFill>
                <a:cs typeface="Arial"/>
              </a:rPr>
              <a:t>.</a:t>
            </a:r>
          </a:p>
        </p:txBody>
      </p:sp>
      <p:graphicFrame>
        <p:nvGraphicFramePr>
          <p:cNvPr id="9" name="Chart 8">
            <a:extLst>
              <a:ext uri="{FF2B5EF4-FFF2-40B4-BE49-F238E27FC236}">
                <a16:creationId xmlns:a16="http://schemas.microsoft.com/office/drawing/2014/main" id="{CBD56CE7-10C6-CF16-4B7A-CD2E5C99D3FE}"/>
              </a:ext>
            </a:extLst>
          </p:cNvPr>
          <p:cNvGraphicFramePr/>
          <p:nvPr>
            <p:custDataLst>
              <p:tags r:id="rId2"/>
            </p:custDataLst>
            <p:extLst>
              <p:ext uri="{D42A27DB-BD31-4B8C-83A1-F6EECF244321}">
                <p14:modId xmlns:p14="http://schemas.microsoft.com/office/powerpoint/2010/main" val="3042036561"/>
              </p:ext>
            </p:extLst>
          </p:nvPr>
        </p:nvGraphicFramePr>
        <p:xfrm>
          <a:off x="812800" y="2249488"/>
          <a:ext cx="6804025" cy="4114800"/>
        </p:xfrm>
        <a:graphic>
          <a:graphicData uri="http://schemas.openxmlformats.org/drawingml/2006/chart">
            <c:chart xmlns:c="http://schemas.openxmlformats.org/drawingml/2006/chart" xmlns:r="http://schemas.openxmlformats.org/officeDocument/2006/relationships" r:id="rId26"/>
          </a:graphicData>
        </a:graphic>
      </p:graphicFrame>
      <p:sp>
        <p:nvSpPr>
          <p:cNvPr id="21" name="Arrow: Right 20">
            <a:extLst>
              <a:ext uri="{FF2B5EF4-FFF2-40B4-BE49-F238E27FC236}">
                <a16:creationId xmlns:a16="http://schemas.microsoft.com/office/drawing/2014/main" id="{C825AC13-30B3-F273-0862-975E9BD50234}"/>
              </a:ext>
            </a:extLst>
          </p:cNvPr>
          <p:cNvSpPr>
            <a:spLocks/>
          </p:cNvSpPr>
          <p:nvPr>
            <p:custDataLst>
              <p:tags r:id="rId3"/>
            </p:custDataLst>
          </p:nvPr>
        </p:nvSpPr>
        <p:spPr bwMode="auto">
          <a:xfrm rot="5400000">
            <a:off x="5010150"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356" name="Straight Connector 355">
            <a:extLst>
              <a:ext uri="{FF2B5EF4-FFF2-40B4-BE49-F238E27FC236}">
                <a16:creationId xmlns:a16="http://schemas.microsoft.com/office/drawing/2014/main" id="{934AA6D2-1DFC-3C1F-AF13-57F06750C6BB}"/>
              </a:ext>
            </a:extLst>
          </p:cNvPr>
          <p:cNvCxnSpPr/>
          <p:nvPr>
            <p:custDataLst>
              <p:tags r:id="rId4"/>
            </p:custDataLst>
          </p:nvPr>
        </p:nvCxnSpPr>
        <p:spPr bwMode="auto">
          <a:xfrm flipV="1">
            <a:off x="5073650" y="4513263"/>
            <a:ext cx="0" cy="1544638"/>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2" name="Straight Connector 361">
            <a:extLst>
              <a:ext uri="{FF2B5EF4-FFF2-40B4-BE49-F238E27FC236}">
                <a16:creationId xmlns:a16="http://schemas.microsoft.com/office/drawing/2014/main" id="{8A799DCC-6AD1-F5DE-9DE9-5EAE89C72688}"/>
              </a:ext>
            </a:extLst>
          </p:cNvPr>
          <p:cNvCxnSpPr/>
          <p:nvPr>
            <p:custDataLst>
              <p:tags r:id="rId5"/>
            </p:custDataLst>
          </p:nvPr>
        </p:nvCxnSpPr>
        <p:spPr bwMode="auto">
          <a:xfrm flipV="1">
            <a:off x="5073650" y="2757488"/>
            <a:ext cx="0" cy="1543050"/>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5" name="Arrow: Right 54">
            <a:extLst>
              <a:ext uri="{FF2B5EF4-FFF2-40B4-BE49-F238E27FC236}">
                <a16:creationId xmlns:a16="http://schemas.microsoft.com/office/drawing/2014/main" id="{6227B2AA-AA04-C8F9-65BC-DC85CA80B33D}"/>
              </a:ext>
            </a:extLst>
          </p:cNvPr>
          <p:cNvSpPr/>
          <p:nvPr>
            <p:custDataLst>
              <p:tags r:id="rId6"/>
            </p:custDataLst>
          </p:nvPr>
        </p:nvSpPr>
        <p:spPr bwMode="auto">
          <a:xfrm rot="5400000">
            <a:off x="6018213"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56" name="Straight Connector 55">
            <a:extLst>
              <a:ext uri="{FF2B5EF4-FFF2-40B4-BE49-F238E27FC236}">
                <a16:creationId xmlns:a16="http://schemas.microsoft.com/office/drawing/2014/main" id="{54C474CB-78C2-3A26-CF08-CFBBD02A0CFA}"/>
              </a:ext>
            </a:extLst>
          </p:cNvPr>
          <p:cNvCxnSpPr>
            <a:cxnSpLocks/>
          </p:cNvCxnSpPr>
          <p:nvPr>
            <p:custDataLst>
              <p:tags r:id="rId7"/>
            </p:custDataLst>
          </p:nvPr>
        </p:nvCxnSpPr>
        <p:spPr bwMode="auto">
          <a:xfrm flipV="1">
            <a:off x="6081713" y="2757488"/>
            <a:ext cx="0" cy="3300413"/>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0E8F8D5C-1491-8981-3D5A-0B42E45A1311}"/>
              </a:ext>
            </a:extLst>
          </p:cNvPr>
          <p:cNvSpPr>
            <a:spLocks/>
          </p:cNvSpPr>
          <p:nvPr>
            <p:custDataLst>
              <p:tags r:id="rId8"/>
            </p:custDataLst>
          </p:nvPr>
        </p:nvSpPr>
        <p:spPr bwMode="auto">
          <a:xfrm>
            <a:off x="7558088" y="2544762"/>
            <a:ext cx="5905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lang="en-US" altLang="en-US" sz="1400">
                <a:solidFill>
                  <a:schemeClr val="tx1"/>
                </a:solidFill>
                <a:effectLst/>
                <a:sym typeface="+mn-lt"/>
              </a:rPr>
              <a:t>Margin</a:t>
            </a:r>
            <a:br>
              <a:rPr lang="en-US" altLang="en-US" sz="1400">
                <a:solidFill>
                  <a:schemeClr val="tx1"/>
                </a:solidFill>
                <a:effectLst/>
                <a:sym typeface="+mn-lt"/>
              </a:rPr>
            </a:br>
            <a:r>
              <a:rPr lang="en-US" altLang="en-US" sz="1400">
                <a:solidFill>
                  <a:schemeClr val="tx1"/>
                </a:solidFill>
                <a:effectLst/>
                <a:sym typeface="+mn-lt"/>
              </a:rPr>
              <a:t>p</a:t>
            </a:r>
            <a:r>
              <a:rPr lang="en-US" sz="1400">
                <a:sym typeface="+mn-lt"/>
              </a:rPr>
              <a:t>er unit</a:t>
            </a:r>
            <a:endParaRPr lang="en-US" sz="1400">
              <a:solidFill>
                <a:schemeClr val="tx1"/>
              </a:solidFill>
              <a:sym typeface="+mn-lt"/>
            </a:endParaRPr>
          </a:p>
        </p:txBody>
      </p:sp>
      <p:sp>
        <p:nvSpPr>
          <p:cNvPr id="24" name="Text Placeholder 2">
            <a:extLst>
              <a:ext uri="{FF2B5EF4-FFF2-40B4-BE49-F238E27FC236}">
                <a16:creationId xmlns:a16="http://schemas.microsoft.com/office/drawing/2014/main" id="{8A4D44A3-DF10-DFD0-EE66-C96264BE5B68}"/>
              </a:ext>
            </a:extLst>
          </p:cNvPr>
          <p:cNvSpPr>
            <a:spLocks/>
          </p:cNvSpPr>
          <p:nvPr>
            <p:custDataLst>
              <p:tags r:id="rId9"/>
            </p:custDataLst>
          </p:nvPr>
        </p:nvSpPr>
        <p:spPr bwMode="auto">
          <a:xfrm>
            <a:off x="403225" y="288607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5BA8B82-2C5E-446B-AE5B-7515A83038B1}" type="datetime'''B''r''an''''''''''''''''''''''''''d'''''''' ''''1'">
              <a:rPr lang="en-US" altLang="en-US" sz="1400" smtClean="0"/>
              <a:pPr marL="0" lvl="0" indent="0" algn="r">
                <a:spcBef>
                  <a:spcPct val="0"/>
                </a:spcBef>
                <a:spcAft>
                  <a:spcPct val="0"/>
                </a:spcAft>
                <a:buNone/>
              </a:pPr>
              <a:t>Brand 1</a:t>
            </a:fld>
            <a:endParaRPr lang="en-US" sz="1400"/>
          </a:p>
        </p:txBody>
      </p:sp>
      <p:sp>
        <p:nvSpPr>
          <p:cNvPr id="26" name="Text Placeholder 2">
            <a:extLst>
              <a:ext uri="{FF2B5EF4-FFF2-40B4-BE49-F238E27FC236}">
                <a16:creationId xmlns:a16="http://schemas.microsoft.com/office/drawing/2014/main" id="{A3D46989-DB07-AF83-390A-708F0554011E}"/>
              </a:ext>
            </a:extLst>
          </p:cNvPr>
          <p:cNvSpPr>
            <a:spLocks/>
          </p:cNvSpPr>
          <p:nvPr>
            <p:custDataLst>
              <p:tags r:id="rId10"/>
            </p:custDataLst>
          </p:nvPr>
        </p:nvSpPr>
        <p:spPr bwMode="auto">
          <a:xfrm>
            <a:off x="403225" y="335756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0A6ECC6-4287-4547-BFCA-64B9A0539B5E}" type="datetime'''''''''B''''''r''a''''n''''d'''''''' ''''''2'''''">
              <a:rPr lang="en-US" altLang="en-US" sz="1400" smtClean="0"/>
              <a:pPr marL="0" lvl="0" indent="0" algn="r">
                <a:spcBef>
                  <a:spcPct val="0"/>
                </a:spcBef>
                <a:spcAft>
                  <a:spcPct val="0"/>
                </a:spcAft>
                <a:buNone/>
              </a:pPr>
              <a:t>Brand 2</a:t>
            </a:fld>
            <a:endParaRPr lang="en-US" sz="1400"/>
          </a:p>
        </p:txBody>
      </p:sp>
      <p:sp>
        <p:nvSpPr>
          <p:cNvPr id="27" name="Text Placeholder 2">
            <a:extLst>
              <a:ext uri="{FF2B5EF4-FFF2-40B4-BE49-F238E27FC236}">
                <a16:creationId xmlns:a16="http://schemas.microsoft.com/office/drawing/2014/main" id="{E88BD066-4908-0B00-E9CE-64681E72D930}"/>
              </a:ext>
            </a:extLst>
          </p:cNvPr>
          <p:cNvSpPr>
            <a:spLocks/>
          </p:cNvSpPr>
          <p:nvPr>
            <p:custDataLst>
              <p:tags r:id="rId11"/>
            </p:custDataLst>
          </p:nvPr>
        </p:nvSpPr>
        <p:spPr bwMode="auto">
          <a:xfrm>
            <a:off x="403225" y="382905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0D3C9C3-D821-42CA-83DB-48FA5BABAA52}" type="datetime'''''''''B''''''''''''r''''an''d'''''' ''''''''''3'''''''">
              <a:rPr lang="en-US" altLang="en-US" sz="1400" smtClean="0"/>
              <a:pPr marL="0" lvl="0" indent="0" algn="r">
                <a:spcBef>
                  <a:spcPct val="0"/>
                </a:spcBef>
                <a:spcAft>
                  <a:spcPct val="0"/>
                </a:spcAft>
                <a:buNone/>
              </a:pPr>
              <a:t>Brand 3</a:t>
            </a:fld>
            <a:endParaRPr lang="en-US" sz="1400"/>
          </a:p>
        </p:txBody>
      </p:sp>
      <p:sp>
        <p:nvSpPr>
          <p:cNvPr id="28" name="Text Placeholder 2">
            <a:extLst>
              <a:ext uri="{FF2B5EF4-FFF2-40B4-BE49-F238E27FC236}">
                <a16:creationId xmlns:a16="http://schemas.microsoft.com/office/drawing/2014/main" id="{CA9671B0-D91D-6C8A-3F88-EAD87348508B}"/>
              </a:ext>
            </a:extLst>
          </p:cNvPr>
          <p:cNvSpPr>
            <a:spLocks/>
          </p:cNvSpPr>
          <p:nvPr>
            <p:custDataLst>
              <p:tags r:id="rId12"/>
            </p:custDataLst>
          </p:nvPr>
        </p:nvSpPr>
        <p:spPr bwMode="auto">
          <a:xfrm>
            <a:off x="403225" y="4300538"/>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41EDE958-AF08-42F2-87AE-C4F05609F1DF}" type="datetime'''B''r''''''''''''''''''''''''''''''''an''''''''d'''' 4'''">
              <a:rPr lang="en-US" altLang="en-US" sz="1400" smtClean="0"/>
              <a:pPr marL="0" lvl="0" indent="0" algn="r">
                <a:spcBef>
                  <a:spcPct val="0"/>
                </a:spcBef>
                <a:spcAft>
                  <a:spcPct val="0"/>
                </a:spcAft>
                <a:buNone/>
              </a:pPr>
              <a:t>Brand 4</a:t>
            </a:fld>
            <a:endParaRPr lang="en-US" sz="1400"/>
          </a:p>
        </p:txBody>
      </p:sp>
      <p:sp>
        <p:nvSpPr>
          <p:cNvPr id="31" name="Text Placeholder 2">
            <a:extLst>
              <a:ext uri="{FF2B5EF4-FFF2-40B4-BE49-F238E27FC236}">
                <a16:creationId xmlns:a16="http://schemas.microsoft.com/office/drawing/2014/main" id="{49CF8985-4D3C-EFA2-B457-B43029BBF799}"/>
              </a:ext>
            </a:extLst>
          </p:cNvPr>
          <p:cNvSpPr>
            <a:spLocks/>
          </p:cNvSpPr>
          <p:nvPr>
            <p:custDataLst>
              <p:tags r:id="rId13"/>
            </p:custDataLst>
          </p:nvPr>
        </p:nvSpPr>
        <p:spPr bwMode="auto">
          <a:xfrm>
            <a:off x="403225" y="477202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D3BF212-0685-4A0F-9AC7-E70BADFD212A}" type="datetime'''''B''''r''''''''''a''''''nd'''''''''''''''''''''''' ''''5'">
              <a:rPr lang="en-US" altLang="en-US" sz="1400" smtClean="0"/>
              <a:pPr marL="0" lvl="0" indent="0" algn="r">
                <a:spcBef>
                  <a:spcPct val="0"/>
                </a:spcBef>
                <a:spcAft>
                  <a:spcPct val="0"/>
                </a:spcAft>
                <a:buNone/>
              </a:pPr>
              <a:t>Brand 5</a:t>
            </a:fld>
            <a:endParaRPr lang="en-US" sz="1400"/>
          </a:p>
        </p:txBody>
      </p:sp>
      <p:sp>
        <p:nvSpPr>
          <p:cNvPr id="32" name="Text Placeholder 2">
            <a:extLst>
              <a:ext uri="{FF2B5EF4-FFF2-40B4-BE49-F238E27FC236}">
                <a16:creationId xmlns:a16="http://schemas.microsoft.com/office/drawing/2014/main" id="{51F04605-7815-7E0B-4DC4-560BDAA83566}"/>
              </a:ext>
            </a:extLst>
          </p:cNvPr>
          <p:cNvSpPr>
            <a:spLocks/>
          </p:cNvSpPr>
          <p:nvPr>
            <p:custDataLst>
              <p:tags r:id="rId14"/>
            </p:custDataLst>
          </p:nvPr>
        </p:nvSpPr>
        <p:spPr bwMode="auto">
          <a:xfrm>
            <a:off x="403225" y="524351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AE7C7A1-A1D0-4339-8750-60CC335B06A9}" type="datetime'''''''B''r''a''''''n''''''''''''''''''''''d'''' 6'''''''''">
              <a:rPr lang="en-US" altLang="en-US" sz="1400" smtClean="0"/>
              <a:pPr marL="0" lvl="0" indent="0" algn="r">
                <a:spcBef>
                  <a:spcPct val="0"/>
                </a:spcBef>
                <a:spcAft>
                  <a:spcPct val="0"/>
                </a:spcAft>
                <a:buNone/>
              </a:pPr>
              <a:t>Brand 6</a:t>
            </a:fld>
            <a:endParaRPr lang="en-US" sz="1400"/>
          </a:p>
        </p:txBody>
      </p:sp>
      <p:sp>
        <p:nvSpPr>
          <p:cNvPr id="33" name="Text Placeholder 2">
            <a:extLst>
              <a:ext uri="{FF2B5EF4-FFF2-40B4-BE49-F238E27FC236}">
                <a16:creationId xmlns:a16="http://schemas.microsoft.com/office/drawing/2014/main" id="{29C42B69-C377-A7D0-1496-F526CCD0FA80}"/>
              </a:ext>
            </a:extLst>
          </p:cNvPr>
          <p:cNvSpPr>
            <a:spLocks/>
          </p:cNvSpPr>
          <p:nvPr>
            <p:custDataLst>
              <p:tags r:id="rId15"/>
            </p:custDataLst>
          </p:nvPr>
        </p:nvSpPr>
        <p:spPr bwMode="auto">
          <a:xfrm>
            <a:off x="403225" y="571500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7E460325-25F0-4177-96C3-6527D19F6B4D}" type="datetime'B''''''''''''''''r''''''''''''''''''''a''nd ''''''''''''7'">
              <a:rPr lang="en-US" altLang="en-US" sz="1400" smtClean="0"/>
              <a:pPr marL="0" lvl="0" indent="0" algn="r">
                <a:spcBef>
                  <a:spcPct val="0"/>
                </a:spcBef>
                <a:spcAft>
                  <a:spcPct val="0"/>
                </a:spcAft>
                <a:buNone/>
              </a:pPr>
              <a:t>Brand 7</a:t>
            </a:fld>
            <a:endParaRPr lang="en-US" sz="1400"/>
          </a:p>
        </p:txBody>
      </p:sp>
      <p:sp>
        <p:nvSpPr>
          <p:cNvPr id="39" name="Text Placeholder 2">
            <a:extLst>
              <a:ext uri="{FF2B5EF4-FFF2-40B4-BE49-F238E27FC236}">
                <a16:creationId xmlns:a16="http://schemas.microsoft.com/office/drawing/2014/main" id="{E14C730E-1CFD-BB90-D92D-5E530FD0B2B5}"/>
              </a:ext>
            </a:extLst>
          </p:cNvPr>
          <p:cNvSpPr>
            <a:spLocks/>
          </p:cNvSpPr>
          <p:nvPr>
            <p:custDataLst>
              <p:tags r:id="rId16"/>
            </p:custDataLst>
          </p:nvPr>
        </p:nvSpPr>
        <p:spPr bwMode="auto">
          <a:xfrm>
            <a:off x="4586288" y="1974850"/>
            <a:ext cx="974725"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r>
              <a:rPr lang="en-US" altLang="en-US" sz="1400" b="1"/>
              <a:t>Market avg.</a:t>
            </a:r>
            <a:endParaRPr lang="en-US" altLang="en-US" sz="1400" b="1">
              <a:effectLst/>
            </a:endParaRPr>
          </a:p>
          <a:p>
            <a:pPr marL="0" lvl="0" indent="0" algn="ctr">
              <a:spcBef>
                <a:spcPct val="0"/>
              </a:spcBef>
              <a:spcAft>
                <a:spcPct val="0"/>
              </a:spcAft>
              <a:buNone/>
            </a:pPr>
            <a:fld id="{38244F02-4612-42C9-9C12-F3FE8B86482B}" type="datetime'''2''''''''''''''''''''''5'''''''''''''''''''''">
              <a:rPr lang="en-US" altLang="en-US" sz="1400" smtClean="0"/>
              <a:pPr marL="0" lvl="0" indent="0" algn="ctr">
                <a:spcBef>
                  <a:spcPct val="0"/>
                </a:spcBef>
                <a:spcAft>
                  <a:spcPct val="0"/>
                </a:spcAft>
                <a:buNone/>
              </a:pPr>
              <a:t>25</a:t>
            </a:fld>
            <a:endParaRPr lang="en-US" sz="1400"/>
          </a:p>
        </p:txBody>
      </p:sp>
      <p:sp>
        <p:nvSpPr>
          <p:cNvPr id="54" name="Text Placeholder 2">
            <a:extLst>
              <a:ext uri="{FF2B5EF4-FFF2-40B4-BE49-F238E27FC236}">
                <a16:creationId xmlns:a16="http://schemas.microsoft.com/office/drawing/2014/main" id="{A36AD9A7-A470-4248-33C2-9AE6FF8B56DA}"/>
              </a:ext>
            </a:extLst>
          </p:cNvPr>
          <p:cNvSpPr>
            <a:spLocks/>
          </p:cNvSpPr>
          <p:nvPr>
            <p:custDataLst>
              <p:tags r:id="rId17"/>
            </p:custDataLst>
          </p:nvPr>
        </p:nvSpPr>
        <p:spPr bwMode="auto">
          <a:xfrm>
            <a:off x="5653088" y="1974850"/>
            <a:ext cx="8572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en-US" sz="1400" b="1"/>
              <a:t>Our target</a:t>
            </a:r>
          </a:p>
          <a:p>
            <a:pPr marL="0" lvl="0" indent="0" algn="ctr">
              <a:spcBef>
                <a:spcPct val="0"/>
              </a:spcBef>
              <a:spcAft>
                <a:spcPct val="0"/>
              </a:spcAft>
              <a:buNone/>
            </a:pPr>
            <a:fld id="{B7B99715-CCEA-4008-B7DC-47D60E750A8C}" type="datetime'''''''''''''''''''''3''''''''6'''''''''''''''''">
              <a:rPr lang="en-US" altLang="en-US" sz="1400" smtClean="0"/>
              <a:pPr marL="0" lvl="0" indent="0" algn="ctr">
                <a:spcBef>
                  <a:spcPct val="0"/>
                </a:spcBef>
                <a:spcAft>
                  <a:spcPct val="0"/>
                </a:spcAft>
                <a:buNone/>
              </a:pPr>
              <a:t>36</a:t>
            </a:fld>
            <a:endParaRPr lang="en-US" sz="1400"/>
          </a:p>
        </p:txBody>
      </p:sp>
      <p:sp>
        <p:nvSpPr>
          <p:cNvPr id="125" name="Rectangle 124">
            <a:extLst>
              <a:ext uri="{FF2B5EF4-FFF2-40B4-BE49-F238E27FC236}">
                <a16:creationId xmlns:a16="http://schemas.microsoft.com/office/drawing/2014/main" id="{24AF8FE4-3A25-7F92-FA57-D7436F27B24F}"/>
              </a:ext>
            </a:extLst>
          </p:cNvPr>
          <p:cNvSpPr/>
          <p:nvPr>
            <p:custDataLst>
              <p:tags r:id="rId18"/>
            </p:custDataLst>
          </p:nvPr>
        </p:nvSpPr>
        <p:spPr bwMode="auto">
          <a:xfrm>
            <a:off x="474663" y="1974850"/>
            <a:ext cx="250825" cy="187325"/>
          </a:xfrm>
          <a:prstGeom prst="rect">
            <a:avLst/>
          </a:prstGeom>
          <a:solidFill>
            <a:schemeClr val="accent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bg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124" name="Rectangle 123">
            <a:extLst>
              <a:ext uri="{FF2B5EF4-FFF2-40B4-BE49-F238E27FC236}">
                <a16:creationId xmlns:a16="http://schemas.microsoft.com/office/drawing/2014/main" id="{8F71070C-E52C-D998-EC41-3DB65A967EF7}"/>
              </a:ext>
            </a:extLst>
          </p:cNvPr>
          <p:cNvSpPr/>
          <p:nvPr>
            <p:custDataLst>
              <p:tags r:id="rId19"/>
            </p:custDataLst>
          </p:nvPr>
        </p:nvSpPr>
        <p:spPr bwMode="auto">
          <a:xfrm>
            <a:off x="1674813" y="197485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71" name="Text Placeholder 2">
            <a:extLst>
              <a:ext uri="{FF2B5EF4-FFF2-40B4-BE49-F238E27FC236}">
                <a16:creationId xmlns:a16="http://schemas.microsoft.com/office/drawing/2014/main" id="{03B45610-B3C0-1D08-1D95-95FF6C013374}"/>
              </a:ext>
            </a:extLst>
          </p:cNvPr>
          <p:cNvSpPr>
            <a:spLocks/>
          </p:cNvSpPr>
          <p:nvPr>
            <p:custDataLst>
              <p:tags r:id="rId20"/>
            </p:custDataLst>
          </p:nvPr>
        </p:nvSpPr>
        <p:spPr bwMode="auto">
          <a:xfrm>
            <a:off x="776288" y="1970088"/>
            <a:ext cx="7969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0AB0605-8D71-4CE9-92CF-791AE4211A99}" type="datetime'O''u''''''''''''''r'''' ''''''b''''''r''''''a''''''nd'">
              <a:rPr lang="en-US" altLang="en-US" sz="1400" smtClean="0"/>
              <a:pPr marL="0" lvl="0" indent="0">
                <a:spcBef>
                  <a:spcPct val="0"/>
                </a:spcBef>
                <a:spcAft>
                  <a:spcPct val="0"/>
                </a:spcAft>
                <a:buNone/>
              </a:pPr>
              <a:t>Our brand</a:t>
            </a:fld>
            <a:endParaRPr lang="en-US" sz="1400"/>
          </a:p>
        </p:txBody>
      </p:sp>
      <p:sp>
        <p:nvSpPr>
          <p:cNvPr id="68" name="Text Placeholder 2">
            <a:extLst>
              <a:ext uri="{FF2B5EF4-FFF2-40B4-BE49-F238E27FC236}">
                <a16:creationId xmlns:a16="http://schemas.microsoft.com/office/drawing/2014/main" id="{A36AD9A7-A470-4248-33C2-9AE6FF8B56DA}"/>
              </a:ext>
            </a:extLst>
          </p:cNvPr>
          <p:cNvSpPr>
            <a:spLocks/>
          </p:cNvSpPr>
          <p:nvPr>
            <p:custDataLst>
              <p:tags r:id="rId21"/>
            </p:custDataLst>
          </p:nvPr>
        </p:nvSpPr>
        <p:spPr bwMode="auto">
          <a:xfrm>
            <a:off x="1976438" y="1970088"/>
            <a:ext cx="9556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6FBF1B3-9BFC-4E0D-8B82-E2C6FF0E38B7}" type="datetime'''C''''o''''''m''''p''''et''''i''''''t''''''''o''''rs'''''''''">
              <a:rPr lang="en-US" altLang="en-US" sz="1400" smtClean="0"/>
              <a:pPr marL="0" lvl="0" indent="0">
                <a:spcBef>
                  <a:spcPct val="0"/>
                </a:spcBef>
                <a:spcAft>
                  <a:spcPct val="0"/>
                </a:spcAft>
                <a:buNone/>
              </a:pPr>
              <a:t>Competitors</a:t>
            </a:fld>
            <a:endParaRPr lang="en-US" sz="1400"/>
          </a:p>
        </p:txBody>
      </p:sp>
      <p:sp>
        <p:nvSpPr>
          <p:cNvPr id="6" name="tc_columnhead">
            <a:extLst>
              <a:ext uri="{FF2B5EF4-FFF2-40B4-BE49-F238E27FC236}">
                <a16:creationId xmlns:a16="http://schemas.microsoft.com/office/drawing/2014/main" id="{DD8B1446-4C6B-3F84-1547-B2F5067DF169}"/>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8" name="tc_columnheadline">
            <a:extLst>
              <a:ext uri="{FF2B5EF4-FFF2-40B4-BE49-F238E27FC236}">
                <a16:creationId xmlns:a16="http://schemas.microsoft.com/office/drawing/2014/main" id="{C95042D1-A540-5ADE-F6A4-9668F6EA2130}"/>
              </a:ext>
            </a:extLst>
          </p:cNvPr>
          <p:cNvCxnSpPr>
            <a:cxnSpLocks/>
            <a:stCxn id="6" idx="4"/>
            <a:endCxn id="6"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c_columnhead">
            <a:extLst>
              <a:ext uri="{FF2B5EF4-FFF2-40B4-BE49-F238E27FC236}">
                <a16:creationId xmlns:a16="http://schemas.microsoft.com/office/drawing/2014/main" id="{7C88D92E-A6CE-ADA2-BF37-DBB878DC12FC}"/>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14" name="tc_columnheadline">
            <a:extLst>
              <a:ext uri="{FF2B5EF4-FFF2-40B4-BE49-F238E27FC236}">
                <a16:creationId xmlns:a16="http://schemas.microsoft.com/office/drawing/2014/main" id="{4672D726-8B34-C51E-E021-BE9CC02D9934}"/>
              </a:ext>
            </a:extLst>
          </p:cNvPr>
          <p:cNvCxnSpPr>
            <a:cxnSpLocks/>
            <a:stCxn id="11" idx="4"/>
            <a:endCxn id="11"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Text Placeholder 15">
            <a:extLst>
              <a:ext uri="{FF2B5EF4-FFF2-40B4-BE49-F238E27FC236}">
                <a16:creationId xmlns:a16="http://schemas.microsoft.com/office/drawing/2014/main" id="{A2E4A1B7-8BBA-7E58-A088-FD226839ED9B}"/>
              </a:ext>
            </a:extLst>
          </p:cNvPr>
          <p:cNvSpPr/>
          <p:nvPr/>
        </p:nvSpPr>
        <p:spPr>
          <a:xfrm>
            <a:off x="407988" y="6275487"/>
            <a:ext cx="4257576"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 columns, bars, think-cell, chart, charts, graph, graphs, comment</a:t>
            </a:r>
          </a:p>
        </p:txBody>
      </p:sp>
      <p:sp>
        <p:nvSpPr>
          <p:cNvPr id="2" name="Rechteck 137">
            <a:extLst>
              <a:ext uri="{FF2B5EF4-FFF2-40B4-BE49-F238E27FC236}">
                <a16:creationId xmlns:a16="http://schemas.microsoft.com/office/drawing/2014/main" id="{58A8AE55-7F6F-E23A-E5C8-A95506824926}"/>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8321473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516837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349" imgH="350" progId="TCLayout.ActiveDocument.1">
                  <p:embed/>
                </p:oleObj>
              </mc:Choice>
              <mc:Fallback>
                <p:oleObj name="think-cell Slide" r:id="rId36"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Clustered column</a:t>
            </a:r>
          </a:p>
        </p:txBody>
      </p:sp>
      <p:graphicFrame>
        <p:nvGraphicFramePr>
          <p:cNvPr id="40" name="Chart 39">
            <a:extLst>
              <a:ext uri="{FF2B5EF4-FFF2-40B4-BE49-F238E27FC236}">
                <a16:creationId xmlns:a16="http://schemas.microsoft.com/office/drawing/2014/main" id="{EC438882-94AC-571C-4987-D5AB9EAE75BE}"/>
              </a:ext>
            </a:extLst>
          </p:cNvPr>
          <p:cNvGraphicFramePr/>
          <p:nvPr>
            <p:custDataLst>
              <p:tags r:id="rId2"/>
            </p:custDataLst>
            <p:extLst>
              <p:ext uri="{D42A27DB-BD31-4B8C-83A1-F6EECF244321}">
                <p14:modId xmlns:p14="http://schemas.microsoft.com/office/powerpoint/2010/main" val="254793427"/>
              </p:ext>
            </p:extLst>
          </p:nvPr>
        </p:nvGraphicFramePr>
        <p:xfrm>
          <a:off x="688975" y="2297113"/>
          <a:ext cx="7548563" cy="3113087"/>
        </p:xfrm>
        <a:graphic>
          <a:graphicData uri="http://schemas.openxmlformats.org/drawingml/2006/chart">
            <c:chart xmlns:c="http://schemas.openxmlformats.org/drawingml/2006/chart" xmlns:r="http://schemas.openxmlformats.org/officeDocument/2006/relationships" r:id="rId38"/>
          </a:graphicData>
        </a:graphic>
      </p:graphicFrame>
      <p:sp>
        <p:nvSpPr>
          <p:cNvPr id="6" name="Rectangle 167">
            <a:extLst>
              <a:ext uri="{FF2B5EF4-FFF2-40B4-BE49-F238E27FC236}">
                <a16:creationId xmlns:a16="http://schemas.microsoft.com/office/drawing/2014/main" id="{3E20C19A-E70C-493C-9258-C2B48C96C2C0}"/>
              </a:ext>
            </a:extLst>
          </p:cNvPr>
          <p:cNvSpPr>
            <a:spLocks/>
          </p:cNvSpPr>
          <p:nvPr>
            <p:custDataLst>
              <p:tags r:id="rId3"/>
            </p:custDataLst>
          </p:nvPr>
        </p:nvSpPr>
        <p:spPr bwMode="gray">
          <a:xfrm>
            <a:off x="496888" y="5237163"/>
            <a:ext cx="984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CFC9594A-2098-41E8-A382-6AA7F35981C2}" type="datetime'''''''0'''''''''''''''''''''''''''''''''''">
              <a:rPr lang="en-US" altLang="en-US" sz="1400" smtClean="0">
                <a:solidFill>
                  <a:schemeClr val="tx1"/>
                </a:solidFill>
              </a:rPr>
              <a:pPr algn="r">
                <a:lnSpc>
                  <a:spcPct val="90000"/>
                </a:lnSpc>
                <a:spcBef>
                  <a:spcPct val="0"/>
                </a:spcBef>
                <a:spcAft>
                  <a:spcPct val="0"/>
                </a:spcAft>
              </a:pPr>
              <a:t>0</a:t>
            </a:fld>
            <a:endParaRPr lang="en-US" sz="1400">
              <a:solidFill>
                <a:schemeClr val="tx1"/>
              </a:solidFill>
            </a:endParaRPr>
          </a:p>
        </p:txBody>
      </p:sp>
      <p:sp>
        <p:nvSpPr>
          <p:cNvPr id="41" name="Text Placeholder 2">
            <a:extLst>
              <a:ext uri="{FF2B5EF4-FFF2-40B4-BE49-F238E27FC236}">
                <a16:creationId xmlns:a16="http://schemas.microsoft.com/office/drawing/2014/main" id="{A36AD9A7-A470-4248-33C2-9AE6FF8B56DA}"/>
              </a:ext>
            </a:extLst>
          </p:cNvPr>
          <p:cNvSpPr>
            <a:spLocks/>
          </p:cNvSpPr>
          <p:nvPr>
            <p:custDataLst>
              <p:tags r:id="rId4"/>
            </p:custDataLst>
          </p:nvPr>
        </p:nvSpPr>
        <p:spPr bwMode="gray">
          <a:xfrm>
            <a:off x="496888" y="4730750"/>
            <a:ext cx="984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2C3CFECC-A84D-4857-A2EA-AA69DC58F029}" type="datetime'''''''''''''''''''''''''''5'''''''''''''''''''''''''''''''''''">
              <a:rPr lang="en-US" altLang="en-US" sz="1400" smtClean="0">
                <a:effectLst/>
              </a:rPr>
              <a:pPr marL="0" lvl="0" indent="0" algn="r">
                <a:spcBef>
                  <a:spcPct val="0"/>
                </a:spcBef>
                <a:spcAft>
                  <a:spcPct val="0"/>
                </a:spcAft>
                <a:buNone/>
              </a:pPr>
              <a:t>5</a:t>
            </a:fld>
            <a:endParaRPr lang="en-US" sz="1400"/>
          </a:p>
        </p:txBody>
      </p:sp>
      <p:sp>
        <p:nvSpPr>
          <p:cNvPr id="11" name="Rectangle 172">
            <a:extLst>
              <a:ext uri="{FF2B5EF4-FFF2-40B4-BE49-F238E27FC236}">
                <a16:creationId xmlns:a16="http://schemas.microsoft.com/office/drawing/2014/main" id="{1336B2C2-E797-12C2-8DED-179B1D6C9B6A}"/>
              </a:ext>
            </a:extLst>
          </p:cNvPr>
          <p:cNvSpPr>
            <a:spLocks/>
          </p:cNvSpPr>
          <p:nvPr>
            <p:custDataLst>
              <p:tags r:id="rId5"/>
            </p:custDataLst>
          </p:nvPr>
        </p:nvSpPr>
        <p:spPr bwMode="gray">
          <a:xfrm>
            <a:off x="398463" y="4254500"/>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69AED3C5-D392-43FE-8527-4FA183F962B7}" type="datetime'''''1''0'''''">
              <a:rPr lang="en-US" altLang="en-US" sz="1400" smtClean="0">
                <a:solidFill>
                  <a:schemeClr val="tx1"/>
                </a:solidFill>
              </a:rPr>
              <a:pPr algn="r">
                <a:lnSpc>
                  <a:spcPct val="90000"/>
                </a:lnSpc>
                <a:spcBef>
                  <a:spcPct val="0"/>
                </a:spcBef>
                <a:spcAft>
                  <a:spcPct val="0"/>
                </a:spcAft>
              </a:pPr>
              <a:t>10</a:t>
            </a:fld>
            <a:endParaRPr lang="en-US" sz="1400">
              <a:solidFill>
                <a:schemeClr val="tx1"/>
              </a:solidFill>
            </a:endParaRPr>
          </a:p>
        </p:txBody>
      </p:sp>
      <p:sp>
        <p:nvSpPr>
          <p:cNvPr id="42" name="Text Placeholder 2">
            <a:extLst>
              <a:ext uri="{FF2B5EF4-FFF2-40B4-BE49-F238E27FC236}">
                <a16:creationId xmlns:a16="http://schemas.microsoft.com/office/drawing/2014/main" id="{A36AD9A7-A470-4248-33C2-9AE6FF8B56DA}"/>
              </a:ext>
            </a:extLst>
          </p:cNvPr>
          <p:cNvSpPr>
            <a:spLocks/>
          </p:cNvSpPr>
          <p:nvPr>
            <p:custDataLst>
              <p:tags r:id="rId6"/>
            </p:custDataLst>
          </p:nvPr>
        </p:nvSpPr>
        <p:spPr bwMode="gray">
          <a:xfrm>
            <a:off x="398463" y="3748088"/>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3A962EE7-4FAB-4C3B-A887-81AEEED2A771}" type="datetime'1''''''''5'''''''''''''''''''''''''">
              <a:rPr lang="en-US" altLang="en-US" sz="1400" smtClean="0">
                <a:effectLst/>
              </a:rPr>
              <a:pPr marL="0" lvl="0" indent="0" algn="r">
                <a:spcBef>
                  <a:spcPct val="0"/>
                </a:spcBef>
                <a:spcAft>
                  <a:spcPct val="0"/>
                </a:spcAft>
                <a:buNone/>
              </a:pPr>
              <a:t>15</a:t>
            </a:fld>
            <a:endParaRPr lang="en-US" sz="1400"/>
          </a:p>
        </p:txBody>
      </p:sp>
      <p:sp>
        <p:nvSpPr>
          <p:cNvPr id="12" name="Rectangle 177">
            <a:extLst>
              <a:ext uri="{FF2B5EF4-FFF2-40B4-BE49-F238E27FC236}">
                <a16:creationId xmlns:a16="http://schemas.microsoft.com/office/drawing/2014/main" id="{EC381340-2B3E-E99F-F995-293851645FDF}"/>
              </a:ext>
            </a:extLst>
          </p:cNvPr>
          <p:cNvSpPr>
            <a:spLocks/>
          </p:cNvSpPr>
          <p:nvPr>
            <p:custDataLst>
              <p:tags r:id="rId7"/>
            </p:custDataLst>
          </p:nvPr>
        </p:nvSpPr>
        <p:spPr bwMode="gray">
          <a:xfrm>
            <a:off x="398463" y="3271838"/>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3A31AB80-69DB-485B-873C-E3046BB2AF4E}" type="datetime'20'''''''''''''''''''''''''''''''''">
              <a:rPr lang="en-US" altLang="en-US" sz="1400" smtClean="0">
                <a:solidFill>
                  <a:schemeClr val="tx1"/>
                </a:solidFill>
              </a:rPr>
              <a:pPr algn="r">
                <a:lnSpc>
                  <a:spcPct val="90000"/>
                </a:lnSpc>
                <a:spcBef>
                  <a:spcPct val="0"/>
                </a:spcBef>
                <a:spcAft>
                  <a:spcPct val="0"/>
                </a:spcAft>
              </a:pPr>
              <a:t>20</a:t>
            </a:fld>
            <a:endParaRPr lang="en-US" sz="1400">
              <a:solidFill>
                <a:schemeClr val="tx1"/>
              </a:solidFill>
            </a:endParaRPr>
          </a:p>
        </p:txBody>
      </p:sp>
      <p:sp>
        <p:nvSpPr>
          <p:cNvPr id="43" name="Text Placeholder 2">
            <a:extLst>
              <a:ext uri="{FF2B5EF4-FFF2-40B4-BE49-F238E27FC236}">
                <a16:creationId xmlns:a16="http://schemas.microsoft.com/office/drawing/2014/main" id="{A36AD9A7-A470-4248-33C2-9AE6FF8B56DA}"/>
              </a:ext>
            </a:extLst>
          </p:cNvPr>
          <p:cNvSpPr>
            <a:spLocks/>
          </p:cNvSpPr>
          <p:nvPr>
            <p:custDataLst>
              <p:tags r:id="rId8"/>
            </p:custDataLst>
          </p:nvPr>
        </p:nvSpPr>
        <p:spPr bwMode="gray">
          <a:xfrm>
            <a:off x="398463" y="2765425"/>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8DE26AE-B5B7-495E-BF8B-9456DBAB3530}" type="datetime'''''''''''''''''''''''''''''2''''''''''''''''''5'''''''">
              <a:rPr lang="en-US" altLang="en-US" sz="1400" smtClean="0">
                <a:effectLst/>
              </a:rPr>
              <a:pPr marL="0" lvl="0" indent="0" algn="r">
                <a:spcBef>
                  <a:spcPct val="0"/>
                </a:spcBef>
                <a:spcAft>
                  <a:spcPct val="0"/>
                </a:spcAft>
                <a:buNone/>
              </a:pPr>
              <a:t>25</a:t>
            </a:fld>
            <a:endParaRPr lang="en-US" sz="1400"/>
          </a:p>
        </p:txBody>
      </p:sp>
      <p:sp>
        <p:nvSpPr>
          <p:cNvPr id="44" name="Text Placeholder 2">
            <a:extLst>
              <a:ext uri="{FF2B5EF4-FFF2-40B4-BE49-F238E27FC236}">
                <a16:creationId xmlns:a16="http://schemas.microsoft.com/office/drawing/2014/main" id="{A36AD9A7-A470-4248-33C2-9AE6FF8B56DA}"/>
              </a:ext>
            </a:extLst>
          </p:cNvPr>
          <p:cNvSpPr>
            <a:spLocks/>
          </p:cNvSpPr>
          <p:nvPr>
            <p:custDataLst>
              <p:tags r:id="rId9"/>
            </p:custDataLst>
          </p:nvPr>
        </p:nvSpPr>
        <p:spPr bwMode="gray">
          <a:xfrm>
            <a:off x="398463" y="2273300"/>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8ABFA58-C35E-4878-8D73-7AF0B0EAAE65}" type="datetime'''''''''''''''''''''''3''0'''''''''''''''''''''''''''''">
              <a:rPr lang="en-US" altLang="en-US" sz="1400" smtClean="0">
                <a:effectLst/>
              </a:rPr>
              <a:pPr marL="0" lvl="0" indent="0" algn="r">
                <a:spcBef>
                  <a:spcPct val="0"/>
                </a:spcBef>
                <a:spcAft>
                  <a:spcPct val="0"/>
                </a:spcAft>
                <a:buNone/>
              </a:pPr>
              <a:t>30</a:t>
            </a:fld>
            <a:endParaRPr lang="en-US" sz="1400"/>
          </a:p>
        </p:txBody>
      </p:sp>
      <p:cxnSp>
        <p:nvCxnSpPr>
          <p:cNvPr id="15" name="Straight Connector 113">
            <a:extLst>
              <a:ext uri="{FF2B5EF4-FFF2-40B4-BE49-F238E27FC236}">
                <a16:creationId xmlns:a16="http://schemas.microsoft.com/office/drawing/2014/main" id="{490DA7FE-DF02-1A55-B003-A38E635FD60F}"/>
              </a:ext>
            </a:extLst>
          </p:cNvPr>
          <p:cNvCxnSpPr>
            <a:cxnSpLocks/>
          </p:cNvCxnSpPr>
          <p:nvPr>
            <p:custDataLst>
              <p:tags r:id="rId10"/>
            </p:custDataLst>
          </p:nvPr>
        </p:nvCxnSpPr>
        <p:spPr bwMode="auto">
          <a:xfrm flipV="1">
            <a:off x="5297488" y="2397125"/>
            <a:ext cx="0" cy="7620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14">
            <a:extLst>
              <a:ext uri="{FF2B5EF4-FFF2-40B4-BE49-F238E27FC236}">
                <a16:creationId xmlns:a16="http://schemas.microsoft.com/office/drawing/2014/main" id="{5ED79ED3-6039-D248-270A-9A4BE6808BE9}"/>
              </a:ext>
            </a:extLst>
          </p:cNvPr>
          <p:cNvCxnSpPr>
            <a:cxnSpLocks/>
          </p:cNvCxnSpPr>
          <p:nvPr>
            <p:custDataLst>
              <p:tags r:id="rId11"/>
            </p:custDataLst>
          </p:nvPr>
        </p:nvCxnSpPr>
        <p:spPr bwMode="auto">
          <a:xfrm>
            <a:off x="5297488" y="2397125"/>
            <a:ext cx="2460625" cy="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15">
            <a:extLst>
              <a:ext uri="{FF2B5EF4-FFF2-40B4-BE49-F238E27FC236}">
                <a16:creationId xmlns:a16="http://schemas.microsoft.com/office/drawing/2014/main" id="{0FA57901-6219-12FE-517B-352CA8537C06}"/>
              </a:ext>
            </a:extLst>
          </p:cNvPr>
          <p:cNvCxnSpPr>
            <a:cxnSpLocks/>
          </p:cNvCxnSpPr>
          <p:nvPr>
            <p:custDataLst>
              <p:tags r:id="rId12"/>
            </p:custDataLst>
          </p:nvPr>
        </p:nvCxnSpPr>
        <p:spPr bwMode="auto">
          <a:xfrm>
            <a:off x="7758113" y="2397125"/>
            <a:ext cx="0" cy="1333500"/>
          </a:xfrm>
          <a:prstGeom prst="line">
            <a:avLst/>
          </a:prstGeom>
          <a:ln w="12700"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8" name="Rectangle 246">
            <a:extLst>
              <a:ext uri="{FF2B5EF4-FFF2-40B4-BE49-F238E27FC236}">
                <a16:creationId xmlns:a16="http://schemas.microsoft.com/office/drawing/2014/main" id="{0C784A0A-E037-5B73-0BD3-F85DE1D57491}"/>
              </a:ext>
            </a:extLst>
          </p:cNvPr>
          <p:cNvSpPr>
            <a:spLocks/>
          </p:cNvSpPr>
          <p:nvPr>
            <p:custDataLst>
              <p:tags r:id="rId13"/>
            </p:custDataLst>
          </p:nvPr>
        </p:nvSpPr>
        <p:spPr bwMode="auto">
          <a:xfrm>
            <a:off x="398463" y="1917700"/>
            <a:ext cx="11239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b" anchorCtr="0">
            <a:noAutofit/>
          </a:bodyPr>
          <a:lstStyle/>
          <a:p>
            <a:pPr>
              <a:spcBef>
                <a:spcPct val="0"/>
              </a:spcBef>
              <a:spcAft>
                <a:spcPct val="0"/>
              </a:spcAft>
            </a:pPr>
            <a:r>
              <a:rPr lang="en-US" sz="1400" dirty="0">
                <a:solidFill>
                  <a:schemeClr val="tx1"/>
                </a:solidFill>
              </a:rPr>
              <a:t>Value (mEUR)</a:t>
            </a:r>
          </a:p>
        </p:txBody>
      </p:sp>
      <p:sp>
        <p:nvSpPr>
          <p:cNvPr id="20" name="Rectangle 11">
            <a:extLst>
              <a:ext uri="{FF2B5EF4-FFF2-40B4-BE49-F238E27FC236}">
                <a16:creationId xmlns:a16="http://schemas.microsoft.com/office/drawing/2014/main" id="{4970B787-9B59-707F-9211-2F3FE9300364}"/>
              </a:ext>
            </a:extLst>
          </p:cNvPr>
          <p:cNvSpPr>
            <a:spLocks/>
          </p:cNvSpPr>
          <p:nvPr>
            <p:custDataLst>
              <p:tags r:id="rId14"/>
            </p:custDataLst>
          </p:nvPr>
        </p:nvSpPr>
        <p:spPr bwMode="auto">
          <a:xfrm>
            <a:off x="1069975"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E728CBBD-5F52-4733-B9FB-FE2DACADF6E2}" type="datetime'B''''r''''''''''''''a''n''''''d'''' ''''''''''''''1'''''">
              <a:rPr lang="en-US" altLang="en-US" sz="1400" smtClean="0">
                <a:solidFill>
                  <a:schemeClr val="tx1"/>
                </a:solidFill>
              </a:rPr>
              <a:pPr algn="ctr">
                <a:spcBef>
                  <a:spcPct val="0"/>
                </a:spcBef>
                <a:spcAft>
                  <a:spcPct val="0"/>
                </a:spcAft>
              </a:pPr>
              <a:t>Brand 1</a:t>
            </a:fld>
            <a:endParaRPr lang="en-US" sz="1400">
              <a:solidFill>
                <a:schemeClr val="tx1"/>
              </a:solidFill>
            </a:endParaRPr>
          </a:p>
        </p:txBody>
      </p:sp>
      <p:sp>
        <p:nvSpPr>
          <p:cNvPr id="21" name="Rectangle 31">
            <a:extLst>
              <a:ext uri="{FF2B5EF4-FFF2-40B4-BE49-F238E27FC236}">
                <a16:creationId xmlns:a16="http://schemas.microsoft.com/office/drawing/2014/main" id="{00BB3EED-75DA-70B9-0F62-F76D70319947}"/>
              </a:ext>
            </a:extLst>
          </p:cNvPr>
          <p:cNvSpPr>
            <a:spLocks/>
          </p:cNvSpPr>
          <p:nvPr>
            <p:custDataLst>
              <p:tags r:id="rId15"/>
            </p:custDataLst>
          </p:nvPr>
        </p:nvSpPr>
        <p:spPr bwMode="auto">
          <a:xfrm>
            <a:off x="2300288"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94AF4360-C1BF-4D6F-9234-89165ACB10D4}" type="datetime'''''B''''''r''a''''''n''''''d'' ''''''2'''">
              <a:rPr lang="en-US" altLang="en-US" sz="1400" smtClean="0">
                <a:solidFill>
                  <a:schemeClr val="tx1"/>
                </a:solidFill>
              </a:rPr>
              <a:pPr algn="ctr">
                <a:spcBef>
                  <a:spcPct val="0"/>
                </a:spcBef>
                <a:spcAft>
                  <a:spcPct val="0"/>
                </a:spcAft>
              </a:pPr>
              <a:t>Brand 2</a:t>
            </a:fld>
            <a:endParaRPr lang="en-US" sz="1400">
              <a:solidFill>
                <a:schemeClr val="tx1"/>
              </a:solidFill>
            </a:endParaRPr>
          </a:p>
        </p:txBody>
      </p:sp>
      <p:sp>
        <p:nvSpPr>
          <p:cNvPr id="22" name="Rectangle 32">
            <a:extLst>
              <a:ext uri="{FF2B5EF4-FFF2-40B4-BE49-F238E27FC236}">
                <a16:creationId xmlns:a16="http://schemas.microsoft.com/office/drawing/2014/main" id="{B8EC06C6-EEC6-3485-8C17-9858FADFC9EA}"/>
              </a:ext>
            </a:extLst>
          </p:cNvPr>
          <p:cNvSpPr>
            <a:spLocks/>
          </p:cNvSpPr>
          <p:nvPr>
            <p:custDataLst>
              <p:tags r:id="rId16"/>
            </p:custDataLst>
          </p:nvPr>
        </p:nvSpPr>
        <p:spPr bwMode="auto">
          <a:xfrm>
            <a:off x="35306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0ED863F-B3EC-4182-8D48-84C51B6756A1}" type="datetime'''''''''''''''B''r''''''''a''''''''''''''nd'' ''''''''''''''3'">
              <a:rPr lang="en-US" altLang="en-US" sz="1400" smtClean="0">
                <a:solidFill>
                  <a:schemeClr val="tx1"/>
                </a:solidFill>
              </a:rPr>
              <a:pPr algn="ctr">
                <a:spcBef>
                  <a:spcPct val="0"/>
                </a:spcBef>
                <a:spcAft>
                  <a:spcPct val="0"/>
                </a:spcAft>
              </a:pPr>
              <a:t>Brand 3</a:t>
            </a:fld>
            <a:endParaRPr lang="en-US" sz="1400">
              <a:solidFill>
                <a:schemeClr val="tx1"/>
              </a:solidFill>
            </a:endParaRPr>
          </a:p>
        </p:txBody>
      </p:sp>
      <p:sp>
        <p:nvSpPr>
          <p:cNvPr id="23" name="Rectangle 341">
            <a:extLst>
              <a:ext uri="{FF2B5EF4-FFF2-40B4-BE49-F238E27FC236}">
                <a16:creationId xmlns:a16="http://schemas.microsoft.com/office/drawing/2014/main" id="{ABF44360-8224-36FA-098F-A6B38D486DBA}"/>
              </a:ext>
            </a:extLst>
          </p:cNvPr>
          <p:cNvSpPr>
            <a:spLocks/>
          </p:cNvSpPr>
          <p:nvPr>
            <p:custDataLst>
              <p:tags r:id="rId17"/>
            </p:custDataLst>
          </p:nvPr>
        </p:nvSpPr>
        <p:spPr bwMode="auto">
          <a:xfrm>
            <a:off x="47625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C879B4F-C170-4D71-8B5D-1C85194368EC}" type="datetime'''''''''''''''''''''''''''B''ran''''''d'''''''''''''' ''4'">
              <a:rPr lang="en-US" altLang="en-US" sz="1400" smtClean="0">
                <a:solidFill>
                  <a:schemeClr val="tx1"/>
                </a:solidFill>
              </a:rPr>
              <a:pPr algn="ctr">
                <a:spcBef>
                  <a:spcPct val="0"/>
                </a:spcBef>
                <a:spcAft>
                  <a:spcPct val="0"/>
                </a:spcAft>
              </a:pPr>
              <a:t>Brand 4</a:t>
            </a:fld>
            <a:endParaRPr lang="en-US" sz="1400">
              <a:solidFill>
                <a:schemeClr val="tx1"/>
              </a:solidFill>
            </a:endParaRPr>
          </a:p>
        </p:txBody>
      </p:sp>
      <p:sp>
        <p:nvSpPr>
          <p:cNvPr id="19" name="Rectangle 35">
            <a:extLst>
              <a:ext uri="{FF2B5EF4-FFF2-40B4-BE49-F238E27FC236}">
                <a16:creationId xmlns:a16="http://schemas.microsoft.com/office/drawing/2014/main" id="{1B688C84-1B4C-5EEE-8471-666CB833DB88}"/>
              </a:ext>
            </a:extLst>
          </p:cNvPr>
          <p:cNvSpPr>
            <a:spLocks/>
          </p:cNvSpPr>
          <p:nvPr>
            <p:custDataLst>
              <p:tags r:id="rId18"/>
            </p:custDataLst>
          </p:nvPr>
        </p:nvSpPr>
        <p:spPr bwMode="auto">
          <a:xfrm>
            <a:off x="7124700" y="5386388"/>
            <a:ext cx="8302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89DB73BD-DCEF-433A-B8EC-01E61FC6CDCB}" type="datetime'O''''''''''''u''''r'' ''''''''''Br''''''an''''''''d'''''''">
              <a:rPr lang="en-US" altLang="en-US" sz="1400" smtClean="0">
                <a:solidFill>
                  <a:schemeClr val="tx1"/>
                </a:solidFill>
              </a:rPr>
              <a:pPr algn="ctr">
                <a:spcBef>
                  <a:spcPct val="0"/>
                </a:spcBef>
                <a:spcAft>
                  <a:spcPct val="0"/>
                </a:spcAft>
              </a:pPr>
              <a:t>Our Brand</a:t>
            </a:fld>
            <a:endParaRPr lang="en-US" sz="1400">
              <a:solidFill>
                <a:schemeClr val="tx1"/>
              </a:solidFill>
            </a:endParaRPr>
          </a:p>
        </p:txBody>
      </p:sp>
      <p:sp>
        <p:nvSpPr>
          <p:cNvPr id="24" name="Rectangle 357">
            <a:extLst>
              <a:ext uri="{FF2B5EF4-FFF2-40B4-BE49-F238E27FC236}">
                <a16:creationId xmlns:a16="http://schemas.microsoft.com/office/drawing/2014/main" id="{57FD7012-D997-A805-6E02-ABE8F803DD60}"/>
              </a:ext>
            </a:extLst>
          </p:cNvPr>
          <p:cNvSpPr>
            <a:spLocks/>
          </p:cNvSpPr>
          <p:nvPr>
            <p:custDataLst>
              <p:tags r:id="rId19"/>
            </p:custDataLst>
          </p:nvPr>
        </p:nvSpPr>
        <p:spPr bwMode="gray">
          <a:xfrm>
            <a:off x="1041400" y="35766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7F2B032B-7ACF-4A45-B498-DAF073F4862D}" type="datetime'''''''''''''1''''''''''''''''''''''''''''''6'''''''">
              <a:rPr lang="en-US" altLang="en-US" sz="1400" smtClean="0">
                <a:solidFill>
                  <a:schemeClr val="tx1"/>
                </a:solidFill>
              </a:rPr>
              <a:pPr algn="ctr">
                <a:lnSpc>
                  <a:spcPct val="90000"/>
                </a:lnSpc>
                <a:spcBef>
                  <a:spcPct val="0"/>
                </a:spcBef>
                <a:spcAft>
                  <a:spcPct val="0"/>
                </a:spcAft>
              </a:pPr>
              <a:t>16</a:t>
            </a:fld>
            <a:endParaRPr lang="en-US" sz="1400">
              <a:solidFill>
                <a:schemeClr val="tx1"/>
              </a:solidFill>
            </a:endParaRPr>
          </a:p>
        </p:txBody>
      </p:sp>
      <p:sp>
        <p:nvSpPr>
          <p:cNvPr id="25" name="Rectangle 358">
            <a:extLst>
              <a:ext uri="{FF2B5EF4-FFF2-40B4-BE49-F238E27FC236}">
                <a16:creationId xmlns:a16="http://schemas.microsoft.com/office/drawing/2014/main" id="{421437B7-BA42-9BD8-6BDF-4C7D403B3A58}"/>
              </a:ext>
            </a:extLst>
          </p:cNvPr>
          <p:cNvSpPr>
            <a:spLocks/>
          </p:cNvSpPr>
          <p:nvPr>
            <p:custDataLst>
              <p:tags r:id="rId20"/>
            </p:custDataLst>
          </p:nvPr>
        </p:nvSpPr>
        <p:spPr bwMode="gray">
          <a:xfrm>
            <a:off x="1481138" y="28051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303C2CB7-2660-4465-818D-CF7A66CEC485}" type="datetime'2''''''''''''''''''''''3'''''''''">
              <a:rPr lang="en-US" altLang="en-US" sz="1400" smtClean="0">
                <a:solidFill>
                  <a:schemeClr val="tx1"/>
                </a:solidFill>
              </a:rPr>
              <a:pPr algn="ctr">
                <a:lnSpc>
                  <a:spcPct val="90000"/>
                </a:lnSpc>
                <a:spcBef>
                  <a:spcPct val="0"/>
                </a:spcBef>
                <a:spcAft>
                  <a:spcPct val="0"/>
                </a:spcAft>
              </a:pPr>
              <a:t>23</a:t>
            </a:fld>
            <a:endParaRPr lang="en-US" sz="1400">
              <a:solidFill>
                <a:schemeClr val="tx1"/>
              </a:solidFill>
            </a:endParaRPr>
          </a:p>
        </p:txBody>
      </p:sp>
      <p:sp>
        <p:nvSpPr>
          <p:cNvPr id="26" name="Rectangle 359">
            <a:extLst>
              <a:ext uri="{FF2B5EF4-FFF2-40B4-BE49-F238E27FC236}">
                <a16:creationId xmlns:a16="http://schemas.microsoft.com/office/drawing/2014/main" id="{949204FD-B15F-E846-2BE0-FAB1AB533D97}"/>
              </a:ext>
            </a:extLst>
          </p:cNvPr>
          <p:cNvSpPr>
            <a:spLocks/>
          </p:cNvSpPr>
          <p:nvPr>
            <p:custDataLst>
              <p:tags r:id="rId21"/>
            </p:custDataLst>
          </p:nvPr>
        </p:nvSpPr>
        <p:spPr bwMode="gray">
          <a:xfrm>
            <a:off x="2271713" y="37703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542BC38F-8E18-4B12-9AC6-DC216F8CEAEB}"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7" name="Rectangle 360">
            <a:extLst>
              <a:ext uri="{FF2B5EF4-FFF2-40B4-BE49-F238E27FC236}">
                <a16:creationId xmlns:a16="http://schemas.microsoft.com/office/drawing/2014/main" id="{CCDB6DB7-31FF-1441-CED5-991119859317}"/>
              </a:ext>
            </a:extLst>
          </p:cNvPr>
          <p:cNvSpPr>
            <a:spLocks/>
          </p:cNvSpPr>
          <p:nvPr>
            <p:custDataLst>
              <p:tags r:id="rId22"/>
            </p:custDataLst>
          </p:nvPr>
        </p:nvSpPr>
        <p:spPr bwMode="gray">
          <a:xfrm>
            <a:off x="2711450" y="36909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B72C4BD-7C37-4DD9-AD78-FF2A7D92124A}"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8" name="Rectangle 361">
            <a:extLst>
              <a:ext uri="{FF2B5EF4-FFF2-40B4-BE49-F238E27FC236}">
                <a16:creationId xmlns:a16="http://schemas.microsoft.com/office/drawing/2014/main" id="{4152C6D1-7EAF-600D-FB89-8920CF3A0710}"/>
              </a:ext>
            </a:extLst>
          </p:cNvPr>
          <p:cNvSpPr>
            <a:spLocks/>
          </p:cNvSpPr>
          <p:nvPr>
            <p:custDataLst>
              <p:tags r:id="rId23"/>
            </p:custDataLst>
          </p:nvPr>
        </p:nvSpPr>
        <p:spPr bwMode="gray">
          <a:xfrm>
            <a:off x="3503613" y="391160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6B52D05-29A0-459C-9768-15DFF3026304}" type="datetime'''''''''''''''''''''''''''''''''''''''''12'''''''">
              <a:rPr lang="en-US" altLang="en-US" sz="1400" smtClean="0">
                <a:solidFill>
                  <a:schemeClr val="tx1"/>
                </a:solidFill>
              </a:rPr>
              <a:pPr algn="ctr">
                <a:lnSpc>
                  <a:spcPct val="90000"/>
                </a:lnSpc>
                <a:spcBef>
                  <a:spcPct val="0"/>
                </a:spcBef>
                <a:spcAft>
                  <a:spcPct val="0"/>
                </a:spcAft>
              </a:pPr>
              <a:t>12</a:t>
            </a:fld>
            <a:endParaRPr lang="en-US" sz="1400">
              <a:solidFill>
                <a:schemeClr val="tx1"/>
              </a:solidFill>
            </a:endParaRPr>
          </a:p>
        </p:txBody>
      </p:sp>
      <p:sp>
        <p:nvSpPr>
          <p:cNvPr id="29" name="Rectangle 363">
            <a:extLst>
              <a:ext uri="{FF2B5EF4-FFF2-40B4-BE49-F238E27FC236}">
                <a16:creationId xmlns:a16="http://schemas.microsoft.com/office/drawing/2014/main" id="{8458D2D6-8DA6-14DE-1647-68AA16555042}"/>
              </a:ext>
            </a:extLst>
          </p:cNvPr>
          <p:cNvSpPr>
            <a:spLocks/>
          </p:cNvSpPr>
          <p:nvPr>
            <p:custDataLst>
              <p:tags r:id="rId24"/>
            </p:custDataLst>
          </p:nvPr>
        </p:nvSpPr>
        <p:spPr bwMode="gray">
          <a:xfrm>
            <a:off x="3943350" y="340995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C435C0F1-7428-480C-94E3-F8FC35BB1C51}" type="datetime'1''''''''7'''''''''''''''''''''">
              <a:rPr lang="en-US" altLang="en-US" sz="1400" smtClean="0">
                <a:solidFill>
                  <a:schemeClr val="tx1"/>
                </a:solidFill>
              </a:rPr>
              <a:pPr algn="ctr">
                <a:lnSpc>
                  <a:spcPct val="90000"/>
                </a:lnSpc>
                <a:spcBef>
                  <a:spcPct val="0"/>
                </a:spcBef>
                <a:spcAft>
                  <a:spcPct val="0"/>
                </a:spcAft>
              </a:pPr>
              <a:t>17</a:t>
            </a:fld>
            <a:endParaRPr lang="en-US" sz="1400">
              <a:solidFill>
                <a:schemeClr val="tx1"/>
              </a:solidFill>
            </a:endParaRPr>
          </a:p>
        </p:txBody>
      </p:sp>
      <p:sp>
        <p:nvSpPr>
          <p:cNvPr id="30" name="Rectangle 364">
            <a:extLst>
              <a:ext uri="{FF2B5EF4-FFF2-40B4-BE49-F238E27FC236}">
                <a16:creationId xmlns:a16="http://schemas.microsoft.com/office/drawing/2014/main" id="{0C871ECD-73A4-43E9-1370-1EF64D458675}"/>
              </a:ext>
            </a:extLst>
          </p:cNvPr>
          <p:cNvSpPr>
            <a:spLocks/>
          </p:cNvSpPr>
          <p:nvPr>
            <p:custDataLst>
              <p:tags r:id="rId25"/>
            </p:custDataLst>
          </p:nvPr>
        </p:nvSpPr>
        <p:spPr bwMode="gray">
          <a:xfrm>
            <a:off x="4733925" y="36163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EA3F950F-B335-465C-8F43-AB51268FBEBD}" type="datetime'''''''''''''''''''''''1''''''''''''''5'">
              <a:rPr lang="en-US" altLang="en-US" sz="1400" smtClean="0">
                <a:solidFill>
                  <a:schemeClr val="tx1"/>
                </a:solidFill>
              </a:rPr>
              <a:pPr algn="ctr">
                <a:lnSpc>
                  <a:spcPct val="90000"/>
                </a:lnSpc>
                <a:spcBef>
                  <a:spcPct val="0"/>
                </a:spcBef>
                <a:spcAft>
                  <a:spcPct val="0"/>
                </a:spcAft>
              </a:pPr>
              <a:t>15</a:t>
            </a:fld>
            <a:endParaRPr lang="en-US" sz="1400">
              <a:solidFill>
                <a:schemeClr val="tx1"/>
              </a:solidFill>
            </a:endParaRPr>
          </a:p>
        </p:txBody>
      </p:sp>
      <p:sp>
        <p:nvSpPr>
          <p:cNvPr id="31" name="Rectangle 365">
            <a:extLst>
              <a:ext uri="{FF2B5EF4-FFF2-40B4-BE49-F238E27FC236}">
                <a16:creationId xmlns:a16="http://schemas.microsoft.com/office/drawing/2014/main" id="{BCB19E19-E245-D3CA-5DF8-6850E8527422}"/>
              </a:ext>
            </a:extLst>
          </p:cNvPr>
          <p:cNvSpPr>
            <a:spLocks/>
          </p:cNvSpPr>
          <p:nvPr>
            <p:custDataLst>
              <p:tags r:id="rId26"/>
            </p:custDataLst>
          </p:nvPr>
        </p:nvSpPr>
        <p:spPr bwMode="gray">
          <a:xfrm>
            <a:off x="5173663" y="25114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845C499-2735-4D8D-BA2B-A82C79855911}" type="datetime'''''''''''''''''''''''2''''''''''''''''''''''''''6'''''''">
              <a:rPr lang="en-US" altLang="en-US" sz="1400" smtClean="0">
                <a:solidFill>
                  <a:schemeClr val="tx1"/>
                </a:solidFill>
              </a:rPr>
              <a:pPr algn="ctr">
                <a:lnSpc>
                  <a:spcPct val="90000"/>
                </a:lnSpc>
                <a:spcBef>
                  <a:spcPct val="0"/>
                </a:spcBef>
                <a:spcAft>
                  <a:spcPct val="0"/>
                </a:spcAft>
              </a:pPr>
              <a:t>26</a:t>
            </a:fld>
            <a:endParaRPr lang="en-US" sz="1400">
              <a:solidFill>
                <a:schemeClr val="tx1"/>
              </a:solidFill>
            </a:endParaRPr>
          </a:p>
        </p:txBody>
      </p:sp>
      <p:sp>
        <p:nvSpPr>
          <p:cNvPr id="32" name="Rectangle 366">
            <a:extLst>
              <a:ext uri="{FF2B5EF4-FFF2-40B4-BE49-F238E27FC236}">
                <a16:creationId xmlns:a16="http://schemas.microsoft.com/office/drawing/2014/main" id="{6C1533B2-D98B-9EFB-BEBA-4CB182D202BF}"/>
              </a:ext>
            </a:extLst>
          </p:cNvPr>
          <p:cNvSpPr>
            <a:spLocks/>
          </p:cNvSpPr>
          <p:nvPr>
            <p:custDataLst>
              <p:tags r:id="rId27"/>
            </p:custDataLst>
          </p:nvPr>
        </p:nvSpPr>
        <p:spPr bwMode="gray">
          <a:xfrm>
            <a:off x="7243763" y="4259263"/>
            <a:ext cx="1492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FC87031-C97B-4C10-929D-1BB1B82F245A}" type="datetime'''''''''''''''''''''''''''9'''''''">
              <a:rPr lang="en-US" altLang="en-US" sz="1400" smtClean="0">
                <a:solidFill>
                  <a:schemeClr val="tx1"/>
                </a:solidFill>
              </a:rPr>
              <a:pPr algn="ctr">
                <a:lnSpc>
                  <a:spcPct val="90000"/>
                </a:lnSpc>
                <a:spcBef>
                  <a:spcPct val="0"/>
                </a:spcBef>
                <a:spcAft>
                  <a:spcPct val="0"/>
                </a:spcAft>
              </a:pPr>
              <a:t>9</a:t>
            </a:fld>
            <a:endParaRPr lang="en-US" sz="1400">
              <a:solidFill>
                <a:schemeClr val="tx1"/>
              </a:solidFill>
            </a:endParaRPr>
          </a:p>
        </p:txBody>
      </p:sp>
      <p:sp>
        <p:nvSpPr>
          <p:cNvPr id="33" name="Rectangle 367">
            <a:extLst>
              <a:ext uri="{FF2B5EF4-FFF2-40B4-BE49-F238E27FC236}">
                <a16:creationId xmlns:a16="http://schemas.microsoft.com/office/drawing/2014/main" id="{0C57E5E1-CF26-54A4-E940-B75D1D5AEAD6}"/>
              </a:ext>
            </a:extLst>
          </p:cNvPr>
          <p:cNvSpPr>
            <a:spLocks/>
          </p:cNvSpPr>
          <p:nvPr>
            <p:custDataLst>
              <p:tags r:id="rId28"/>
            </p:custDataLst>
          </p:nvPr>
        </p:nvSpPr>
        <p:spPr bwMode="gray">
          <a:xfrm>
            <a:off x="7634288" y="37687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1C28B0E1-FF4C-4010-9F17-3CD820190A50}"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34" name="Oval 33">
            <a:extLst>
              <a:ext uri="{FF2B5EF4-FFF2-40B4-BE49-F238E27FC236}">
                <a16:creationId xmlns:a16="http://schemas.microsoft.com/office/drawing/2014/main" id="{0D336833-95B4-5DF1-0993-5DA9F80B2A03}"/>
              </a:ext>
            </a:extLst>
          </p:cNvPr>
          <p:cNvSpPr>
            <a:spLocks/>
          </p:cNvSpPr>
          <p:nvPr>
            <p:custDataLst>
              <p:tags r:id="rId29"/>
            </p:custDataLst>
          </p:nvPr>
        </p:nvSpPr>
        <p:spPr bwMode="auto">
          <a:xfrm>
            <a:off x="6234113" y="2246313"/>
            <a:ext cx="587375" cy="301625"/>
          </a:xfrm>
          <a:prstGeom prst="ellipse">
            <a:avLst/>
          </a:prstGeom>
          <a:solidFill>
            <a:schemeClr val="bg1"/>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fld id="{93ACE399-E739-4AD7-AADA-39F207D5A053}" type="datetime'''''''''''''''''''''''''''''''''''-''''''''''''48''''%'''''">
              <a:rPr lang="en-US" altLang="en-US" sz="1400" smtClean="0">
                <a:solidFill>
                  <a:schemeClr val="tx1"/>
                </a:solidFill>
                <a:effectLst/>
              </a:rPr>
              <a:pPr algn="ctr">
                <a:spcBef>
                  <a:spcPct val="0"/>
                </a:spcBef>
                <a:spcAft>
                  <a:spcPct val="0"/>
                </a:spcAft>
              </a:pPr>
              <a:t>-48%</a:t>
            </a:fld>
            <a:endParaRPr lang="en-US" sz="1400">
              <a:solidFill>
                <a:schemeClr val="tx1"/>
              </a:solidFill>
            </a:endParaRPr>
          </a:p>
        </p:txBody>
      </p:sp>
      <p:sp>
        <p:nvSpPr>
          <p:cNvPr id="35" name="Rectangle 19">
            <a:extLst>
              <a:ext uri="{FF2B5EF4-FFF2-40B4-BE49-F238E27FC236}">
                <a16:creationId xmlns:a16="http://schemas.microsoft.com/office/drawing/2014/main" id="{D43F45FF-6670-40D4-2888-6B621F6FB837}"/>
              </a:ext>
            </a:extLst>
          </p:cNvPr>
          <p:cNvSpPr>
            <a:spLocks/>
          </p:cNvSpPr>
          <p:nvPr>
            <p:custDataLst>
              <p:tags r:id="rId30"/>
            </p:custDataLst>
          </p:nvPr>
        </p:nvSpPr>
        <p:spPr bwMode="auto">
          <a:xfrm>
            <a:off x="3598863" y="5778500"/>
            <a:ext cx="250825" cy="187325"/>
          </a:xfrm>
          <a:prstGeom prst="rect">
            <a:avLst/>
          </a:prstGeom>
          <a:solidFill>
            <a:schemeClr val="bg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2">
            <a:extLst>
              <a:ext uri="{FF2B5EF4-FFF2-40B4-BE49-F238E27FC236}">
                <a16:creationId xmlns:a16="http://schemas.microsoft.com/office/drawing/2014/main" id="{D844FCD2-EE66-A7FA-BE17-336D2247FC77}"/>
              </a:ext>
            </a:extLst>
          </p:cNvPr>
          <p:cNvSpPr>
            <a:spLocks/>
          </p:cNvSpPr>
          <p:nvPr>
            <p:custDataLst>
              <p:tags r:id="rId31"/>
            </p:custDataLst>
          </p:nvPr>
        </p:nvSpPr>
        <p:spPr bwMode="auto">
          <a:xfrm>
            <a:off x="4514850" y="577850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2">
            <a:extLst>
              <a:ext uri="{FF2B5EF4-FFF2-40B4-BE49-F238E27FC236}">
                <a16:creationId xmlns:a16="http://schemas.microsoft.com/office/drawing/2014/main" id="{B4CB4B08-9589-F42E-BFF9-F2A095D2780D}"/>
              </a:ext>
            </a:extLst>
          </p:cNvPr>
          <p:cNvSpPr>
            <a:spLocks/>
          </p:cNvSpPr>
          <p:nvPr>
            <p:custDataLst>
              <p:tags r:id="rId32"/>
            </p:custDataLst>
          </p:nvPr>
        </p:nvSpPr>
        <p:spPr bwMode="auto">
          <a:xfrm>
            <a:off x="3900488" y="5773738"/>
            <a:ext cx="5127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59D7227-14F8-4379-8C12-A53A6E5096F1}" type="datetime'''''''''''''''''Onl''''''''i''''''''n''''e'''''''''''">
              <a:rPr lang="en-US" altLang="en-US" sz="1400" smtClean="0">
                <a:solidFill>
                  <a:schemeClr val="tx1"/>
                </a:solidFill>
              </a:rPr>
              <a:pPr>
                <a:spcBef>
                  <a:spcPct val="0"/>
                </a:spcBef>
                <a:spcAft>
                  <a:spcPct val="0"/>
                </a:spcAft>
              </a:pPr>
              <a:t>Online</a:t>
            </a:fld>
            <a:endParaRPr lang="en-US" sz="1400">
              <a:solidFill>
                <a:schemeClr val="tx1"/>
              </a:solidFill>
            </a:endParaRPr>
          </a:p>
        </p:txBody>
      </p:sp>
      <p:sp>
        <p:nvSpPr>
          <p:cNvPr id="38" name="Rectangle 10">
            <a:extLst>
              <a:ext uri="{FF2B5EF4-FFF2-40B4-BE49-F238E27FC236}">
                <a16:creationId xmlns:a16="http://schemas.microsoft.com/office/drawing/2014/main" id="{14B863F4-D62A-257B-CF15-2AF266511B43}"/>
              </a:ext>
            </a:extLst>
          </p:cNvPr>
          <p:cNvSpPr>
            <a:spLocks/>
          </p:cNvSpPr>
          <p:nvPr>
            <p:custDataLst>
              <p:tags r:id="rId33"/>
            </p:custDataLst>
          </p:nvPr>
        </p:nvSpPr>
        <p:spPr bwMode="auto">
          <a:xfrm>
            <a:off x="4816475" y="5773738"/>
            <a:ext cx="5095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083AECE-1438-4DF2-8A13-DD4A2AFF889D}" type="datetime'Of''''''''''f''''''''l''''''''''i''''''''''n''''e'">
              <a:rPr lang="en-US" altLang="en-US" sz="1400" smtClean="0">
                <a:solidFill>
                  <a:schemeClr val="tx1"/>
                </a:solidFill>
              </a:rPr>
              <a:pPr>
                <a:spcBef>
                  <a:spcPct val="0"/>
                </a:spcBef>
                <a:spcAft>
                  <a:spcPct val="0"/>
                </a:spcAft>
              </a:pPr>
              <a:t>Offline</a:t>
            </a:fld>
            <a:endParaRPr lang="en-US" sz="1400">
              <a:solidFill>
                <a:schemeClr val="tx1"/>
              </a:solidFill>
            </a:endParaRPr>
          </a:p>
        </p:txBody>
      </p:sp>
      <p:sp>
        <p:nvSpPr>
          <p:cNvPr id="45" name="tc_columnhead">
            <a:extLst>
              <a:ext uri="{FF2B5EF4-FFF2-40B4-BE49-F238E27FC236}">
                <a16:creationId xmlns:a16="http://schemas.microsoft.com/office/drawing/2014/main" id="{E4D05E99-57CF-C81A-80D8-E799492B64E3}"/>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46" name="tc_columnheadline">
            <a:extLst>
              <a:ext uri="{FF2B5EF4-FFF2-40B4-BE49-F238E27FC236}">
                <a16:creationId xmlns:a16="http://schemas.microsoft.com/office/drawing/2014/main" id="{D4492394-DA09-C52F-7077-1944DB893D2D}"/>
              </a:ext>
            </a:extLst>
          </p:cNvPr>
          <p:cNvCxnSpPr>
            <a:cxnSpLocks/>
            <a:stCxn id="45" idx="4"/>
            <a:endCxn id="45"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tc_columnhead">
            <a:extLst>
              <a:ext uri="{FF2B5EF4-FFF2-40B4-BE49-F238E27FC236}">
                <a16:creationId xmlns:a16="http://schemas.microsoft.com/office/drawing/2014/main" id="{B609D60C-FF97-30BB-614C-A2C30EEBBF34}"/>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49" name="tc_columnheadline">
            <a:extLst>
              <a:ext uri="{FF2B5EF4-FFF2-40B4-BE49-F238E27FC236}">
                <a16:creationId xmlns:a16="http://schemas.microsoft.com/office/drawing/2014/main" id="{64975172-FFA9-5669-B3F5-23FE35837E98}"/>
              </a:ext>
            </a:extLst>
          </p:cNvPr>
          <p:cNvCxnSpPr>
            <a:cxnSpLocks/>
            <a:stCxn id="48" idx="4"/>
            <a:endCxn id="48"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18">
            <a:extLst>
              <a:ext uri="{FF2B5EF4-FFF2-40B4-BE49-F238E27FC236}">
                <a16:creationId xmlns:a16="http://schemas.microsoft.com/office/drawing/2014/main" id="{0E69FDF9-F5E1-E6D9-95C3-75B746510A50}"/>
              </a:ext>
            </a:extLst>
          </p:cNvPr>
          <p:cNvSpPr>
            <a:spLocks/>
          </p:cNvSpPr>
          <p:nvPr/>
        </p:nvSpPr>
        <p:spPr>
          <a:xfrm>
            <a:off x="8811106" y="-805994"/>
            <a:ext cx="4575600" cy="1365365"/>
          </a:xfrm>
          <a:prstGeom prst="rect">
            <a:avLst/>
          </a:prstGeom>
          <a:solidFill>
            <a:schemeClr val="bg2"/>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t>
            </a:r>
            <a:r>
              <a:rPr lang="en-US" sz="1200" b="1" u="sng" dirty="0">
                <a:solidFill>
                  <a:schemeClr val="tx1"/>
                </a:solidFill>
              </a:rPr>
              <a:t>think-cell charts</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a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CAGR arrows, difference arrows),</a:t>
            </a:r>
            <a:r>
              <a:rPr lang="en-US" sz="1200" b="1" dirty="0">
                <a:solidFill>
                  <a:schemeClr val="tx1"/>
                </a:solidFill>
              </a:rPr>
              <a:t> </a:t>
            </a:r>
            <a:r>
              <a:rPr lang="en-US" sz="1200" dirty="0">
                <a:solidFill>
                  <a:schemeClr val="tx1"/>
                </a:solidFill>
              </a:rPr>
              <a:t>right-click a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a chart or a feature,</a:t>
            </a:r>
            <a:r>
              <a:rPr lang="en-US" sz="1200" b="1" dirty="0">
                <a:solidFill>
                  <a:schemeClr val="tx1"/>
                </a:solidFill>
              </a:rPr>
              <a:t> </a:t>
            </a:r>
            <a:r>
              <a:rPr lang="en-US" sz="1200" dirty="0">
                <a:solidFill>
                  <a:schemeClr val="tx1"/>
                </a:solidFill>
              </a:rPr>
              <a:t>click the chart or feature to open the mini toolbar.</a:t>
            </a:r>
            <a:endParaRPr lang="en-US" sz="1200" dirty="0">
              <a:solidFill>
                <a:schemeClr val="tx1"/>
              </a:solidFill>
              <a:cs typeface="Arial"/>
            </a:endParaRPr>
          </a:p>
        </p:txBody>
      </p:sp>
      <p:sp>
        <p:nvSpPr>
          <p:cNvPr id="73" name="Text Placeholder 15">
            <a:extLst>
              <a:ext uri="{FF2B5EF4-FFF2-40B4-BE49-F238E27FC236}">
                <a16:creationId xmlns:a16="http://schemas.microsoft.com/office/drawing/2014/main" id="{FB9BC161-67F9-90B0-90B4-215D01703775}"/>
              </a:ext>
            </a:extLst>
          </p:cNvPr>
          <p:cNvSpPr/>
          <p:nvPr/>
        </p:nvSpPr>
        <p:spPr>
          <a:xfrm>
            <a:off x="407988" y="6275487"/>
            <a:ext cx="4052391"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columns, bar, bars, think-cell, chart, charts, graph, graphs, comment</a:t>
            </a:r>
          </a:p>
        </p:txBody>
      </p:sp>
      <p:sp>
        <p:nvSpPr>
          <p:cNvPr id="2" name="Rechteck 137">
            <a:extLst>
              <a:ext uri="{FF2B5EF4-FFF2-40B4-BE49-F238E27FC236}">
                <a16:creationId xmlns:a16="http://schemas.microsoft.com/office/drawing/2014/main" id="{72D734B2-3075-6ECB-B132-19D020C294FF}"/>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4044534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516837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349" imgH="350" progId="TCLayout.ActiveDocument.1">
                  <p:embed/>
                </p:oleObj>
              </mc:Choice>
              <mc:Fallback>
                <p:oleObj name="think-cell Slide" r:id="rId36"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Clustered column</a:t>
            </a:r>
          </a:p>
        </p:txBody>
      </p:sp>
      <p:graphicFrame>
        <p:nvGraphicFramePr>
          <p:cNvPr id="40" name="Chart 39">
            <a:extLst>
              <a:ext uri="{FF2B5EF4-FFF2-40B4-BE49-F238E27FC236}">
                <a16:creationId xmlns:a16="http://schemas.microsoft.com/office/drawing/2014/main" id="{EC438882-94AC-571C-4987-D5AB9EAE75BE}"/>
              </a:ext>
            </a:extLst>
          </p:cNvPr>
          <p:cNvGraphicFramePr/>
          <p:nvPr>
            <p:custDataLst>
              <p:tags r:id="rId2"/>
            </p:custDataLst>
            <p:extLst>
              <p:ext uri="{D42A27DB-BD31-4B8C-83A1-F6EECF244321}">
                <p14:modId xmlns:p14="http://schemas.microsoft.com/office/powerpoint/2010/main" val="254793427"/>
              </p:ext>
            </p:extLst>
          </p:nvPr>
        </p:nvGraphicFramePr>
        <p:xfrm>
          <a:off x="688975" y="2297113"/>
          <a:ext cx="7548563" cy="3113087"/>
        </p:xfrm>
        <a:graphic>
          <a:graphicData uri="http://schemas.openxmlformats.org/drawingml/2006/chart">
            <c:chart xmlns:c="http://schemas.openxmlformats.org/drawingml/2006/chart" xmlns:r="http://schemas.openxmlformats.org/officeDocument/2006/relationships" r:id="rId38"/>
          </a:graphicData>
        </a:graphic>
      </p:graphicFrame>
      <p:sp>
        <p:nvSpPr>
          <p:cNvPr id="6" name="Rectangle 167">
            <a:extLst>
              <a:ext uri="{FF2B5EF4-FFF2-40B4-BE49-F238E27FC236}">
                <a16:creationId xmlns:a16="http://schemas.microsoft.com/office/drawing/2014/main" id="{3E20C19A-E70C-493C-9258-C2B48C96C2C0}"/>
              </a:ext>
            </a:extLst>
          </p:cNvPr>
          <p:cNvSpPr>
            <a:spLocks/>
          </p:cNvSpPr>
          <p:nvPr>
            <p:custDataLst>
              <p:tags r:id="rId3"/>
            </p:custDataLst>
          </p:nvPr>
        </p:nvSpPr>
        <p:spPr bwMode="gray">
          <a:xfrm>
            <a:off x="496888" y="5237163"/>
            <a:ext cx="984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CFC9594A-2098-41E8-A382-6AA7F35981C2}" type="datetime'''''''0'''''''''''''''''''''''''''''''''''">
              <a:rPr lang="en-US" altLang="en-US" sz="1400" smtClean="0">
                <a:solidFill>
                  <a:schemeClr val="tx1"/>
                </a:solidFill>
              </a:rPr>
              <a:pPr algn="r">
                <a:lnSpc>
                  <a:spcPct val="90000"/>
                </a:lnSpc>
                <a:spcBef>
                  <a:spcPct val="0"/>
                </a:spcBef>
                <a:spcAft>
                  <a:spcPct val="0"/>
                </a:spcAft>
              </a:pPr>
              <a:t>0</a:t>
            </a:fld>
            <a:endParaRPr lang="en-US" sz="1400">
              <a:solidFill>
                <a:schemeClr val="tx1"/>
              </a:solidFill>
            </a:endParaRPr>
          </a:p>
        </p:txBody>
      </p:sp>
      <p:sp>
        <p:nvSpPr>
          <p:cNvPr id="41" name="Text Placeholder 2">
            <a:extLst>
              <a:ext uri="{FF2B5EF4-FFF2-40B4-BE49-F238E27FC236}">
                <a16:creationId xmlns:a16="http://schemas.microsoft.com/office/drawing/2014/main" id="{A36AD9A7-A470-4248-33C2-9AE6FF8B56DA}"/>
              </a:ext>
            </a:extLst>
          </p:cNvPr>
          <p:cNvSpPr>
            <a:spLocks/>
          </p:cNvSpPr>
          <p:nvPr>
            <p:custDataLst>
              <p:tags r:id="rId4"/>
            </p:custDataLst>
          </p:nvPr>
        </p:nvSpPr>
        <p:spPr bwMode="gray">
          <a:xfrm>
            <a:off x="496888" y="4730750"/>
            <a:ext cx="984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2C3CFECC-A84D-4857-A2EA-AA69DC58F029}" type="datetime'''''''''''''''''''''''''''5'''''''''''''''''''''''''''''''''''">
              <a:rPr lang="en-US" altLang="en-US" sz="1400" smtClean="0">
                <a:effectLst/>
              </a:rPr>
              <a:pPr marL="0" lvl="0" indent="0" algn="r">
                <a:spcBef>
                  <a:spcPct val="0"/>
                </a:spcBef>
                <a:spcAft>
                  <a:spcPct val="0"/>
                </a:spcAft>
                <a:buNone/>
              </a:pPr>
              <a:t>5</a:t>
            </a:fld>
            <a:endParaRPr lang="en-US" sz="1400"/>
          </a:p>
        </p:txBody>
      </p:sp>
      <p:sp>
        <p:nvSpPr>
          <p:cNvPr id="11" name="Rectangle 172">
            <a:extLst>
              <a:ext uri="{FF2B5EF4-FFF2-40B4-BE49-F238E27FC236}">
                <a16:creationId xmlns:a16="http://schemas.microsoft.com/office/drawing/2014/main" id="{1336B2C2-E797-12C2-8DED-179B1D6C9B6A}"/>
              </a:ext>
            </a:extLst>
          </p:cNvPr>
          <p:cNvSpPr>
            <a:spLocks/>
          </p:cNvSpPr>
          <p:nvPr>
            <p:custDataLst>
              <p:tags r:id="rId5"/>
            </p:custDataLst>
          </p:nvPr>
        </p:nvSpPr>
        <p:spPr bwMode="gray">
          <a:xfrm>
            <a:off x="398463" y="4254500"/>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69AED3C5-D392-43FE-8527-4FA183F962B7}" type="datetime'''''1''0'''''">
              <a:rPr lang="en-US" altLang="en-US" sz="1400" smtClean="0">
                <a:solidFill>
                  <a:schemeClr val="tx1"/>
                </a:solidFill>
              </a:rPr>
              <a:pPr algn="r">
                <a:lnSpc>
                  <a:spcPct val="90000"/>
                </a:lnSpc>
                <a:spcBef>
                  <a:spcPct val="0"/>
                </a:spcBef>
                <a:spcAft>
                  <a:spcPct val="0"/>
                </a:spcAft>
              </a:pPr>
              <a:t>10</a:t>
            </a:fld>
            <a:endParaRPr lang="en-US" sz="1400">
              <a:solidFill>
                <a:schemeClr val="tx1"/>
              </a:solidFill>
            </a:endParaRPr>
          </a:p>
        </p:txBody>
      </p:sp>
      <p:sp>
        <p:nvSpPr>
          <p:cNvPr id="42" name="Text Placeholder 2">
            <a:extLst>
              <a:ext uri="{FF2B5EF4-FFF2-40B4-BE49-F238E27FC236}">
                <a16:creationId xmlns:a16="http://schemas.microsoft.com/office/drawing/2014/main" id="{A36AD9A7-A470-4248-33C2-9AE6FF8B56DA}"/>
              </a:ext>
            </a:extLst>
          </p:cNvPr>
          <p:cNvSpPr>
            <a:spLocks/>
          </p:cNvSpPr>
          <p:nvPr>
            <p:custDataLst>
              <p:tags r:id="rId6"/>
            </p:custDataLst>
          </p:nvPr>
        </p:nvSpPr>
        <p:spPr bwMode="gray">
          <a:xfrm>
            <a:off x="398463" y="3748088"/>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3A962EE7-4FAB-4C3B-A887-81AEEED2A771}" type="datetime'1''''''''5'''''''''''''''''''''''''">
              <a:rPr lang="en-US" altLang="en-US" sz="1400" smtClean="0">
                <a:effectLst/>
              </a:rPr>
              <a:pPr marL="0" lvl="0" indent="0" algn="r">
                <a:spcBef>
                  <a:spcPct val="0"/>
                </a:spcBef>
                <a:spcAft>
                  <a:spcPct val="0"/>
                </a:spcAft>
                <a:buNone/>
              </a:pPr>
              <a:t>15</a:t>
            </a:fld>
            <a:endParaRPr lang="en-US" sz="1400"/>
          </a:p>
        </p:txBody>
      </p:sp>
      <p:sp>
        <p:nvSpPr>
          <p:cNvPr id="12" name="Rectangle 177">
            <a:extLst>
              <a:ext uri="{FF2B5EF4-FFF2-40B4-BE49-F238E27FC236}">
                <a16:creationId xmlns:a16="http://schemas.microsoft.com/office/drawing/2014/main" id="{EC381340-2B3E-E99F-F995-293851645FDF}"/>
              </a:ext>
            </a:extLst>
          </p:cNvPr>
          <p:cNvSpPr>
            <a:spLocks/>
          </p:cNvSpPr>
          <p:nvPr>
            <p:custDataLst>
              <p:tags r:id="rId7"/>
            </p:custDataLst>
          </p:nvPr>
        </p:nvSpPr>
        <p:spPr bwMode="gray">
          <a:xfrm>
            <a:off x="398463" y="3271838"/>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3A31AB80-69DB-485B-873C-E3046BB2AF4E}" type="datetime'20'''''''''''''''''''''''''''''''''">
              <a:rPr lang="en-US" altLang="en-US" sz="1400" smtClean="0">
                <a:solidFill>
                  <a:schemeClr val="tx1"/>
                </a:solidFill>
              </a:rPr>
              <a:pPr algn="r">
                <a:lnSpc>
                  <a:spcPct val="90000"/>
                </a:lnSpc>
                <a:spcBef>
                  <a:spcPct val="0"/>
                </a:spcBef>
                <a:spcAft>
                  <a:spcPct val="0"/>
                </a:spcAft>
              </a:pPr>
              <a:t>20</a:t>
            </a:fld>
            <a:endParaRPr lang="en-US" sz="1400">
              <a:solidFill>
                <a:schemeClr val="tx1"/>
              </a:solidFill>
            </a:endParaRPr>
          </a:p>
        </p:txBody>
      </p:sp>
      <p:sp>
        <p:nvSpPr>
          <p:cNvPr id="43" name="Text Placeholder 2">
            <a:extLst>
              <a:ext uri="{FF2B5EF4-FFF2-40B4-BE49-F238E27FC236}">
                <a16:creationId xmlns:a16="http://schemas.microsoft.com/office/drawing/2014/main" id="{A36AD9A7-A470-4248-33C2-9AE6FF8B56DA}"/>
              </a:ext>
            </a:extLst>
          </p:cNvPr>
          <p:cNvSpPr>
            <a:spLocks/>
          </p:cNvSpPr>
          <p:nvPr>
            <p:custDataLst>
              <p:tags r:id="rId8"/>
            </p:custDataLst>
          </p:nvPr>
        </p:nvSpPr>
        <p:spPr bwMode="gray">
          <a:xfrm>
            <a:off x="398463" y="2765425"/>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8DE26AE-B5B7-495E-BF8B-9456DBAB3530}" type="datetime'''''''''''''''''''''''''''''2''''''''''''''''''5'''''''">
              <a:rPr lang="en-US" altLang="en-US" sz="1400" smtClean="0">
                <a:effectLst/>
              </a:rPr>
              <a:pPr marL="0" lvl="0" indent="0" algn="r">
                <a:spcBef>
                  <a:spcPct val="0"/>
                </a:spcBef>
                <a:spcAft>
                  <a:spcPct val="0"/>
                </a:spcAft>
                <a:buNone/>
              </a:pPr>
              <a:t>25</a:t>
            </a:fld>
            <a:endParaRPr lang="en-US" sz="1400"/>
          </a:p>
        </p:txBody>
      </p:sp>
      <p:sp>
        <p:nvSpPr>
          <p:cNvPr id="44" name="Text Placeholder 2">
            <a:extLst>
              <a:ext uri="{FF2B5EF4-FFF2-40B4-BE49-F238E27FC236}">
                <a16:creationId xmlns:a16="http://schemas.microsoft.com/office/drawing/2014/main" id="{A36AD9A7-A470-4248-33C2-9AE6FF8B56DA}"/>
              </a:ext>
            </a:extLst>
          </p:cNvPr>
          <p:cNvSpPr>
            <a:spLocks/>
          </p:cNvSpPr>
          <p:nvPr>
            <p:custDataLst>
              <p:tags r:id="rId9"/>
            </p:custDataLst>
          </p:nvPr>
        </p:nvSpPr>
        <p:spPr bwMode="gray">
          <a:xfrm>
            <a:off x="398463" y="2273300"/>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8ABFA58-C35E-4878-8D73-7AF0B0EAAE65}" type="datetime'''''''''''''''''''''''3''0'''''''''''''''''''''''''''''">
              <a:rPr lang="en-US" altLang="en-US" sz="1400" smtClean="0">
                <a:effectLst/>
              </a:rPr>
              <a:pPr marL="0" lvl="0" indent="0" algn="r">
                <a:spcBef>
                  <a:spcPct val="0"/>
                </a:spcBef>
                <a:spcAft>
                  <a:spcPct val="0"/>
                </a:spcAft>
                <a:buNone/>
              </a:pPr>
              <a:t>30</a:t>
            </a:fld>
            <a:endParaRPr lang="en-US" sz="1400"/>
          </a:p>
        </p:txBody>
      </p:sp>
      <p:cxnSp>
        <p:nvCxnSpPr>
          <p:cNvPr id="15" name="Straight Connector 113">
            <a:extLst>
              <a:ext uri="{FF2B5EF4-FFF2-40B4-BE49-F238E27FC236}">
                <a16:creationId xmlns:a16="http://schemas.microsoft.com/office/drawing/2014/main" id="{490DA7FE-DF02-1A55-B003-A38E635FD60F}"/>
              </a:ext>
            </a:extLst>
          </p:cNvPr>
          <p:cNvCxnSpPr>
            <a:cxnSpLocks/>
          </p:cNvCxnSpPr>
          <p:nvPr>
            <p:custDataLst>
              <p:tags r:id="rId10"/>
            </p:custDataLst>
          </p:nvPr>
        </p:nvCxnSpPr>
        <p:spPr bwMode="auto">
          <a:xfrm flipV="1">
            <a:off x="5297488" y="2397125"/>
            <a:ext cx="0" cy="7620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14">
            <a:extLst>
              <a:ext uri="{FF2B5EF4-FFF2-40B4-BE49-F238E27FC236}">
                <a16:creationId xmlns:a16="http://schemas.microsoft.com/office/drawing/2014/main" id="{5ED79ED3-6039-D248-270A-9A4BE6808BE9}"/>
              </a:ext>
            </a:extLst>
          </p:cNvPr>
          <p:cNvCxnSpPr>
            <a:cxnSpLocks/>
          </p:cNvCxnSpPr>
          <p:nvPr>
            <p:custDataLst>
              <p:tags r:id="rId11"/>
            </p:custDataLst>
          </p:nvPr>
        </p:nvCxnSpPr>
        <p:spPr bwMode="auto">
          <a:xfrm>
            <a:off x="5297488" y="2397125"/>
            <a:ext cx="2460625" cy="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15">
            <a:extLst>
              <a:ext uri="{FF2B5EF4-FFF2-40B4-BE49-F238E27FC236}">
                <a16:creationId xmlns:a16="http://schemas.microsoft.com/office/drawing/2014/main" id="{0FA57901-6219-12FE-517B-352CA8537C06}"/>
              </a:ext>
            </a:extLst>
          </p:cNvPr>
          <p:cNvCxnSpPr>
            <a:cxnSpLocks/>
          </p:cNvCxnSpPr>
          <p:nvPr>
            <p:custDataLst>
              <p:tags r:id="rId12"/>
            </p:custDataLst>
          </p:nvPr>
        </p:nvCxnSpPr>
        <p:spPr bwMode="auto">
          <a:xfrm>
            <a:off x="7758113" y="2397125"/>
            <a:ext cx="0" cy="1333500"/>
          </a:xfrm>
          <a:prstGeom prst="line">
            <a:avLst/>
          </a:prstGeom>
          <a:ln w="12700"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8" name="Rectangle 246">
            <a:extLst>
              <a:ext uri="{FF2B5EF4-FFF2-40B4-BE49-F238E27FC236}">
                <a16:creationId xmlns:a16="http://schemas.microsoft.com/office/drawing/2014/main" id="{0C784A0A-E037-5B73-0BD3-F85DE1D57491}"/>
              </a:ext>
            </a:extLst>
          </p:cNvPr>
          <p:cNvSpPr>
            <a:spLocks/>
          </p:cNvSpPr>
          <p:nvPr>
            <p:custDataLst>
              <p:tags r:id="rId13"/>
            </p:custDataLst>
          </p:nvPr>
        </p:nvSpPr>
        <p:spPr bwMode="auto">
          <a:xfrm>
            <a:off x="398463" y="1917700"/>
            <a:ext cx="11239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b" anchorCtr="0">
            <a:noAutofit/>
          </a:bodyPr>
          <a:lstStyle/>
          <a:p>
            <a:pPr>
              <a:spcBef>
                <a:spcPct val="0"/>
              </a:spcBef>
              <a:spcAft>
                <a:spcPct val="0"/>
              </a:spcAft>
            </a:pPr>
            <a:r>
              <a:rPr lang="en-US" sz="1400" dirty="0">
                <a:solidFill>
                  <a:schemeClr val="tx1"/>
                </a:solidFill>
              </a:rPr>
              <a:t>Median age (days)</a:t>
            </a:r>
          </a:p>
        </p:txBody>
      </p:sp>
      <p:sp>
        <p:nvSpPr>
          <p:cNvPr id="20" name="Rectangle 11">
            <a:extLst>
              <a:ext uri="{FF2B5EF4-FFF2-40B4-BE49-F238E27FC236}">
                <a16:creationId xmlns:a16="http://schemas.microsoft.com/office/drawing/2014/main" id="{4970B787-9B59-707F-9211-2F3FE9300364}"/>
              </a:ext>
            </a:extLst>
          </p:cNvPr>
          <p:cNvSpPr>
            <a:spLocks/>
          </p:cNvSpPr>
          <p:nvPr>
            <p:custDataLst>
              <p:tags r:id="rId14"/>
            </p:custDataLst>
          </p:nvPr>
        </p:nvSpPr>
        <p:spPr bwMode="auto">
          <a:xfrm>
            <a:off x="1069975"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E728CBBD-5F52-4733-B9FB-FE2DACADF6E2}" type="datetime'B''''r''''''''''''''a''n''''''d'''' ''''''''''''''1'''''">
              <a:rPr lang="en-US" altLang="en-US" sz="1400" smtClean="0">
                <a:solidFill>
                  <a:schemeClr val="tx1"/>
                </a:solidFill>
              </a:rPr>
              <a:pPr algn="ctr">
                <a:spcBef>
                  <a:spcPct val="0"/>
                </a:spcBef>
                <a:spcAft>
                  <a:spcPct val="0"/>
                </a:spcAft>
              </a:pPr>
              <a:t>Brand 1</a:t>
            </a:fld>
            <a:endParaRPr lang="en-US" sz="1400">
              <a:solidFill>
                <a:schemeClr val="tx1"/>
              </a:solidFill>
            </a:endParaRPr>
          </a:p>
        </p:txBody>
      </p:sp>
      <p:sp>
        <p:nvSpPr>
          <p:cNvPr id="21" name="Rectangle 31">
            <a:extLst>
              <a:ext uri="{FF2B5EF4-FFF2-40B4-BE49-F238E27FC236}">
                <a16:creationId xmlns:a16="http://schemas.microsoft.com/office/drawing/2014/main" id="{00BB3EED-75DA-70B9-0F62-F76D70319947}"/>
              </a:ext>
            </a:extLst>
          </p:cNvPr>
          <p:cNvSpPr>
            <a:spLocks/>
          </p:cNvSpPr>
          <p:nvPr>
            <p:custDataLst>
              <p:tags r:id="rId15"/>
            </p:custDataLst>
          </p:nvPr>
        </p:nvSpPr>
        <p:spPr bwMode="auto">
          <a:xfrm>
            <a:off x="2300288"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94AF4360-C1BF-4D6F-9234-89165ACB10D4}" type="datetime'''''B''''''r''a''''''n''''''d'' ''''''2'''">
              <a:rPr lang="en-US" altLang="en-US" sz="1400" smtClean="0">
                <a:solidFill>
                  <a:schemeClr val="tx1"/>
                </a:solidFill>
              </a:rPr>
              <a:pPr algn="ctr">
                <a:spcBef>
                  <a:spcPct val="0"/>
                </a:spcBef>
                <a:spcAft>
                  <a:spcPct val="0"/>
                </a:spcAft>
              </a:pPr>
              <a:t>Brand 2</a:t>
            </a:fld>
            <a:endParaRPr lang="en-US" sz="1400">
              <a:solidFill>
                <a:schemeClr val="tx1"/>
              </a:solidFill>
            </a:endParaRPr>
          </a:p>
        </p:txBody>
      </p:sp>
      <p:sp>
        <p:nvSpPr>
          <p:cNvPr id="22" name="Rectangle 32">
            <a:extLst>
              <a:ext uri="{FF2B5EF4-FFF2-40B4-BE49-F238E27FC236}">
                <a16:creationId xmlns:a16="http://schemas.microsoft.com/office/drawing/2014/main" id="{B8EC06C6-EEC6-3485-8C17-9858FADFC9EA}"/>
              </a:ext>
            </a:extLst>
          </p:cNvPr>
          <p:cNvSpPr>
            <a:spLocks/>
          </p:cNvSpPr>
          <p:nvPr>
            <p:custDataLst>
              <p:tags r:id="rId16"/>
            </p:custDataLst>
          </p:nvPr>
        </p:nvSpPr>
        <p:spPr bwMode="auto">
          <a:xfrm>
            <a:off x="35306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0ED863F-B3EC-4182-8D48-84C51B6756A1}" type="datetime'''''''''''''''B''r''''''''a''''''''''''''nd'' ''''''''''''''3'">
              <a:rPr lang="en-US" altLang="en-US" sz="1400" smtClean="0">
                <a:solidFill>
                  <a:schemeClr val="tx1"/>
                </a:solidFill>
              </a:rPr>
              <a:pPr algn="ctr">
                <a:spcBef>
                  <a:spcPct val="0"/>
                </a:spcBef>
                <a:spcAft>
                  <a:spcPct val="0"/>
                </a:spcAft>
              </a:pPr>
              <a:t>Brand 3</a:t>
            </a:fld>
            <a:endParaRPr lang="en-US" sz="1400">
              <a:solidFill>
                <a:schemeClr val="tx1"/>
              </a:solidFill>
            </a:endParaRPr>
          </a:p>
        </p:txBody>
      </p:sp>
      <p:sp>
        <p:nvSpPr>
          <p:cNvPr id="23" name="Rectangle 341">
            <a:extLst>
              <a:ext uri="{FF2B5EF4-FFF2-40B4-BE49-F238E27FC236}">
                <a16:creationId xmlns:a16="http://schemas.microsoft.com/office/drawing/2014/main" id="{ABF44360-8224-36FA-098F-A6B38D486DBA}"/>
              </a:ext>
            </a:extLst>
          </p:cNvPr>
          <p:cNvSpPr>
            <a:spLocks/>
          </p:cNvSpPr>
          <p:nvPr>
            <p:custDataLst>
              <p:tags r:id="rId17"/>
            </p:custDataLst>
          </p:nvPr>
        </p:nvSpPr>
        <p:spPr bwMode="auto">
          <a:xfrm>
            <a:off x="47625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C879B4F-C170-4D71-8B5D-1C85194368EC}" type="datetime'''''''''''''''''''''''''''B''ran''''''d'''''''''''''' ''4'">
              <a:rPr lang="en-US" altLang="en-US" sz="1400" smtClean="0">
                <a:solidFill>
                  <a:schemeClr val="tx1"/>
                </a:solidFill>
              </a:rPr>
              <a:pPr algn="ctr">
                <a:spcBef>
                  <a:spcPct val="0"/>
                </a:spcBef>
                <a:spcAft>
                  <a:spcPct val="0"/>
                </a:spcAft>
              </a:pPr>
              <a:t>Brand 4</a:t>
            </a:fld>
            <a:endParaRPr lang="en-US" sz="1400">
              <a:solidFill>
                <a:schemeClr val="tx1"/>
              </a:solidFill>
            </a:endParaRPr>
          </a:p>
        </p:txBody>
      </p:sp>
      <p:sp>
        <p:nvSpPr>
          <p:cNvPr id="19" name="Rectangle 35">
            <a:extLst>
              <a:ext uri="{FF2B5EF4-FFF2-40B4-BE49-F238E27FC236}">
                <a16:creationId xmlns:a16="http://schemas.microsoft.com/office/drawing/2014/main" id="{1B688C84-1B4C-5EEE-8471-666CB833DB88}"/>
              </a:ext>
            </a:extLst>
          </p:cNvPr>
          <p:cNvSpPr>
            <a:spLocks/>
          </p:cNvSpPr>
          <p:nvPr>
            <p:custDataLst>
              <p:tags r:id="rId18"/>
            </p:custDataLst>
          </p:nvPr>
        </p:nvSpPr>
        <p:spPr bwMode="auto">
          <a:xfrm>
            <a:off x="7124700" y="5386388"/>
            <a:ext cx="8302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89DB73BD-DCEF-433A-B8EC-01E61FC6CDCB}" type="datetime'O''''''''''''u''''r'' ''''''''''Br''''''an''''''''d'''''''">
              <a:rPr lang="en-US" altLang="en-US" sz="1400" smtClean="0">
                <a:solidFill>
                  <a:schemeClr val="tx1"/>
                </a:solidFill>
              </a:rPr>
              <a:pPr algn="ctr">
                <a:spcBef>
                  <a:spcPct val="0"/>
                </a:spcBef>
                <a:spcAft>
                  <a:spcPct val="0"/>
                </a:spcAft>
              </a:pPr>
              <a:t>Our Brand</a:t>
            </a:fld>
            <a:endParaRPr lang="en-US" sz="1400">
              <a:solidFill>
                <a:schemeClr val="tx1"/>
              </a:solidFill>
            </a:endParaRPr>
          </a:p>
        </p:txBody>
      </p:sp>
      <p:sp>
        <p:nvSpPr>
          <p:cNvPr id="24" name="Rectangle 357">
            <a:extLst>
              <a:ext uri="{FF2B5EF4-FFF2-40B4-BE49-F238E27FC236}">
                <a16:creationId xmlns:a16="http://schemas.microsoft.com/office/drawing/2014/main" id="{57FD7012-D997-A805-6E02-ABE8F803DD60}"/>
              </a:ext>
            </a:extLst>
          </p:cNvPr>
          <p:cNvSpPr>
            <a:spLocks/>
          </p:cNvSpPr>
          <p:nvPr>
            <p:custDataLst>
              <p:tags r:id="rId19"/>
            </p:custDataLst>
          </p:nvPr>
        </p:nvSpPr>
        <p:spPr bwMode="gray">
          <a:xfrm>
            <a:off x="1041400" y="35766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7F2B032B-7ACF-4A45-B498-DAF073F4862D}" type="datetime'''''''''''''1''''''''''''''''''''''''''''''6'''''''">
              <a:rPr lang="en-US" altLang="en-US" sz="1400" smtClean="0">
                <a:solidFill>
                  <a:schemeClr val="tx1"/>
                </a:solidFill>
              </a:rPr>
              <a:pPr algn="ctr">
                <a:lnSpc>
                  <a:spcPct val="90000"/>
                </a:lnSpc>
                <a:spcBef>
                  <a:spcPct val="0"/>
                </a:spcBef>
                <a:spcAft>
                  <a:spcPct val="0"/>
                </a:spcAft>
              </a:pPr>
              <a:t>16</a:t>
            </a:fld>
            <a:endParaRPr lang="en-US" sz="1400">
              <a:solidFill>
                <a:schemeClr val="tx1"/>
              </a:solidFill>
            </a:endParaRPr>
          </a:p>
        </p:txBody>
      </p:sp>
      <p:sp>
        <p:nvSpPr>
          <p:cNvPr id="25" name="Rectangle 358">
            <a:extLst>
              <a:ext uri="{FF2B5EF4-FFF2-40B4-BE49-F238E27FC236}">
                <a16:creationId xmlns:a16="http://schemas.microsoft.com/office/drawing/2014/main" id="{421437B7-BA42-9BD8-6BDF-4C7D403B3A58}"/>
              </a:ext>
            </a:extLst>
          </p:cNvPr>
          <p:cNvSpPr>
            <a:spLocks/>
          </p:cNvSpPr>
          <p:nvPr>
            <p:custDataLst>
              <p:tags r:id="rId20"/>
            </p:custDataLst>
          </p:nvPr>
        </p:nvSpPr>
        <p:spPr bwMode="gray">
          <a:xfrm>
            <a:off x="1481138" y="28051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303C2CB7-2660-4465-818D-CF7A66CEC485}" type="datetime'2''''''''''''''''''''''3'''''''''">
              <a:rPr lang="en-US" altLang="en-US" sz="1400" smtClean="0">
                <a:solidFill>
                  <a:schemeClr val="tx1"/>
                </a:solidFill>
              </a:rPr>
              <a:pPr algn="ctr">
                <a:lnSpc>
                  <a:spcPct val="90000"/>
                </a:lnSpc>
                <a:spcBef>
                  <a:spcPct val="0"/>
                </a:spcBef>
                <a:spcAft>
                  <a:spcPct val="0"/>
                </a:spcAft>
              </a:pPr>
              <a:t>23</a:t>
            </a:fld>
            <a:endParaRPr lang="en-US" sz="1400">
              <a:solidFill>
                <a:schemeClr val="tx1"/>
              </a:solidFill>
            </a:endParaRPr>
          </a:p>
        </p:txBody>
      </p:sp>
      <p:sp>
        <p:nvSpPr>
          <p:cNvPr id="26" name="Rectangle 359">
            <a:extLst>
              <a:ext uri="{FF2B5EF4-FFF2-40B4-BE49-F238E27FC236}">
                <a16:creationId xmlns:a16="http://schemas.microsoft.com/office/drawing/2014/main" id="{949204FD-B15F-E846-2BE0-FAB1AB533D97}"/>
              </a:ext>
            </a:extLst>
          </p:cNvPr>
          <p:cNvSpPr>
            <a:spLocks/>
          </p:cNvSpPr>
          <p:nvPr>
            <p:custDataLst>
              <p:tags r:id="rId21"/>
            </p:custDataLst>
          </p:nvPr>
        </p:nvSpPr>
        <p:spPr bwMode="gray">
          <a:xfrm>
            <a:off x="2271713" y="37703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542BC38F-8E18-4B12-9AC6-DC216F8CEAEB}"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7" name="Rectangle 360">
            <a:extLst>
              <a:ext uri="{FF2B5EF4-FFF2-40B4-BE49-F238E27FC236}">
                <a16:creationId xmlns:a16="http://schemas.microsoft.com/office/drawing/2014/main" id="{CCDB6DB7-31FF-1441-CED5-991119859317}"/>
              </a:ext>
            </a:extLst>
          </p:cNvPr>
          <p:cNvSpPr>
            <a:spLocks/>
          </p:cNvSpPr>
          <p:nvPr>
            <p:custDataLst>
              <p:tags r:id="rId22"/>
            </p:custDataLst>
          </p:nvPr>
        </p:nvSpPr>
        <p:spPr bwMode="gray">
          <a:xfrm>
            <a:off x="2711450" y="36909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B72C4BD-7C37-4DD9-AD78-FF2A7D92124A}"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8" name="Rectangle 361">
            <a:extLst>
              <a:ext uri="{FF2B5EF4-FFF2-40B4-BE49-F238E27FC236}">
                <a16:creationId xmlns:a16="http://schemas.microsoft.com/office/drawing/2014/main" id="{4152C6D1-7EAF-600D-FB89-8920CF3A0710}"/>
              </a:ext>
            </a:extLst>
          </p:cNvPr>
          <p:cNvSpPr>
            <a:spLocks/>
          </p:cNvSpPr>
          <p:nvPr>
            <p:custDataLst>
              <p:tags r:id="rId23"/>
            </p:custDataLst>
          </p:nvPr>
        </p:nvSpPr>
        <p:spPr bwMode="gray">
          <a:xfrm>
            <a:off x="3503613" y="391160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6B52D05-29A0-459C-9768-15DFF3026304}" type="datetime'''''''''''''''''''''''''''''''''''''''''12'''''''">
              <a:rPr lang="en-US" altLang="en-US" sz="1400" smtClean="0">
                <a:solidFill>
                  <a:schemeClr val="tx1"/>
                </a:solidFill>
              </a:rPr>
              <a:pPr algn="ctr">
                <a:lnSpc>
                  <a:spcPct val="90000"/>
                </a:lnSpc>
                <a:spcBef>
                  <a:spcPct val="0"/>
                </a:spcBef>
                <a:spcAft>
                  <a:spcPct val="0"/>
                </a:spcAft>
              </a:pPr>
              <a:t>12</a:t>
            </a:fld>
            <a:endParaRPr lang="en-US" sz="1400">
              <a:solidFill>
                <a:schemeClr val="tx1"/>
              </a:solidFill>
            </a:endParaRPr>
          </a:p>
        </p:txBody>
      </p:sp>
      <p:sp>
        <p:nvSpPr>
          <p:cNvPr id="29" name="Rectangle 363">
            <a:extLst>
              <a:ext uri="{FF2B5EF4-FFF2-40B4-BE49-F238E27FC236}">
                <a16:creationId xmlns:a16="http://schemas.microsoft.com/office/drawing/2014/main" id="{8458D2D6-8DA6-14DE-1647-68AA16555042}"/>
              </a:ext>
            </a:extLst>
          </p:cNvPr>
          <p:cNvSpPr>
            <a:spLocks/>
          </p:cNvSpPr>
          <p:nvPr>
            <p:custDataLst>
              <p:tags r:id="rId24"/>
            </p:custDataLst>
          </p:nvPr>
        </p:nvSpPr>
        <p:spPr bwMode="gray">
          <a:xfrm>
            <a:off x="3943350" y="340995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C435C0F1-7428-480C-94E3-F8FC35BB1C51}" type="datetime'1''''''''7'''''''''''''''''''''">
              <a:rPr lang="en-US" altLang="en-US" sz="1400" smtClean="0">
                <a:solidFill>
                  <a:schemeClr val="tx1"/>
                </a:solidFill>
              </a:rPr>
              <a:pPr algn="ctr">
                <a:lnSpc>
                  <a:spcPct val="90000"/>
                </a:lnSpc>
                <a:spcBef>
                  <a:spcPct val="0"/>
                </a:spcBef>
                <a:spcAft>
                  <a:spcPct val="0"/>
                </a:spcAft>
              </a:pPr>
              <a:t>17</a:t>
            </a:fld>
            <a:endParaRPr lang="en-US" sz="1400">
              <a:solidFill>
                <a:schemeClr val="tx1"/>
              </a:solidFill>
            </a:endParaRPr>
          </a:p>
        </p:txBody>
      </p:sp>
      <p:sp>
        <p:nvSpPr>
          <p:cNvPr id="30" name="Rectangle 364">
            <a:extLst>
              <a:ext uri="{FF2B5EF4-FFF2-40B4-BE49-F238E27FC236}">
                <a16:creationId xmlns:a16="http://schemas.microsoft.com/office/drawing/2014/main" id="{0C871ECD-73A4-43E9-1370-1EF64D458675}"/>
              </a:ext>
            </a:extLst>
          </p:cNvPr>
          <p:cNvSpPr>
            <a:spLocks/>
          </p:cNvSpPr>
          <p:nvPr>
            <p:custDataLst>
              <p:tags r:id="rId25"/>
            </p:custDataLst>
          </p:nvPr>
        </p:nvSpPr>
        <p:spPr bwMode="gray">
          <a:xfrm>
            <a:off x="4733925" y="36163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EA3F950F-B335-465C-8F43-AB51268FBEBD}" type="datetime'''''''''''''''''''''''1''''''''''''''5'">
              <a:rPr lang="en-US" altLang="en-US" sz="1400" smtClean="0">
                <a:solidFill>
                  <a:schemeClr val="tx1"/>
                </a:solidFill>
              </a:rPr>
              <a:pPr algn="ctr">
                <a:lnSpc>
                  <a:spcPct val="90000"/>
                </a:lnSpc>
                <a:spcBef>
                  <a:spcPct val="0"/>
                </a:spcBef>
                <a:spcAft>
                  <a:spcPct val="0"/>
                </a:spcAft>
              </a:pPr>
              <a:t>15</a:t>
            </a:fld>
            <a:endParaRPr lang="en-US" sz="1400">
              <a:solidFill>
                <a:schemeClr val="tx1"/>
              </a:solidFill>
            </a:endParaRPr>
          </a:p>
        </p:txBody>
      </p:sp>
      <p:sp>
        <p:nvSpPr>
          <p:cNvPr id="31" name="Rectangle 365">
            <a:extLst>
              <a:ext uri="{FF2B5EF4-FFF2-40B4-BE49-F238E27FC236}">
                <a16:creationId xmlns:a16="http://schemas.microsoft.com/office/drawing/2014/main" id="{BCB19E19-E245-D3CA-5DF8-6850E8527422}"/>
              </a:ext>
            </a:extLst>
          </p:cNvPr>
          <p:cNvSpPr>
            <a:spLocks/>
          </p:cNvSpPr>
          <p:nvPr>
            <p:custDataLst>
              <p:tags r:id="rId26"/>
            </p:custDataLst>
          </p:nvPr>
        </p:nvSpPr>
        <p:spPr bwMode="gray">
          <a:xfrm>
            <a:off x="5173663" y="25114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845C499-2735-4D8D-BA2B-A82C79855911}" type="datetime'''''''''''''''''''''''2''''''''''''''''''''''''''6'''''''">
              <a:rPr lang="en-US" altLang="en-US" sz="1400" smtClean="0">
                <a:solidFill>
                  <a:schemeClr val="tx1"/>
                </a:solidFill>
              </a:rPr>
              <a:pPr algn="ctr">
                <a:lnSpc>
                  <a:spcPct val="90000"/>
                </a:lnSpc>
                <a:spcBef>
                  <a:spcPct val="0"/>
                </a:spcBef>
                <a:spcAft>
                  <a:spcPct val="0"/>
                </a:spcAft>
              </a:pPr>
              <a:t>26</a:t>
            </a:fld>
            <a:endParaRPr lang="en-US" sz="1400">
              <a:solidFill>
                <a:schemeClr val="tx1"/>
              </a:solidFill>
            </a:endParaRPr>
          </a:p>
        </p:txBody>
      </p:sp>
      <p:sp>
        <p:nvSpPr>
          <p:cNvPr id="32" name="Rectangle 366">
            <a:extLst>
              <a:ext uri="{FF2B5EF4-FFF2-40B4-BE49-F238E27FC236}">
                <a16:creationId xmlns:a16="http://schemas.microsoft.com/office/drawing/2014/main" id="{6C1533B2-D98B-9EFB-BEBA-4CB182D202BF}"/>
              </a:ext>
            </a:extLst>
          </p:cNvPr>
          <p:cNvSpPr>
            <a:spLocks/>
          </p:cNvSpPr>
          <p:nvPr>
            <p:custDataLst>
              <p:tags r:id="rId27"/>
            </p:custDataLst>
          </p:nvPr>
        </p:nvSpPr>
        <p:spPr bwMode="gray">
          <a:xfrm>
            <a:off x="7243763" y="4259263"/>
            <a:ext cx="1492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FC87031-C97B-4C10-929D-1BB1B82F245A}" type="datetime'''''''''''''''''''''''''''9'''''''">
              <a:rPr lang="en-US" altLang="en-US" sz="1400" smtClean="0">
                <a:solidFill>
                  <a:schemeClr val="tx1"/>
                </a:solidFill>
              </a:rPr>
              <a:pPr algn="ctr">
                <a:lnSpc>
                  <a:spcPct val="90000"/>
                </a:lnSpc>
                <a:spcBef>
                  <a:spcPct val="0"/>
                </a:spcBef>
                <a:spcAft>
                  <a:spcPct val="0"/>
                </a:spcAft>
              </a:pPr>
              <a:t>9</a:t>
            </a:fld>
            <a:endParaRPr lang="en-US" sz="1400">
              <a:solidFill>
                <a:schemeClr val="tx1"/>
              </a:solidFill>
            </a:endParaRPr>
          </a:p>
        </p:txBody>
      </p:sp>
      <p:sp>
        <p:nvSpPr>
          <p:cNvPr id="33" name="Rectangle 367">
            <a:extLst>
              <a:ext uri="{FF2B5EF4-FFF2-40B4-BE49-F238E27FC236}">
                <a16:creationId xmlns:a16="http://schemas.microsoft.com/office/drawing/2014/main" id="{0C57E5E1-CF26-54A4-E940-B75D1D5AEAD6}"/>
              </a:ext>
            </a:extLst>
          </p:cNvPr>
          <p:cNvSpPr>
            <a:spLocks/>
          </p:cNvSpPr>
          <p:nvPr>
            <p:custDataLst>
              <p:tags r:id="rId28"/>
            </p:custDataLst>
          </p:nvPr>
        </p:nvSpPr>
        <p:spPr bwMode="gray">
          <a:xfrm>
            <a:off x="7634288" y="37687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1C28B0E1-FF4C-4010-9F17-3CD820190A50}"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34" name="Oval 33">
            <a:extLst>
              <a:ext uri="{FF2B5EF4-FFF2-40B4-BE49-F238E27FC236}">
                <a16:creationId xmlns:a16="http://schemas.microsoft.com/office/drawing/2014/main" id="{0D336833-95B4-5DF1-0993-5DA9F80B2A03}"/>
              </a:ext>
            </a:extLst>
          </p:cNvPr>
          <p:cNvSpPr>
            <a:spLocks/>
          </p:cNvSpPr>
          <p:nvPr>
            <p:custDataLst>
              <p:tags r:id="rId29"/>
            </p:custDataLst>
          </p:nvPr>
        </p:nvSpPr>
        <p:spPr bwMode="auto">
          <a:xfrm>
            <a:off x="6234113" y="2246313"/>
            <a:ext cx="587375" cy="301625"/>
          </a:xfrm>
          <a:prstGeom prst="ellipse">
            <a:avLst/>
          </a:prstGeom>
          <a:solidFill>
            <a:schemeClr val="bg1"/>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fld id="{93ACE399-E739-4AD7-AADA-39F207D5A053}" type="datetime'''''''''''''''''''''''''''''''''''-''''''''''''48''''%'''''">
              <a:rPr lang="en-US" altLang="en-US" sz="1400" smtClean="0">
                <a:solidFill>
                  <a:schemeClr val="tx1"/>
                </a:solidFill>
                <a:effectLst/>
              </a:rPr>
              <a:pPr algn="ctr">
                <a:spcBef>
                  <a:spcPct val="0"/>
                </a:spcBef>
                <a:spcAft>
                  <a:spcPct val="0"/>
                </a:spcAft>
              </a:pPr>
              <a:t>-48%</a:t>
            </a:fld>
            <a:endParaRPr lang="en-US" sz="1400">
              <a:solidFill>
                <a:schemeClr val="tx1"/>
              </a:solidFill>
            </a:endParaRPr>
          </a:p>
        </p:txBody>
      </p:sp>
      <p:sp>
        <p:nvSpPr>
          <p:cNvPr id="35" name="Rectangle 19">
            <a:extLst>
              <a:ext uri="{FF2B5EF4-FFF2-40B4-BE49-F238E27FC236}">
                <a16:creationId xmlns:a16="http://schemas.microsoft.com/office/drawing/2014/main" id="{D43F45FF-6670-40D4-2888-6B621F6FB837}"/>
              </a:ext>
            </a:extLst>
          </p:cNvPr>
          <p:cNvSpPr>
            <a:spLocks/>
          </p:cNvSpPr>
          <p:nvPr>
            <p:custDataLst>
              <p:tags r:id="rId30"/>
            </p:custDataLst>
          </p:nvPr>
        </p:nvSpPr>
        <p:spPr bwMode="auto">
          <a:xfrm>
            <a:off x="3598863" y="5778500"/>
            <a:ext cx="250825" cy="187325"/>
          </a:xfrm>
          <a:prstGeom prst="rect">
            <a:avLst/>
          </a:prstGeom>
          <a:solidFill>
            <a:schemeClr val="bg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2">
            <a:extLst>
              <a:ext uri="{FF2B5EF4-FFF2-40B4-BE49-F238E27FC236}">
                <a16:creationId xmlns:a16="http://schemas.microsoft.com/office/drawing/2014/main" id="{D844FCD2-EE66-A7FA-BE17-336D2247FC77}"/>
              </a:ext>
            </a:extLst>
          </p:cNvPr>
          <p:cNvSpPr>
            <a:spLocks/>
          </p:cNvSpPr>
          <p:nvPr>
            <p:custDataLst>
              <p:tags r:id="rId31"/>
            </p:custDataLst>
          </p:nvPr>
        </p:nvSpPr>
        <p:spPr bwMode="auto">
          <a:xfrm>
            <a:off x="4514850" y="577850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2">
            <a:extLst>
              <a:ext uri="{FF2B5EF4-FFF2-40B4-BE49-F238E27FC236}">
                <a16:creationId xmlns:a16="http://schemas.microsoft.com/office/drawing/2014/main" id="{B4CB4B08-9589-F42E-BFF9-F2A095D2780D}"/>
              </a:ext>
            </a:extLst>
          </p:cNvPr>
          <p:cNvSpPr>
            <a:spLocks/>
          </p:cNvSpPr>
          <p:nvPr>
            <p:custDataLst>
              <p:tags r:id="rId32"/>
            </p:custDataLst>
          </p:nvPr>
        </p:nvSpPr>
        <p:spPr bwMode="auto">
          <a:xfrm>
            <a:off x="3900488" y="5773738"/>
            <a:ext cx="5127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59D7227-14F8-4379-8C12-A53A6E5096F1}" type="datetime'''''''''''''''''Onl''''''''i''''''''n''''e'''''''''''">
              <a:rPr lang="en-US" altLang="en-US" sz="1400" smtClean="0">
                <a:solidFill>
                  <a:schemeClr val="tx1"/>
                </a:solidFill>
              </a:rPr>
              <a:pPr>
                <a:spcBef>
                  <a:spcPct val="0"/>
                </a:spcBef>
                <a:spcAft>
                  <a:spcPct val="0"/>
                </a:spcAft>
              </a:pPr>
              <a:t>Online</a:t>
            </a:fld>
            <a:endParaRPr lang="en-US" sz="1400">
              <a:solidFill>
                <a:schemeClr val="tx1"/>
              </a:solidFill>
            </a:endParaRPr>
          </a:p>
        </p:txBody>
      </p:sp>
      <p:sp>
        <p:nvSpPr>
          <p:cNvPr id="38" name="Rectangle 10">
            <a:extLst>
              <a:ext uri="{FF2B5EF4-FFF2-40B4-BE49-F238E27FC236}">
                <a16:creationId xmlns:a16="http://schemas.microsoft.com/office/drawing/2014/main" id="{14B863F4-D62A-257B-CF15-2AF266511B43}"/>
              </a:ext>
            </a:extLst>
          </p:cNvPr>
          <p:cNvSpPr>
            <a:spLocks/>
          </p:cNvSpPr>
          <p:nvPr>
            <p:custDataLst>
              <p:tags r:id="rId33"/>
            </p:custDataLst>
          </p:nvPr>
        </p:nvSpPr>
        <p:spPr bwMode="auto">
          <a:xfrm>
            <a:off x="4816475" y="5773738"/>
            <a:ext cx="5095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083AECE-1438-4DF2-8A13-DD4A2AFF889D}" type="datetime'Of''''''''''f''''''''l''''''''''i''''''''''n''''e'">
              <a:rPr lang="en-US" altLang="en-US" sz="1400" smtClean="0">
                <a:solidFill>
                  <a:schemeClr val="tx1"/>
                </a:solidFill>
              </a:rPr>
              <a:pPr>
                <a:spcBef>
                  <a:spcPct val="0"/>
                </a:spcBef>
                <a:spcAft>
                  <a:spcPct val="0"/>
                </a:spcAft>
              </a:pPr>
              <a:t>Offline</a:t>
            </a:fld>
            <a:endParaRPr lang="en-US" sz="1400">
              <a:solidFill>
                <a:schemeClr val="tx1"/>
              </a:solidFill>
            </a:endParaRPr>
          </a:p>
        </p:txBody>
      </p:sp>
      <p:sp>
        <p:nvSpPr>
          <p:cNvPr id="45" name="tc_columnhead">
            <a:extLst>
              <a:ext uri="{FF2B5EF4-FFF2-40B4-BE49-F238E27FC236}">
                <a16:creationId xmlns:a16="http://schemas.microsoft.com/office/drawing/2014/main" id="{E4D05E99-57CF-C81A-80D8-E799492B64E3}"/>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46" name="tc_columnheadline">
            <a:extLst>
              <a:ext uri="{FF2B5EF4-FFF2-40B4-BE49-F238E27FC236}">
                <a16:creationId xmlns:a16="http://schemas.microsoft.com/office/drawing/2014/main" id="{D4492394-DA09-C52F-7077-1944DB893D2D}"/>
              </a:ext>
            </a:extLst>
          </p:cNvPr>
          <p:cNvCxnSpPr>
            <a:cxnSpLocks/>
            <a:stCxn id="45" idx="4"/>
            <a:endCxn id="45"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tc_columnhead">
            <a:extLst>
              <a:ext uri="{FF2B5EF4-FFF2-40B4-BE49-F238E27FC236}">
                <a16:creationId xmlns:a16="http://schemas.microsoft.com/office/drawing/2014/main" id="{B609D60C-FF97-30BB-614C-A2C30EEBBF34}"/>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49" name="tc_columnheadline">
            <a:extLst>
              <a:ext uri="{FF2B5EF4-FFF2-40B4-BE49-F238E27FC236}">
                <a16:creationId xmlns:a16="http://schemas.microsoft.com/office/drawing/2014/main" id="{64975172-FFA9-5669-B3F5-23FE35837E98}"/>
              </a:ext>
            </a:extLst>
          </p:cNvPr>
          <p:cNvCxnSpPr>
            <a:cxnSpLocks/>
            <a:stCxn id="48" idx="4"/>
            <a:endCxn id="48"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18">
            <a:extLst>
              <a:ext uri="{FF2B5EF4-FFF2-40B4-BE49-F238E27FC236}">
                <a16:creationId xmlns:a16="http://schemas.microsoft.com/office/drawing/2014/main" id="{0E69FDF9-F5E1-E6D9-95C3-75B746510A50}"/>
              </a:ext>
            </a:extLst>
          </p:cNvPr>
          <p:cNvSpPr>
            <a:spLocks/>
          </p:cNvSpPr>
          <p:nvPr/>
        </p:nvSpPr>
        <p:spPr>
          <a:xfrm>
            <a:off x="8811106" y="-805994"/>
            <a:ext cx="4575600" cy="1365365"/>
          </a:xfrm>
          <a:prstGeom prst="rect">
            <a:avLst/>
          </a:prstGeom>
          <a:solidFill>
            <a:schemeClr val="bg2"/>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t>
            </a:r>
            <a:r>
              <a:rPr lang="en-US" sz="1200" b="1" u="sng" dirty="0">
                <a:solidFill>
                  <a:schemeClr val="tx1"/>
                </a:solidFill>
              </a:rPr>
              <a:t>think-cell charts</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a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CAGR arrows, difference arrows),</a:t>
            </a:r>
            <a:r>
              <a:rPr lang="en-US" sz="1200" b="1" dirty="0">
                <a:solidFill>
                  <a:schemeClr val="tx1"/>
                </a:solidFill>
              </a:rPr>
              <a:t> </a:t>
            </a:r>
            <a:r>
              <a:rPr lang="en-US" sz="1200" dirty="0">
                <a:solidFill>
                  <a:schemeClr val="tx1"/>
                </a:solidFill>
              </a:rPr>
              <a:t>right-click a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a chart or a feature,</a:t>
            </a:r>
            <a:r>
              <a:rPr lang="en-US" sz="1200" b="1" dirty="0">
                <a:solidFill>
                  <a:schemeClr val="tx1"/>
                </a:solidFill>
              </a:rPr>
              <a:t> </a:t>
            </a:r>
            <a:r>
              <a:rPr lang="en-US" sz="1200" dirty="0">
                <a:solidFill>
                  <a:schemeClr val="tx1"/>
                </a:solidFill>
              </a:rPr>
              <a:t>click the chart or feature to open the mini toolbar.</a:t>
            </a:r>
            <a:endParaRPr lang="en-US" sz="1200" dirty="0">
              <a:solidFill>
                <a:schemeClr val="tx1"/>
              </a:solidFill>
              <a:cs typeface="Arial"/>
            </a:endParaRPr>
          </a:p>
        </p:txBody>
      </p:sp>
      <p:sp>
        <p:nvSpPr>
          <p:cNvPr id="73" name="Text Placeholder 15">
            <a:extLst>
              <a:ext uri="{FF2B5EF4-FFF2-40B4-BE49-F238E27FC236}">
                <a16:creationId xmlns:a16="http://schemas.microsoft.com/office/drawing/2014/main" id="{FB9BC161-67F9-90B0-90B4-215D01703775}"/>
              </a:ext>
            </a:extLst>
          </p:cNvPr>
          <p:cNvSpPr/>
          <p:nvPr/>
        </p:nvSpPr>
        <p:spPr>
          <a:xfrm>
            <a:off x="407988" y="6275487"/>
            <a:ext cx="4052391"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columns, bar, bars, think-cell, chart, charts, graph, graphs, comment</a:t>
            </a:r>
          </a:p>
        </p:txBody>
      </p:sp>
      <p:sp>
        <p:nvSpPr>
          <p:cNvPr id="2" name="Rechteck 137">
            <a:extLst>
              <a:ext uri="{FF2B5EF4-FFF2-40B4-BE49-F238E27FC236}">
                <a16:creationId xmlns:a16="http://schemas.microsoft.com/office/drawing/2014/main" id="{72D734B2-3075-6ECB-B132-19D020C294FF}"/>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404453400"/>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p:txBody>
      </p:sp>
      <p:sp>
        <p:nvSpPr>
          <p:cNvPr id="3" name="Text Placeholder 2"/>
          <p:cNvSpPr>
            <a:spLocks noGrp="1"/>
          </p:cNvSpPr>
          <p:nvPr>
            <p:ph type="body" idx="20" sz="quarter"/>
          </p:nvPr>
        </p:nvSpPr>
        <p:spPr/>
        <p:txBody>
          <a:bodyPr/>
          <a:lstStyle/>
          <a:p>
            <a:r>
              <a:t>Risks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516837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349" imgH="350" progId="TCLayout.ActiveDocument.1">
                  <p:embed/>
                </p:oleObj>
              </mc:Choice>
              <mc:Fallback>
                <p:oleObj name="think-cell Slide" r:id="rId36"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Clustered column</a:t>
            </a:r>
          </a:p>
        </p:txBody>
      </p:sp>
      <p:graphicFrame>
        <p:nvGraphicFramePr>
          <p:cNvPr id="40" name="Chart 39">
            <a:extLst>
              <a:ext uri="{FF2B5EF4-FFF2-40B4-BE49-F238E27FC236}">
                <a16:creationId xmlns:a16="http://schemas.microsoft.com/office/drawing/2014/main" id="{EC438882-94AC-571C-4987-D5AB9EAE75BE}"/>
              </a:ext>
            </a:extLst>
          </p:cNvPr>
          <p:cNvGraphicFramePr/>
          <p:nvPr>
            <p:custDataLst>
              <p:tags r:id="rId2"/>
            </p:custDataLst>
            <p:extLst>
              <p:ext uri="{D42A27DB-BD31-4B8C-83A1-F6EECF244321}">
                <p14:modId xmlns:p14="http://schemas.microsoft.com/office/powerpoint/2010/main" val="254793427"/>
              </p:ext>
            </p:extLst>
          </p:nvPr>
        </p:nvGraphicFramePr>
        <p:xfrm>
          <a:off x="688975" y="2297113"/>
          <a:ext cx="7548563" cy="3113087"/>
        </p:xfrm>
        <a:graphic>
          <a:graphicData uri="http://schemas.openxmlformats.org/drawingml/2006/chart">
            <c:chart xmlns:c="http://schemas.openxmlformats.org/drawingml/2006/chart" xmlns:r="http://schemas.openxmlformats.org/officeDocument/2006/relationships" r:id="rId38"/>
          </a:graphicData>
        </a:graphic>
      </p:graphicFrame>
      <p:sp>
        <p:nvSpPr>
          <p:cNvPr id="6" name="Rectangle 167">
            <a:extLst>
              <a:ext uri="{FF2B5EF4-FFF2-40B4-BE49-F238E27FC236}">
                <a16:creationId xmlns:a16="http://schemas.microsoft.com/office/drawing/2014/main" id="{3E20C19A-E70C-493C-9258-C2B48C96C2C0}"/>
              </a:ext>
            </a:extLst>
          </p:cNvPr>
          <p:cNvSpPr>
            <a:spLocks/>
          </p:cNvSpPr>
          <p:nvPr>
            <p:custDataLst>
              <p:tags r:id="rId3"/>
            </p:custDataLst>
          </p:nvPr>
        </p:nvSpPr>
        <p:spPr bwMode="gray">
          <a:xfrm>
            <a:off x="496888" y="5237163"/>
            <a:ext cx="984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CFC9594A-2098-41E8-A382-6AA7F35981C2}" type="datetime'''''''0'''''''''''''''''''''''''''''''''''">
              <a:rPr lang="en-US" altLang="en-US" sz="1400" smtClean="0">
                <a:solidFill>
                  <a:schemeClr val="tx1"/>
                </a:solidFill>
              </a:rPr>
              <a:pPr algn="r">
                <a:lnSpc>
                  <a:spcPct val="90000"/>
                </a:lnSpc>
                <a:spcBef>
                  <a:spcPct val="0"/>
                </a:spcBef>
                <a:spcAft>
                  <a:spcPct val="0"/>
                </a:spcAft>
              </a:pPr>
              <a:t>0</a:t>
            </a:fld>
            <a:endParaRPr lang="en-US" sz="1400">
              <a:solidFill>
                <a:schemeClr val="tx1"/>
              </a:solidFill>
            </a:endParaRPr>
          </a:p>
        </p:txBody>
      </p:sp>
      <p:sp>
        <p:nvSpPr>
          <p:cNvPr id="41" name="Text Placeholder 2">
            <a:extLst>
              <a:ext uri="{FF2B5EF4-FFF2-40B4-BE49-F238E27FC236}">
                <a16:creationId xmlns:a16="http://schemas.microsoft.com/office/drawing/2014/main" id="{A36AD9A7-A470-4248-33C2-9AE6FF8B56DA}"/>
              </a:ext>
            </a:extLst>
          </p:cNvPr>
          <p:cNvSpPr>
            <a:spLocks/>
          </p:cNvSpPr>
          <p:nvPr>
            <p:custDataLst>
              <p:tags r:id="rId4"/>
            </p:custDataLst>
          </p:nvPr>
        </p:nvSpPr>
        <p:spPr bwMode="gray">
          <a:xfrm>
            <a:off x="496888" y="4730750"/>
            <a:ext cx="984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2C3CFECC-A84D-4857-A2EA-AA69DC58F029}" type="datetime'''''''''''''''''''''''''''5'''''''''''''''''''''''''''''''''''">
              <a:rPr lang="en-US" altLang="en-US" sz="1400" smtClean="0">
                <a:effectLst/>
              </a:rPr>
              <a:pPr marL="0" lvl="0" indent="0" algn="r">
                <a:spcBef>
                  <a:spcPct val="0"/>
                </a:spcBef>
                <a:spcAft>
                  <a:spcPct val="0"/>
                </a:spcAft>
                <a:buNone/>
              </a:pPr>
              <a:t>5</a:t>
            </a:fld>
            <a:endParaRPr lang="en-US" sz="1400"/>
          </a:p>
        </p:txBody>
      </p:sp>
      <p:sp>
        <p:nvSpPr>
          <p:cNvPr id="11" name="Rectangle 172">
            <a:extLst>
              <a:ext uri="{FF2B5EF4-FFF2-40B4-BE49-F238E27FC236}">
                <a16:creationId xmlns:a16="http://schemas.microsoft.com/office/drawing/2014/main" id="{1336B2C2-E797-12C2-8DED-179B1D6C9B6A}"/>
              </a:ext>
            </a:extLst>
          </p:cNvPr>
          <p:cNvSpPr>
            <a:spLocks/>
          </p:cNvSpPr>
          <p:nvPr>
            <p:custDataLst>
              <p:tags r:id="rId5"/>
            </p:custDataLst>
          </p:nvPr>
        </p:nvSpPr>
        <p:spPr bwMode="gray">
          <a:xfrm>
            <a:off x="398463" y="4254500"/>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69AED3C5-D392-43FE-8527-4FA183F962B7}" type="datetime'''''1''0'''''">
              <a:rPr lang="en-US" altLang="en-US" sz="1400" smtClean="0">
                <a:solidFill>
                  <a:schemeClr val="tx1"/>
                </a:solidFill>
              </a:rPr>
              <a:pPr algn="r">
                <a:lnSpc>
                  <a:spcPct val="90000"/>
                </a:lnSpc>
                <a:spcBef>
                  <a:spcPct val="0"/>
                </a:spcBef>
                <a:spcAft>
                  <a:spcPct val="0"/>
                </a:spcAft>
              </a:pPr>
              <a:t>10</a:t>
            </a:fld>
            <a:endParaRPr lang="en-US" sz="1400">
              <a:solidFill>
                <a:schemeClr val="tx1"/>
              </a:solidFill>
            </a:endParaRPr>
          </a:p>
        </p:txBody>
      </p:sp>
      <p:sp>
        <p:nvSpPr>
          <p:cNvPr id="42" name="Text Placeholder 2">
            <a:extLst>
              <a:ext uri="{FF2B5EF4-FFF2-40B4-BE49-F238E27FC236}">
                <a16:creationId xmlns:a16="http://schemas.microsoft.com/office/drawing/2014/main" id="{A36AD9A7-A470-4248-33C2-9AE6FF8B56DA}"/>
              </a:ext>
            </a:extLst>
          </p:cNvPr>
          <p:cNvSpPr>
            <a:spLocks/>
          </p:cNvSpPr>
          <p:nvPr>
            <p:custDataLst>
              <p:tags r:id="rId6"/>
            </p:custDataLst>
          </p:nvPr>
        </p:nvSpPr>
        <p:spPr bwMode="gray">
          <a:xfrm>
            <a:off x="398463" y="3748088"/>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3A962EE7-4FAB-4C3B-A887-81AEEED2A771}" type="datetime'1''''''''5'''''''''''''''''''''''''">
              <a:rPr lang="en-US" altLang="en-US" sz="1400" smtClean="0">
                <a:effectLst/>
              </a:rPr>
              <a:pPr marL="0" lvl="0" indent="0" algn="r">
                <a:spcBef>
                  <a:spcPct val="0"/>
                </a:spcBef>
                <a:spcAft>
                  <a:spcPct val="0"/>
                </a:spcAft>
                <a:buNone/>
              </a:pPr>
              <a:t>15</a:t>
            </a:fld>
            <a:endParaRPr lang="en-US" sz="1400"/>
          </a:p>
        </p:txBody>
      </p:sp>
      <p:sp>
        <p:nvSpPr>
          <p:cNvPr id="12" name="Rectangle 177">
            <a:extLst>
              <a:ext uri="{FF2B5EF4-FFF2-40B4-BE49-F238E27FC236}">
                <a16:creationId xmlns:a16="http://schemas.microsoft.com/office/drawing/2014/main" id="{EC381340-2B3E-E99F-F995-293851645FDF}"/>
              </a:ext>
            </a:extLst>
          </p:cNvPr>
          <p:cNvSpPr>
            <a:spLocks/>
          </p:cNvSpPr>
          <p:nvPr>
            <p:custDataLst>
              <p:tags r:id="rId7"/>
            </p:custDataLst>
          </p:nvPr>
        </p:nvSpPr>
        <p:spPr bwMode="gray">
          <a:xfrm>
            <a:off x="398463" y="3271838"/>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3A31AB80-69DB-485B-873C-E3046BB2AF4E}" type="datetime'20'''''''''''''''''''''''''''''''''">
              <a:rPr lang="en-US" altLang="en-US" sz="1400" smtClean="0">
                <a:solidFill>
                  <a:schemeClr val="tx1"/>
                </a:solidFill>
              </a:rPr>
              <a:pPr algn="r">
                <a:lnSpc>
                  <a:spcPct val="90000"/>
                </a:lnSpc>
                <a:spcBef>
                  <a:spcPct val="0"/>
                </a:spcBef>
                <a:spcAft>
                  <a:spcPct val="0"/>
                </a:spcAft>
              </a:pPr>
              <a:t>20</a:t>
            </a:fld>
            <a:endParaRPr lang="en-US" sz="1400">
              <a:solidFill>
                <a:schemeClr val="tx1"/>
              </a:solidFill>
            </a:endParaRPr>
          </a:p>
        </p:txBody>
      </p:sp>
      <p:sp>
        <p:nvSpPr>
          <p:cNvPr id="43" name="Text Placeholder 2">
            <a:extLst>
              <a:ext uri="{FF2B5EF4-FFF2-40B4-BE49-F238E27FC236}">
                <a16:creationId xmlns:a16="http://schemas.microsoft.com/office/drawing/2014/main" id="{A36AD9A7-A470-4248-33C2-9AE6FF8B56DA}"/>
              </a:ext>
            </a:extLst>
          </p:cNvPr>
          <p:cNvSpPr>
            <a:spLocks/>
          </p:cNvSpPr>
          <p:nvPr>
            <p:custDataLst>
              <p:tags r:id="rId8"/>
            </p:custDataLst>
          </p:nvPr>
        </p:nvSpPr>
        <p:spPr bwMode="gray">
          <a:xfrm>
            <a:off x="398463" y="2765425"/>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8DE26AE-B5B7-495E-BF8B-9456DBAB3530}" type="datetime'''''''''''''''''''''''''''''2''''''''''''''''''5'''''''">
              <a:rPr lang="en-US" altLang="en-US" sz="1400" smtClean="0">
                <a:effectLst/>
              </a:rPr>
              <a:pPr marL="0" lvl="0" indent="0" algn="r">
                <a:spcBef>
                  <a:spcPct val="0"/>
                </a:spcBef>
                <a:spcAft>
                  <a:spcPct val="0"/>
                </a:spcAft>
                <a:buNone/>
              </a:pPr>
              <a:t>25</a:t>
            </a:fld>
            <a:endParaRPr lang="en-US" sz="1400"/>
          </a:p>
        </p:txBody>
      </p:sp>
      <p:sp>
        <p:nvSpPr>
          <p:cNvPr id="44" name="Text Placeholder 2">
            <a:extLst>
              <a:ext uri="{FF2B5EF4-FFF2-40B4-BE49-F238E27FC236}">
                <a16:creationId xmlns:a16="http://schemas.microsoft.com/office/drawing/2014/main" id="{A36AD9A7-A470-4248-33C2-9AE6FF8B56DA}"/>
              </a:ext>
            </a:extLst>
          </p:cNvPr>
          <p:cNvSpPr>
            <a:spLocks/>
          </p:cNvSpPr>
          <p:nvPr>
            <p:custDataLst>
              <p:tags r:id="rId9"/>
            </p:custDataLst>
          </p:nvPr>
        </p:nvSpPr>
        <p:spPr bwMode="gray">
          <a:xfrm>
            <a:off x="398463" y="2273300"/>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8ABFA58-C35E-4878-8D73-7AF0B0EAAE65}" type="datetime'''''''''''''''''''''''3''0'''''''''''''''''''''''''''''">
              <a:rPr lang="en-US" altLang="en-US" sz="1400" smtClean="0">
                <a:effectLst/>
              </a:rPr>
              <a:pPr marL="0" lvl="0" indent="0" algn="r">
                <a:spcBef>
                  <a:spcPct val="0"/>
                </a:spcBef>
                <a:spcAft>
                  <a:spcPct val="0"/>
                </a:spcAft>
                <a:buNone/>
              </a:pPr>
              <a:t>30</a:t>
            </a:fld>
            <a:endParaRPr lang="en-US" sz="1400"/>
          </a:p>
        </p:txBody>
      </p:sp>
      <p:cxnSp>
        <p:nvCxnSpPr>
          <p:cNvPr id="15" name="Straight Connector 113">
            <a:extLst>
              <a:ext uri="{FF2B5EF4-FFF2-40B4-BE49-F238E27FC236}">
                <a16:creationId xmlns:a16="http://schemas.microsoft.com/office/drawing/2014/main" id="{490DA7FE-DF02-1A55-B003-A38E635FD60F}"/>
              </a:ext>
            </a:extLst>
          </p:cNvPr>
          <p:cNvCxnSpPr>
            <a:cxnSpLocks/>
          </p:cNvCxnSpPr>
          <p:nvPr>
            <p:custDataLst>
              <p:tags r:id="rId10"/>
            </p:custDataLst>
          </p:nvPr>
        </p:nvCxnSpPr>
        <p:spPr bwMode="auto">
          <a:xfrm flipV="1">
            <a:off x="5297488" y="2397125"/>
            <a:ext cx="0" cy="7620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14">
            <a:extLst>
              <a:ext uri="{FF2B5EF4-FFF2-40B4-BE49-F238E27FC236}">
                <a16:creationId xmlns:a16="http://schemas.microsoft.com/office/drawing/2014/main" id="{5ED79ED3-6039-D248-270A-9A4BE6808BE9}"/>
              </a:ext>
            </a:extLst>
          </p:cNvPr>
          <p:cNvCxnSpPr>
            <a:cxnSpLocks/>
          </p:cNvCxnSpPr>
          <p:nvPr>
            <p:custDataLst>
              <p:tags r:id="rId11"/>
            </p:custDataLst>
          </p:nvPr>
        </p:nvCxnSpPr>
        <p:spPr bwMode="auto">
          <a:xfrm>
            <a:off x="5297488" y="2397125"/>
            <a:ext cx="2460625" cy="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15">
            <a:extLst>
              <a:ext uri="{FF2B5EF4-FFF2-40B4-BE49-F238E27FC236}">
                <a16:creationId xmlns:a16="http://schemas.microsoft.com/office/drawing/2014/main" id="{0FA57901-6219-12FE-517B-352CA8537C06}"/>
              </a:ext>
            </a:extLst>
          </p:cNvPr>
          <p:cNvCxnSpPr>
            <a:cxnSpLocks/>
          </p:cNvCxnSpPr>
          <p:nvPr>
            <p:custDataLst>
              <p:tags r:id="rId12"/>
            </p:custDataLst>
          </p:nvPr>
        </p:nvCxnSpPr>
        <p:spPr bwMode="auto">
          <a:xfrm>
            <a:off x="7758113" y="2397125"/>
            <a:ext cx="0" cy="1333500"/>
          </a:xfrm>
          <a:prstGeom prst="line">
            <a:avLst/>
          </a:prstGeom>
          <a:ln w="12700"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8" name="Rectangle 246">
            <a:extLst>
              <a:ext uri="{FF2B5EF4-FFF2-40B4-BE49-F238E27FC236}">
                <a16:creationId xmlns:a16="http://schemas.microsoft.com/office/drawing/2014/main" id="{0C784A0A-E037-5B73-0BD3-F85DE1D57491}"/>
              </a:ext>
            </a:extLst>
          </p:cNvPr>
          <p:cNvSpPr>
            <a:spLocks/>
          </p:cNvSpPr>
          <p:nvPr>
            <p:custDataLst>
              <p:tags r:id="rId13"/>
            </p:custDataLst>
          </p:nvPr>
        </p:nvSpPr>
        <p:spPr bwMode="auto">
          <a:xfrm>
            <a:off x="398463" y="1917700"/>
            <a:ext cx="11239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b" anchorCtr="0">
            <a:noAutofit/>
          </a:bodyPr>
          <a:lstStyle/>
          <a:p>
            <a:pPr>
              <a:spcBef>
                <a:spcPct val="0"/>
              </a:spcBef>
              <a:spcAft>
                <a:spcPct val="0"/>
              </a:spcAft>
            </a:pPr>
            <a:r>
              <a:rPr lang="en-US" sz="1400" dirty="0">
                <a:solidFill>
                  <a:schemeClr val="tx1"/>
                </a:solidFill>
              </a:rPr>
              <a:t>Share (%)</a:t>
            </a:r>
          </a:p>
        </p:txBody>
      </p:sp>
      <p:sp>
        <p:nvSpPr>
          <p:cNvPr id="20" name="Rectangle 11">
            <a:extLst>
              <a:ext uri="{FF2B5EF4-FFF2-40B4-BE49-F238E27FC236}">
                <a16:creationId xmlns:a16="http://schemas.microsoft.com/office/drawing/2014/main" id="{4970B787-9B59-707F-9211-2F3FE9300364}"/>
              </a:ext>
            </a:extLst>
          </p:cNvPr>
          <p:cNvSpPr>
            <a:spLocks/>
          </p:cNvSpPr>
          <p:nvPr>
            <p:custDataLst>
              <p:tags r:id="rId14"/>
            </p:custDataLst>
          </p:nvPr>
        </p:nvSpPr>
        <p:spPr bwMode="auto">
          <a:xfrm>
            <a:off x="1069975"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E728CBBD-5F52-4733-B9FB-FE2DACADF6E2}" type="datetime'B''''r''''''''''''''a''n''''''d'''' ''''''''''''''1'''''">
              <a:rPr lang="en-US" altLang="en-US" sz="1400" smtClean="0">
                <a:solidFill>
                  <a:schemeClr val="tx1"/>
                </a:solidFill>
              </a:rPr>
              <a:pPr algn="ctr">
                <a:spcBef>
                  <a:spcPct val="0"/>
                </a:spcBef>
                <a:spcAft>
                  <a:spcPct val="0"/>
                </a:spcAft>
              </a:pPr>
              <a:t>Brand 1</a:t>
            </a:fld>
            <a:endParaRPr lang="en-US" sz="1400">
              <a:solidFill>
                <a:schemeClr val="tx1"/>
              </a:solidFill>
            </a:endParaRPr>
          </a:p>
        </p:txBody>
      </p:sp>
      <p:sp>
        <p:nvSpPr>
          <p:cNvPr id="21" name="Rectangle 31">
            <a:extLst>
              <a:ext uri="{FF2B5EF4-FFF2-40B4-BE49-F238E27FC236}">
                <a16:creationId xmlns:a16="http://schemas.microsoft.com/office/drawing/2014/main" id="{00BB3EED-75DA-70B9-0F62-F76D70319947}"/>
              </a:ext>
            </a:extLst>
          </p:cNvPr>
          <p:cNvSpPr>
            <a:spLocks/>
          </p:cNvSpPr>
          <p:nvPr>
            <p:custDataLst>
              <p:tags r:id="rId15"/>
            </p:custDataLst>
          </p:nvPr>
        </p:nvSpPr>
        <p:spPr bwMode="auto">
          <a:xfrm>
            <a:off x="2300288"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94AF4360-C1BF-4D6F-9234-89165ACB10D4}" type="datetime'''''B''''''r''a''''''n''''''d'' ''''''2'''">
              <a:rPr lang="en-US" altLang="en-US" sz="1400" smtClean="0">
                <a:solidFill>
                  <a:schemeClr val="tx1"/>
                </a:solidFill>
              </a:rPr>
              <a:pPr algn="ctr">
                <a:spcBef>
                  <a:spcPct val="0"/>
                </a:spcBef>
                <a:spcAft>
                  <a:spcPct val="0"/>
                </a:spcAft>
              </a:pPr>
              <a:t>Brand 2</a:t>
            </a:fld>
            <a:endParaRPr lang="en-US" sz="1400">
              <a:solidFill>
                <a:schemeClr val="tx1"/>
              </a:solidFill>
            </a:endParaRPr>
          </a:p>
        </p:txBody>
      </p:sp>
      <p:sp>
        <p:nvSpPr>
          <p:cNvPr id="22" name="Rectangle 32">
            <a:extLst>
              <a:ext uri="{FF2B5EF4-FFF2-40B4-BE49-F238E27FC236}">
                <a16:creationId xmlns:a16="http://schemas.microsoft.com/office/drawing/2014/main" id="{B8EC06C6-EEC6-3485-8C17-9858FADFC9EA}"/>
              </a:ext>
            </a:extLst>
          </p:cNvPr>
          <p:cNvSpPr>
            <a:spLocks/>
          </p:cNvSpPr>
          <p:nvPr>
            <p:custDataLst>
              <p:tags r:id="rId16"/>
            </p:custDataLst>
          </p:nvPr>
        </p:nvSpPr>
        <p:spPr bwMode="auto">
          <a:xfrm>
            <a:off x="35306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0ED863F-B3EC-4182-8D48-84C51B6756A1}" type="datetime'''''''''''''''B''r''''''''a''''''''''''''nd'' ''''''''''''''3'">
              <a:rPr lang="en-US" altLang="en-US" sz="1400" smtClean="0">
                <a:solidFill>
                  <a:schemeClr val="tx1"/>
                </a:solidFill>
              </a:rPr>
              <a:pPr algn="ctr">
                <a:spcBef>
                  <a:spcPct val="0"/>
                </a:spcBef>
                <a:spcAft>
                  <a:spcPct val="0"/>
                </a:spcAft>
              </a:pPr>
              <a:t>Brand 3</a:t>
            </a:fld>
            <a:endParaRPr lang="en-US" sz="1400">
              <a:solidFill>
                <a:schemeClr val="tx1"/>
              </a:solidFill>
            </a:endParaRPr>
          </a:p>
        </p:txBody>
      </p:sp>
      <p:sp>
        <p:nvSpPr>
          <p:cNvPr id="23" name="Rectangle 341">
            <a:extLst>
              <a:ext uri="{FF2B5EF4-FFF2-40B4-BE49-F238E27FC236}">
                <a16:creationId xmlns:a16="http://schemas.microsoft.com/office/drawing/2014/main" id="{ABF44360-8224-36FA-098F-A6B38D486DBA}"/>
              </a:ext>
            </a:extLst>
          </p:cNvPr>
          <p:cNvSpPr>
            <a:spLocks/>
          </p:cNvSpPr>
          <p:nvPr>
            <p:custDataLst>
              <p:tags r:id="rId17"/>
            </p:custDataLst>
          </p:nvPr>
        </p:nvSpPr>
        <p:spPr bwMode="auto">
          <a:xfrm>
            <a:off x="47625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C879B4F-C170-4D71-8B5D-1C85194368EC}" type="datetime'''''''''''''''''''''''''''B''ran''''''d'''''''''''''' ''4'">
              <a:rPr lang="en-US" altLang="en-US" sz="1400" smtClean="0">
                <a:solidFill>
                  <a:schemeClr val="tx1"/>
                </a:solidFill>
              </a:rPr>
              <a:pPr algn="ctr">
                <a:spcBef>
                  <a:spcPct val="0"/>
                </a:spcBef>
                <a:spcAft>
                  <a:spcPct val="0"/>
                </a:spcAft>
              </a:pPr>
              <a:t>Brand 4</a:t>
            </a:fld>
            <a:endParaRPr lang="en-US" sz="1400">
              <a:solidFill>
                <a:schemeClr val="tx1"/>
              </a:solidFill>
            </a:endParaRPr>
          </a:p>
        </p:txBody>
      </p:sp>
      <p:sp>
        <p:nvSpPr>
          <p:cNvPr id="19" name="Rectangle 35">
            <a:extLst>
              <a:ext uri="{FF2B5EF4-FFF2-40B4-BE49-F238E27FC236}">
                <a16:creationId xmlns:a16="http://schemas.microsoft.com/office/drawing/2014/main" id="{1B688C84-1B4C-5EEE-8471-666CB833DB88}"/>
              </a:ext>
            </a:extLst>
          </p:cNvPr>
          <p:cNvSpPr>
            <a:spLocks/>
          </p:cNvSpPr>
          <p:nvPr>
            <p:custDataLst>
              <p:tags r:id="rId18"/>
            </p:custDataLst>
          </p:nvPr>
        </p:nvSpPr>
        <p:spPr bwMode="auto">
          <a:xfrm>
            <a:off x="7124700" y="5386388"/>
            <a:ext cx="8302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89DB73BD-DCEF-433A-B8EC-01E61FC6CDCB}" type="datetime'O''''''''''''u''''r'' ''''''''''Br''''''an''''''''d'''''''">
              <a:rPr lang="en-US" altLang="en-US" sz="1400" smtClean="0">
                <a:solidFill>
                  <a:schemeClr val="tx1"/>
                </a:solidFill>
              </a:rPr>
              <a:pPr algn="ctr">
                <a:spcBef>
                  <a:spcPct val="0"/>
                </a:spcBef>
                <a:spcAft>
                  <a:spcPct val="0"/>
                </a:spcAft>
              </a:pPr>
              <a:t>Our Brand</a:t>
            </a:fld>
            <a:endParaRPr lang="en-US" sz="1400">
              <a:solidFill>
                <a:schemeClr val="tx1"/>
              </a:solidFill>
            </a:endParaRPr>
          </a:p>
        </p:txBody>
      </p:sp>
      <p:sp>
        <p:nvSpPr>
          <p:cNvPr id="24" name="Rectangle 357">
            <a:extLst>
              <a:ext uri="{FF2B5EF4-FFF2-40B4-BE49-F238E27FC236}">
                <a16:creationId xmlns:a16="http://schemas.microsoft.com/office/drawing/2014/main" id="{57FD7012-D997-A805-6E02-ABE8F803DD60}"/>
              </a:ext>
            </a:extLst>
          </p:cNvPr>
          <p:cNvSpPr>
            <a:spLocks/>
          </p:cNvSpPr>
          <p:nvPr>
            <p:custDataLst>
              <p:tags r:id="rId19"/>
            </p:custDataLst>
          </p:nvPr>
        </p:nvSpPr>
        <p:spPr bwMode="gray">
          <a:xfrm>
            <a:off x="1041400" y="35766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7F2B032B-7ACF-4A45-B498-DAF073F4862D}" type="datetime'''''''''''''1''''''''''''''''''''''''''''''6'''''''">
              <a:rPr lang="en-US" altLang="en-US" sz="1400" smtClean="0">
                <a:solidFill>
                  <a:schemeClr val="tx1"/>
                </a:solidFill>
              </a:rPr>
              <a:pPr algn="ctr">
                <a:lnSpc>
                  <a:spcPct val="90000"/>
                </a:lnSpc>
                <a:spcBef>
                  <a:spcPct val="0"/>
                </a:spcBef>
                <a:spcAft>
                  <a:spcPct val="0"/>
                </a:spcAft>
              </a:pPr>
              <a:t>16</a:t>
            </a:fld>
            <a:endParaRPr lang="en-US" sz="1400">
              <a:solidFill>
                <a:schemeClr val="tx1"/>
              </a:solidFill>
            </a:endParaRPr>
          </a:p>
        </p:txBody>
      </p:sp>
      <p:sp>
        <p:nvSpPr>
          <p:cNvPr id="25" name="Rectangle 358">
            <a:extLst>
              <a:ext uri="{FF2B5EF4-FFF2-40B4-BE49-F238E27FC236}">
                <a16:creationId xmlns:a16="http://schemas.microsoft.com/office/drawing/2014/main" id="{421437B7-BA42-9BD8-6BDF-4C7D403B3A58}"/>
              </a:ext>
            </a:extLst>
          </p:cNvPr>
          <p:cNvSpPr>
            <a:spLocks/>
          </p:cNvSpPr>
          <p:nvPr>
            <p:custDataLst>
              <p:tags r:id="rId20"/>
            </p:custDataLst>
          </p:nvPr>
        </p:nvSpPr>
        <p:spPr bwMode="gray">
          <a:xfrm>
            <a:off x="1481138" y="28051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303C2CB7-2660-4465-818D-CF7A66CEC485}" type="datetime'2''''''''''''''''''''''3'''''''''">
              <a:rPr lang="en-US" altLang="en-US" sz="1400" smtClean="0">
                <a:solidFill>
                  <a:schemeClr val="tx1"/>
                </a:solidFill>
              </a:rPr>
              <a:pPr algn="ctr">
                <a:lnSpc>
                  <a:spcPct val="90000"/>
                </a:lnSpc>
                <a:spcBef>
                  <a:spcPct val="0"/>
                </a:spcBef>
                <a:spcAft>
                  <a:spcPct val="0"/>
                </a:spcAft>
              </a:pPr>
              <a:t>23</a:t>
            </a:fld>
            <a:endParaRPr lang="en-US" sz="1400">
              <a:solidFill>
                <a:schemeClr val="tx1"/>
              </a:solidFill>
            </a:endParaRPr>
          </a:p>
        </p:txBody>
      </p:sp>
      <p:sp>
        <p:nvSpPr>
          <p:cNvPr id="26" name="Rectangle 359">
            <a:extLst>
              <a:ext uri="{FF2B5EF4-FFF2-40B4-BE49-F238E27FC236}">
                <a16:creationId xmlns:a16="http://schemas.microsoft.com/office/drawing/2014/main" id="{949204FD-B15F-E846-2BE0-FAB1AB533D97}"/>
              </a:ext>
            </a:extLst>
          </p:cNvPr>
          <p:cNvSpPr>
            <a:spLocks/>
          </p:cNvSpPr>
          <p:nvPr>
            <p:custDataLst>
              <p:tags r:id="rId21"/>
            </p:custDataLst>
          </p:nvPr>
        </p:nvSpPr>
        <p:spPr bwMode="gray">
          <a:xfrm>
            <a:off x="2271713" y="37703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542BC38F-8E18-4B12-9AC6-DC216F8CEAEB}"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7" name="Rectangle 360">
            <a:extLst>
              <a:ext uri="{FF2B5EF4-FFF2-40B4-BE49-F238E27FC236}">
                <a16:creationId xmlns:a16="http://schemas.microsoft.com/office/drawing/2014/main" id="{CCDB6DB7-31FF-1441-CED5-991119859317}"/>
              </a:ext>
            </a:extLst>
          </p:cNvPr>
          <p:cNvSpPr>
            <a:spLocks/>
          </p:cNvSpPr>
          <p:nvPr>
            <p:custDataLst>
              <p:tags r:id="rId22"/>
            </p:custDataLst>
          </p:nvPr>
        </p:nvSpPr>
        <p:spPr bwMode="gray">
          <a:xfrm>
            <a:off x="2711450" y="36909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B72C4BD-7C37-4DD9-AD78-FF2A7D92124A}"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8" name="Rectangle 361">
            <a:extLst>
              <a:ext uri="{FF2B5EF4-FFF2-40B4-BE49-F238E27FC236}">
                <a16:creationId xmlns:a16="http://schemas.microsoft.com/office/drawing/2014/main" id="{4152C6D1-7EAF-600D-FB89-8920CF3A0710}"/>
              </a:ext>
            </a:extLst>
          </p:cNvPr>
          <p:cNvSpPr>
            <a:spLocks/>
          </p:cNvSpPr>
          <p:nvPr>
            <p:custDataLst>
              <p:tags r:id="rId23"/>
            </p:custDataLst>
          </p:nvPr>
        </p:nvSpPr>
        <p:spPr bwMode="gray">
          <a:xfrm>
            <a:off x="3503613" y="391160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6B52D05-29A0-459C-9768-15DFF3026304}" type="datetime'''''''''''''''''''''''''''''''''''''''''12'''''''">
              <a:rPr lang="en-US" altLang="en-US" sz="1400" smtClean="0">
                <a:solidFill>
                  <a:schemeClr val="tx1"/>
                </a:solidFill>
              </a:rPr>
              <a:pPr algn="ctr">
                <a:lnSpc>
                  <a:spcPct val="90000"/>
                </a:lnSpc>
                <a:spcBef>
                  <a:spcPct val="0"/>
                </a:spcBef>
                <a:spcAft>
                  <a:spcPct val="0"/>
                </a:spcAft>
              </a:pPr>
              <a:t>12</a:t>
            </a:fld>
            <a:endParaRPr lang="en-US" sz="1400">
              <a:solidFill>
                <a:schemeClr val="tx1"/>
              </a:solidFill>
            </a:endParaRPr>
          </a:p>
        </p:txBody>
      </p:sp>
      <p:sp>
        <p:nvSpPr>
          <p:cNvPr id="29" name="Rectangle 363">
            <a:extLst>
              <a:ext uri="{FF2B5EF4-FFF2-40B4-BE49-F238E27FC236}">
                <a16:creationId xmlns:a16="http://schemas.microsoft.com/office/drawing/2014/main" id="{8458D2D6-8DA6-14DE-1647-68AA16555042}"/>
              </a:ext>
            </a:extLst>
          </p:cNvPr>
          <p:cNvSpPr>
            <a:spLocks/>
          </p:cNvSpPr>
          <p:nvPr>
            <p:custDataLst>
              <p:tags r:id="rId24"/>
            </p:custDataLst>
          </p:nvPr>
        </p:nvSpPr>
        <p:spPr bwMode="gray">
          <a:xfrm>
            <a:off x="3943350" y="340995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C435C0F1-7428-480C-94E3-F8FC35BB1C51}" type="datetime'1''''''''7'''''''''''''''''''''">
              <a:rPr lang="en-US" altLang="en-US" sz="1400" smtClean="0">
                <a:solidFill>
                  <a:schemeClr val="tx1"/>
                </a:solidFill>
              </a:rPr>
              <a:pPr algn="ctr">
                <a:lnSpc>
                  <a:spcPct val="90000"/>
                </a:lnSpc>
                <a:spcBef>
                  <a:spcPct val="0"/>
                </a:spcBef>
                <a:spcAft>
                  <a:spcPct val="0"/>
                </a:spcAft>
              </a:pPr>
              <a:t>17</a:t>
            </a:fld>
            <a:endParaRPr lang="en-US" sz="1400">
              <a:solidFill>
                <a:schemeClr val="tx1"/>
              </a:solidFill>
            </a:endParaRPr>
          </a:p>
        </p:txBody>
      </p:sp>
      <p:sp>
        <p:nvSpPr>
          <p:cNvPr id="30" name="Rectangle 364">
            <a:extLst>
              <a:ext uri="{FF2B5EF4-FFF2-40B4-BE49-F238E27FC236}">
                <a16:creationId xmlns:a16="http://schemas.microsoft.com/office/drawing/2014/main" id="{0C871ECD-73A4-43E9-1370-1EF64D458675}"/>
              </a:ext>
            </a:extLst>
          </p:cNvPr>
          <p:cNvSpPr>
            <a:spLocks/>
          </p:cNvSpPr>
          <p:nvPr>
            <p:custDataLst>
              <p:tags r:id="rId25"/>
            </p:custDataLst>
          </p:nvPr>
        </p:nvSpPr>
        <p:spPr bwMode="gray">
          <a:xfrm>
            <a:off x="4733925" y="36163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EA3F950F-B335-465C-8F43-AB51268FBEBD}" type="datetime'''''''''''''''''''''''1''''''''''''''5'">
              <a:rPr lang="en-US" altLang="en-US" sz="1400" smtClean="0">
                <a:solidFill>
                  <a:schemeClr val="tx1"/>
                </a:solidFill>
              </a:rPr>
              <a:pPr algn="ctr">
                <a:lnSpc>
                  <a:spcPct val="90000"/>
                </a:lnSpc>
                <a:spcBef>
                  <a:spcPct val="0"/>
                </a:spcBef>
                <a:spcAft>
                  <a:spcPct val="0"/>
                </a:spcAft>
              </a:pPr>
              <a:t>15</a:t>
            </a:fld>
            <a:endParaRPr lang="en-US" sz="1400">
              <a:solidFill>
                <a:schemeClr val="tx1"/>
              </a:solidFill>
            </a:endParaRPr>
          </a:p>
        </p:txBody>
      </p:sp>
      <p:sp>
        <p:nvSpPr>
          <p:cNvPr id="31" name="Rectangle 365">
            <a:extLst>
              <a:ext uri="{FF2B5EF4-FFF2-40B4-BE49-F238E27FC236}">
                <a16:creationId xmlns:a16="http://schemas.microsoft.com/office/drawing/2014/main" id="{BCB19E19-E245-D3CA-5DF8-6850E8527422}"/>
              </a:ext>
            </a:extLst>
          </p:cNvPr>
          <p:cNvSpPr>
            <a:spLocks/>
          </p:cNvSpPr>
          <p:nvPr>
            <p:custDataLst>
              <p:tags r:id="rId26"/>
            </p:custDataLst>
          </p:nvPr>
        </p:nvSpPr>
        <p:spPr bwMode="gray">
          <a:xfrm>
            <a:off x="5173663" y="25114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845C499-2735-4D8D-BA2B-A82C79855911}" type="datetime'''''''''''''''''''''''2''''''''''''''''''''''''''6'''''''">
              <a:rPr lang="en-US" altLang="en-US" sz="1400" smtClean="0">
                <a:solidFill>
                  <a:schemeClr val="tx1"/>
                </a:solidFill>
              </a:rPr>
              <a:pPr algn="ctr">
                <a:lnSpc>
                  <a:spcPct val="90000"/>
                </a:lnSpc>
                <a:spcBef>
                  <a:spcPct val="0"/>
                </a:spcBef>
                <a:spcAft>
                  <a:spcPct val="0"/>
                </a:spcAft>
              </a:pPr>
              <a:t>26</a:t>
            </a:fld>
            <a:endParaRPr lang="en-US" sz="1400">
              <a:solidFill>
                <a:schemeClr val="tx1"/>
              </a:solidFill>
            </a:endParaRPr>
          </a:p>
        </p:txBody>
      </p:sp>
      <p:sp>
        <p:nvSpPr>
          <p:cNvPr id="32" name="Rectangle 366">
            <a:extLst>
              <a:ext uri="{FF2B5EF4-FFF2-40B4-BE49-F238E27FC236}">
                <a16:creationId xmlns:a16="http://schemas.microsoft.com/office/drawing/2014/main" id="{6C1533B2-D98B-9EFB-BEBA-4CB182D202BF}"/>
              </a:ext>
            </a:extLst>
          </p:cNvPr>
          <p:cNvSpPr>
            <a:spLocks/>
          </p:cNvSpPr>
          <p:nvPr>
            <p:custDataLst>
              <p:tags r:id="rId27"/>
            </p:custDataLst>
          </p:nvPr>
        </p:nvSpPr>
        <p:spPr bwMode="gray">
          <a:xfrm>
            <a:off x="7243763" y="4259263"/>
            <a:ext cx="1492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FC87031-C97B-4C10-929D-1BB1B82F245A}" type="datetime'''''''''''''''''''''''''''9'''''''">
              <a:rPr lang="en-US" altLang="en-US" sz="1400" smtClean="0">
                <a:solidFill>
                  <a:schemeClr val="tx1"/>
                </a:solidFill>
              </a:rPr>
              <a:pPr algn="ctr">
                <a:lnSpc>
                  <a:spcPct val="90000"/>
                </a:lnSpc>
                <a:spcBef>
                  <a:spcPct val="0"/>
                </a:spcBef>
                <a:spcAft>
                  <a:spcPct val="0"/>
                </a:spcAft>
              </a:pPr>
              <a:t>9</a:t>
            </a:fld>
            <a:endParaRPr lang="en-US" sz="1400">
              <a:solidFill>
                <a:schemeClr val="tx1"/>
              </a:solidFill>
            </a:endParaRPr>
          </a:p>
        </p:txBody>
      </p:sp>
      <p:sp>
        <p:nvSpPr>
          <p:cNvPr id="33" name="Rectangle 367">
            <a:extLst>
              <a:ext uri="{FF2B5EF4-FFF2-40B4-BE49-F238E27FC236}">
                <a16:creationId xmlns:a16="http://schemas.microsoft.com/office/drawing/2014/main" id="{0C57E5E1-CF26-54A4-E940-B75D1D5AEAD6}"/>
              </a:ext>
            </a:extLst>
          </p:cNvPr>
          <p:cNvSpPr>
            <a:spLocks/>
          </p:cNvSpPr>
          <p:nvPr>
            <p:custDataLst>
              <p:tags r:id="rId28"/>
            </p:custDataLst>
          </p:nvPr>
        </p:nvSpPr>
        <p:spPr bwMode="gray">
          <a:xfrm>
            <a:off x="7634288" y="37687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1C28B0E1-FF4C-4010-9F17-3CD820190A50}"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34" name="Oval 33">
            <a:extLst>
              <a:ext uri="{FF2B5EF4-FFF2-40B4-BE49-F238E27FC236}">
                <a16:creationId xmlns:a16="http://schemas.microsoft.com/office/drawing/2014/main" id="{0D336833-95B4-5DF1-0993-5DA9F80B2A03}"/>
              </a:ext>
            </a:extLst>
          </p:cNvPr>
          <p:cNvSpPr>
            <a:spLocks/>
          </p:cNvSpPr>
          <p:nvPr>
            <p:custDataLst>
              <p:tags r:id="rId29"/>
            </p:custDataLst>
          </p:nvPr>
        </p:nvSpPr>
        <p:spPr bwMode="auto">
          <a:xfrm>
            <a:off x="6234113" y="2246313"/>
            <a:ext cx="587375" cy="301625"/>
          </a:xfrm>
          <a:prstGeom prst="ellipse">
            <a:avLst/>
          </a:prstGeom>
          <a:solidFill>
            <a:schemeClr val="bg1"/>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fld id="{93ACE399-E739-4AD7-AADA-39F207D5A053}" type="datetime'''''''''''''''''''''''''''''''''''-''''''''''''48''''%'''''">
              <a:rPr lang="en-US" altLang="en-US" sz="1400" smtClean="0">
                <a:solidFill>
                  <a:schemeClr val="tx1"/>
                </a:solidFill>
                <a:effectLst/>
              </a:rPr>
              <a:pPr algn="ctr">
                <a:spcBef>
                  <a:spcPct val="0"/>
                </a:spcBef>
                <a:spcAft>
                  <a:spcPct val="0"/>
                </a:spcAft>
              </a:pPr>
              <a:t>-48%</a:t>
            </a:fld>
            <a:endParaRPr lang="en-US" sz="1400">
              <a:solidFill>
                <a:schemeClr val="tx1"/>
              </a:solidFill>
            </a:endParaRPr>
          </a:p>
        </p:txBody>
      </p:sp>
      <p:sp>
        <p:nvSpPr>
          <p:cNvPr id="35" name="Rectangle 19">
            <a:extLst>
              <a:ext uri="{FF2B5EF4-FFF2-40B4-BE49-F238E27FC236}">
                <a16:creationId xmlns:a16="http://schemas.microsoft.com/office/drawing/2014/main" id="{D43F45FF-6670-40D4-2888-6B621F6FB837}"/>
              </a:ext>
            </a:extLst>
          </p:cNvPr>
          <p:cNvSpPr>
            <a:spLocks/>
          </p:cNvSpPr>
          <p:nvPr>
            <p:custDataLst>
              <p:tags r:id="rId30"/>
            </p:custDataLst>
          </p:nvPr>
        </p:nvSpPr>
        <p:spPr bwMode="auto">
          <a:xfrm>
            <a:off x="3598863" y="5778500"/>
            <a:ext cx="250825" cy="187325"/>
          </a:xfrm>
          <a:prstGeom prst="rect">
            <a:avLst/>
          </a:prstGeom>
          <a:solidFill>
            <a:schemeClr val="bg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2">
            <a:extLst>
              <a:ext uri="{FF2B5EF4-FFF2-40B4-BE49-F238E27FC236}">
                <a16:creationId xmlns:a16="http://schemas.microsoft.com/office/drawing/2014/main" id="{D844FCD2-EE66-A7FA-BE17-336D2247FC77}"/>
              </a:ext>
            </a:extLst>
          </p:cNvPr>
          <p:cNvSpPr>
            <a:spLocks/>
          </p:cNvSpPr>
          <p:nvPr>
            <p:custDataLst>
              <p:tags r:id="rId31"/>
            </p:custDataLst>
          </p:nvPr>
        </p:nvSpPr>
        <p:spPr bwMode="auto">
          <a:xfrm>
            <a:off x="4514850" y="577850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2">
            <a:extLst>
              <a:ext uri="{FF2B5EF4-FFF2-40B4-BE49-F238E27FC236}">
                <a16:creationId xmlns:a16="http://schemas.microsoft.com/office/drawing/2014/main" id="{B4CB4B08-9589-F42E-BFF9-F2A095D2780D}"/>
              </a:ext>
            </a:extLst>
          </p:cNvPr>
          <p:cNvSpPr>
            <a:spLocks/>
          </p:cNvSpPr>
          <p:nvPr>
            <p:custDataLst>
              <p:tags r:id="rId32"/>
            </p:custDataLst>
          </p:nvPr>
        </p:nvSpPr>
        <p:spPr bwMode="auto">
          <a:xfrm>
            <a:off x="3900488" y="5773738"/>
            <a:ext cx="5127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59D7227-14F8-4379-8C12-A53A6E5096F1}" type="datetime'''''''''''''''''Onl''''''''i''''''''n''''e'''''''''''">
              <a:rPr lang="en-US" altLang="en-US" sz="1400" smtClean="0">
                <a:solidFill>
                  <a:schemeClr val="tx1"/>
                </a:solidFill>
              </a:rPr>
              <a:pPr>
                <a:spcBef>
                  <a:spcPct val="0"/>
                </a:spcBef>
                <a:spcAft>
                  <a:spcPct val="0"/>
                </a:spcAft>
              </a:pPr>
              <a:t>Online</a:t>
            </a:fld>
            <a:endParaRPr lang="en-US" sz="1400">
              <a:solidFill>
                <a:schemeClr val="tx1"/>
              </a:solidFill>
            </a:endParaRPr>
          </a:p>
        </p:txBody>
      </p:sp>
      <p:sp>
        <p:nvSpPr>
          <p:cNvPr id="38" name="Rectangle 10">
            <a:extLst>
              <a:ext uri="{FF2B5EF4-FFF2-40B4-BE49-F238E27FC236}">
                <a16:creationId xmlns:a16="http://schemas.microsoft.com/office/drawing/2014/main" id="{14B863F4-D62A-257B-CF15-2AF266511B43}"/>
              </a:ext>
            </a:extLst>
          </p:cNvPr>
          <p:cNvSpPr>
            <a:spLocks/>
          </p:cNvSpPr>
          <p:nvPr>
            <p:custDataLst>
              <p:tags r:id="rId33"/>
            </p:custDataLst>
          </p:nvPr>
        </p:nvSpPr>
        <p:spPr bwMode="auto">
          <a:xfrm>
            <a:off x="4816475" y="5773738"/>
            <a:ext cx="5095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083AECE-1438-4DF2-8A13-DD4A2AFF889D}" type="datetime'Of''''''''''f''''''''l''''''''''i''''''''''n''''e'">
              <a:rPr lang="en-US" altLang="en-US" sz="1400" smtClean="0">
                <a:solidFill>
                  <a:schemeClr val="tx1"/>
                </a:solidFill>
              </a:rPr>
              <a:pPr>
                <a:spcBef>
                  <a:spcPct val="0"/>
                </a:spcBef>
                <a:spcAft>
                  <a:spcPct val="0"/>
                </a:spcAft>
              </a:pPr>
              <a:t>Offline</a:t>
            </a:fld>
            <a:endParaRPr lang="en-US" sz="1400">
              <a:solidFill>
                <a:schemeClr val="tx1"/>
              </a:solidFill>
            </a:endParaRPr>
          </a:p>
        </p:txBody>
      </p:sp>
      <p:sp>
        <p:nvSpPr>
          <p:cNvPr id="45" name="tc_columnhead">
            <a:extLst>
              <a:ext uri="{FF2B5EF4-FFF2-40B4-BE49-F238E27FC236}">
                <a16:creationId xmlns:a16="http://schemas.microsoft.com/office/drawing/2014/main" id="{E4D05E99-57CF-C81A-80D8-E799492B64E3}"/>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46" name="tc_columnheadline">
            <a:extLst>
              <a:ext uri="{FF2B5EF4-FFF2-40B4-BE49-F238E27FC236}">
                <a16:creationId xmlns:a16="http://schemas.microsoft.com/office/drawing/2014/main" id="{D4492394-DA09-C52F-7077-1944DB893D2D}"/>
              </a:ext>
            </a:extLst>
          </p:cNvPr>
          <p:cNvCxnSpPr>
            <a:cxnSpLocks/>
            <a:stCxn id="45" idx="4"/>
            <a:endCxn id="45"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tc_columnhead">
            <a:extLst>
              <a:ext uri="{FF2B5EF4-FFF2-40B4-BE49-F238E27FC236}">
                <a16:creationId xmlns:a16="http://schemas.microsoft.com/office/drawing/2014/main" id="{B609D60C-FF97-30BB-614C-A2C30EEBBF34}"/>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49" name="tc_columnheadline">
            <a:extLst>
              <a:ext uri="{FF2B5EF4-FFF2-40B4-BE49-F238E27FC236}">
                <a16:creationId xmlns:a16="http://schemas.microsoft.com/office/drawing/2014/main" id="{64975172-FFA9-5669-B3F5-23FE35837E98}"/>
              </a:ext>
            </a:extLst>
          </p:cNvPr>
          <p:cNvCxnSpPr>
            <a:cxnSpLocks/>
            <a:stCxn id="48" idx="4"/>
            <a:endCxn id="48"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18">
            <a:extLst>
              <a:ext uri="{FF2B5EF4-FFF2-40B4-BE49-F238E27FC236}">
                <a16:creationId xmlns:a16="http://schemas.microsoft.com/office/drawing/2014/main" id="{0E69FDF9-F5E1-E6D9-95C3-75B746510A50}"/>
              </a:ext>
            </a:extLst>
          </p:cNvPr>
          <p:cNvSpPr>
            <a:spLocks/>
          </p:cNvSpPr>
          <p:nvPr/>
        </p:nvSpPr>
        <p:spPr>
          <a:xfrm>
            <a:off x="8811106" y="-805994"/>
            <a:ext cx="4575600" cy="1365365"/>
          </a:xfrm>
          <a:prstGeom prst="rect">
            <a:avLst/>
          </a:prstGeom>
          <a:solidFill>
            <a:schemeClr val="bg2"/>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t>
            </a:r>
            <a:r>
              <a:rPr lang="en-US" sz="1200" b="1" u="sng" dirty="0">
                <a:solidFill>
                  <a:schemeClr val="tx1"/>
                </a:solidFill>
              </a:rPr>
              <a:t>think-cell charts</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a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CAGR arrows, difference arrows),</a:t>
            </a:r>
            <a:r>
              <a:rPr lang="en-US" sz="1200" b="1" dirty="0">
                <a:solidFill>
                  <a:schemeClr val="tx1"/>
                </a:solidFill>
              </a:rPr>
              <a:t> </a:t>
            </a:r>
            <a:r>
              <a:rPr lang="en-US" sz="1200" dirty="0">
                <a:solidFill>
                  <a:schemeClr val="tx1"/>
                </a:solidFill>
              </a:rPr>
              <a:t>right-click a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a chart or a feature,</a:t>
            </a:r>
            <a:r>
              <a:rPr lang="en-US" sz="1200" b="1" dirty="0">
                <a:solidFill>
                  <a:schemeClr val="tx1"/>
                </a:solidFill>
              </a:rPr>
              <a:t> </a:t>
            </a:r>
            <a:r>
              <a:rPr lang="en-US" sz="1200" dirty="0">
                <a:solidFill>
                  <a:schemeClr val="tx1"/>
                </a:solidFill>
              </a:rPr>
              <a:t>click the chart or feature to open the mini toolbar.</a:t>
            </a:r>
            <a:endParaRPr lang="en-US" sz="1200" dirty="0">
              <a:solidFill>
                <a:schemeClr val="tx1"/>
              </a:solidFill>
              <a:cs typeface="Arial"/>
            </a:endParaRPr>
          </a:p>
        </p:txBody>
      </p:sp>
      <p:sp>
        <p:nvSpPr>
          <p:cNvPr id="73" name="Text Placeholder 15">
            <a:extLst>
              <a:ext uri="{FF2B5EF4-FFF2-40B4-BE49-F238E27FC236}">
                <a16:creationId xmlns:a16="http://schemas.microsoft.com/office/drawing/2014/main" id="{FB9BC161-67F9-90B0-90B4-215D01703775}"/>
              </a:ext>
            </a:extLst>
          </p:cNvPr>
          <p:cNvSpPr/>
          <p:nvPr/>
        </p:nvSpPr>
        <p:spPr>
          <a:xfrm>
            <a:off x="407988" y="6275487"/>
            <a:ext cx="4052391"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columns, bar, bars, think-cell, chart, charts, graph, graphs, comment</a:t>
            </a:r>
          </a:p>
        </p:txBody>
      </p:sp>
      <p:sp>
        <p:nvSpPr>
          <p:cNvPr id="2" name="Rechteck 137">
            <a:extLst>
              <a:ext uri="{FF2B5EF4-FFF2-40B4-BE49-F238E27FC236}">
                <a16:creationId xmlns:a16="http://schemas.microsoft.com/office/drawing/2014/main" id="{72D734B2-3075-6ECB-B132-19D020C294FF}"/>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
        <p:nvSpPr>
          <p:cNvPr id="74" name="tcfield_S21_LargestAccount"/>
          <p:cNvSpPr txBox="1"/>
          <p:nvPr/>
        </p:nvSpPr>
        <p:spPr>
          <a:xfrm>
            <a:off x="650000" y="4650000"/>
            <a:ext cx="3400000" cy="330000"/>
          </a:xfrm>
          <a:prstGeom prst="rect">
            <a:avLst/>
          </a:prstGeom>
          <a:noFill/>
          <a:ln>
            <a:noFill/>
          </a:ln>
        </p:spPr>
        <p:txBody>
          <a:bodyPr wrap="square" rtlCol="0">
            <a:spAutoFit/>
          </a:bodyPr>
          <a:lstStyle/>
          <a:p>
            <a:fld id="{f2363072-7264-475b-a7ea-a81bf719b065}"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1_LargestAccount&lt;/m_strName&gt;&lt;/PersistentType&gt;&lt;/root&gt;">
              <a:rPr lang="en-US" sz="1400"/>
              <a:t>&lt;S21_LargestAccount&gt;</a:t>
            </a:fld>
            <a:endParaRPr lang="en-US" sz="1400"/>
          </a:p>
        </p:txBody>
      </p:sp>
      <p:sp>
        <p:nvSpPr>
          <p:cNvPr id="75" name="tcfield_S21_LargestArr"/>
          <p:cNvSpPr txBox="1"/>
          <p:nvPr/>
        </p:nvSpPr>
        <p:spPr>
          <a:xfrm>
            <a:off x="4450000" y="4650000"/>
            <a:ext cx="3400000" cy="330000"/>
          </a:xfrm>
          <a:prstGeom prst="rect">
            <a:avLst/>
          </a:prstGeom>
          <a:noFill/>
          <a:ln>
            <a:noFill/>
          </a:ln>
        </p:spPr>
        <p:txBody>
          <a:bodyPr wrap="square" rtlCol="0">
            <a:spAutoFit/>
          </a:bodyPr>
          <a:lstStyle/>
          <a:p>
            <a:fld id="{b482f1b1-3745-4500-8838-fd2e6073cea1}"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1_LargestArr&lt;/m_strName&gt;&lt;/PersistentType&gt;&lt;/root&gt;">
              <a:rPr lang="en-US" sz="1400"/>
              <a:t>&lt;S21_LargestArr&gt;</a:t>
            </a:fld>
            <a:endParaRPr lang="en-US" sz="1400"/>
          </a:p>
        </p:txBody>
      </p:sp>
      <p:sp>
        <p:nvSpPr>
          <p:cNvPr id="76" name="tcfield_S21_LargestShare"/>
          <p:cNvSpPr txBox="1"/>
          <p:nvPr/>
        </p:nvSpPr>
        <p:spPr>
          <a:xfrm>
            <a:off x="650000" y="5070000"/>
            <a:ext cx="3400000" cy="330000"/>
          </a:xfrm>
          <a:prstGeom prst="rect">
            <a:avLst/>
          </a:prstGeom>
          <a:noFill/>
          <a:ln>
            <a:noFill/>
          </a:ln>
        </p:spPr>
        <p:txBody>
          <a:bodyPr wrap="square" rtlCol="0">
            <a:spAutoFit/>
          </a:bodyPr>
          <a:lstStyle/>
          <a:p>
            <a:fld id="{75a10cf2-b8dd-4f51-b120-ecbf1c72d44e}"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1_LargestShare&lt;/m_strName&gt;&lt;/PersistentType&gt;&lt;/root&gt;">
              <a:rPr lang="en-US" sz="1400"/>
              <a:t>&lt;S21_LargestShare&gt;</a:t>
            </a:fld>
            <a:endParaRPr lang="en-US" sz="1400"/>
          </a:p>
        </p:txBody>
      </p:sp>
      <p:sp>
        <p:nvSpPr>
          <p:cNvPr id="77" name="tcfield_S21_ThresholdFlag"/>
          <p:cNvSpPr txBox="1"/>
          <p:nvPr/>
        </p:nvSpPr>
        <p:spPr>
          <a:xfrm>
            <a:off x="4450000" y="5070000"/>
            <a:ext cx="3400000" cy="330000"/>
          </a:xfrm>
          <a:prstGeom prst="rect">
            <a:avLst/>
          </a:prstGeom>
          <a:noFill/>
          <a:ln>
            <a:noFill/>
          </a:ln>
        </p:spPr>
        <p:txBody>
          <a:bodyPr wrap="square" rtlCol="0">
            <a:spAutoFit/>
          </a:bodyPr>
          <a:lstStyle/>
          <a:p>
            <a:fld id="{548aff6b-0cdb-4a77-a39a-b295910c5bb0}"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1_ThresholdFlag&lt;/m_strName&gt;&lt;/PersistentType&gt;&lt;/root&gt;">
              <a:rPr lang="en-US" sz="1400"/>
              <a:t>&lt;S21_ThresholdFlag&gt;</a:t>
            </a:fld>
            <a:endParaRPr lang="en-US" sz="1400"/>
          </a:p>
        </p:txBody>
      </p:sp>
      <p:sp>
        <p:nvSpPr>
          <p:cNvPr id="78" name="tcfield_S21_ConcentrationTable"/>
          <p:cNvSpPr txBox="1"/>
          <p:nvPr/>
        </p:nvSpPr>
        <p:spPr>
          <a:xfrm>
            <a:off x="100000" y="7200000"/>
            <a:ext cx="2000000" cy="100000"/>
          </a:xfrm>
          <a:prstGeom prst="rect">
            <a:avLst/>
          </a:prstGeom>
          <a:noFill/>
          <a:ln>
            <a:noFill/>
          </a:ln>
        </p:spPr>
        <p:txBody>
          <a:bodyPr wrap="square" rtlCol="0">
            <a:spAutoFit/>
          </a:bodyPr>
          <a:lstStyle/>
          <a:p>
            <a:fld id="{bc096e6a-2878-4df9-9647-c8c5325b48ad}"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1_ConcentrationTable&lt;/m_strName&gt;&lt;/PersistentType&gt;&lt;/root&gt;">
              <a:rPr lang="en-US" sz="800"/>
              <a:t>&lt;S21_ConcentrationTable&gt;</a:t>
            </a:fld>
            <a:endParaRPr lang="en-US" sz="800"/>
          </a:p>
        </p:txBody>
      </p:sp>
    </p:spTree>
    <p:extLst>
      <p:ext uri="{BB962C8B-B14F-4D97-AF65-F5344CB8AC3E}">
        <p14:creationId xmlns:p14="http://schemas.microsoft.com/office/powerpoint/2010/main" val="404453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1135903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49" imgH="350" progId="TCLayout.ActiveDocument.1">
                  <p:embed/>
                </p:oleObj>
              </mc:Choice>
              <mc:Fallback>
                <p:oleObj name="think-cell Slide" r:id="rId24"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Bar I</a:t>
            </a:r>
          </a:p>
        </p:txBody>
      </p:sp>
      <p:sp>
        <p:nvSpPr>
          <p:cNvPr id="3" name="Rectangle 18">
            <a:extLst>
              <a:ext uri="{FF2B5EF4-FFF2-40B4-BE49-F238E27FC236}">
                <a16:creationId xmlns:a16="http://schemas.microsoft.com/office/drawing/2014/main" id="{7F4EBA3E-1547-3489-3D2C-A48BCEF28565}"/>
              </a:ext>
            </a:extLst>
          </p:cNvPr>
          <p:cNvSpPr>
            <a:spLocks/>
          </p:cNvSpPr>
          <p:nvPr/>
        </p:nvSpPr>
        <p:spPr>
          <a:xfrm>
            <a:off x="8811106" y="-1175326"/>
            <a:ext cx="4575600" cy="1734697"/>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 chart</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the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value lines, difference arrows),</a:t>
            </a:r>
            <a:r>
              <a:rPr lang="en-US" sz="1200" b="1" dirty="0">
                <a:solidFill>
                  <a:schemeClr val="tx1"/>
                </a:solidFill>
              </a:rPr>
              <a:t> </a:t>
            </a:r>
            <a:r>
              <a:rPr lang="en-US" sz="1200" dirty="0">
                <a:solidFill>
                  <a:schemeClr val="tx1"/>
                </a:solidFill>
              </a:rPr>
              <a:t>right-click the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the chart or a feature,</a:t>
            </a:r>
            <a:r>
              <a:rPr lang="en-US" sz="1200" b="1" dirty="0">
                <a:solidFill>
                  <a:schemeClr val="tx1"/>
                </a:solidFill>
              </a:rPr>
              <a:t> </a:t>
            </a:r>
            <a:r>
              <a:rPr lang="en-US" sz="1200" dirty="0">
                <a:solidFill>
                  <a:schemeClr val="tx1"/>
                </a:solidFill>
              </a:rPr>
              <a:t>click the chart or feature to open the mini toolbar.</a:t>
            </a:r>
          </a:p>
          <a:p>
            <a:pPr marL="140400" indent="-140400">
              <a:buFont typeface="Arial" panose="020B0604020202020204" pitchFamily="34" charset="0"/>
              <a:buChar char="•"/>
            </a:pPr>
            <a:r>
              <a:rPr lang="en-US" sz="1200" dirty="0">
                <a:solidFill>
                  <a:schemeClr val="tx1"/>
                </a:solidFill>
                <a:cs typeface="Arial"/>
              </a:rPr>
              <a:t>To </a:t>
            </a:r>
            <a:r>
              <a:rPr lang="en-US" sz="1200" b="1" dirty="0">
                <a:solidFill>
                  <a:schemeClr val="tx1"/>
                </a:solidFill>
                <a:cs typeface="Arial"/>
              </a:rPr>
              <a:t>sort the bars</a:t>
            </a:r>
            <a:r>
              <a:rPr lang="en-US" sz="1200" dirty="0">
                <a:solidFill>
                  <a:schemeClr val="tx1"/>
                </a:solidFill>
                <a:cs typeface="Arial"/>
              </a:rPr>
              <a:t> from highest to lowest, in the mini toolbar, select </a:t>
            </a:r>
            <a:r>
              <a:rPr lang="en-US" sz="1200" b="1" dirty="0">
                <a:solidFill>
                  <a:schemeClr val="tx1"/>
                </a:solidFill>
                <a:cs typeface="Arial"/>
              </a:rPr>
              <a:t>Categories in Descending Y Extent Order</a:t>
            </a:r>
            <a:r>
              <a:rPr lang="en-US" sz="1200" dirty="0">
                <a:solidFill>
                  <a:schemeClr val="tx1"/>
                </a:solidFill>
                <a:cs typeface="Arial"/>
              </a:rPr>
              <a:t>.</a:t>
            </a:r>
          </a:p>
        </p:txBody>
      </p:sp>
      <p:graphicFrame>
        <p:nvGraphicFramePr>
          <p:cNvPr id="9" name="Chart 8">
            <a:extLst>
              <a:ext uri="{FF2B5EF4-FFF2-40B4-BE49-F238E27FC236}">
                <a16:creationId xmlns:a16="http://schemas.microsoft.com/office/drawing/2014/main" id="{CBD56CE7-10C6-CF16-4B7A-CD2E5C99D3FE}"/>
              </a:ext>
            </a:extLst>
          </p:cNvPr>
          <p:cNvGraphicFramePr/>
          <p:nvPr>
            <p:custDataLst>
              <p:tags r:id="rId2"/>
            </p:custDataLst>
            <p:extLst>
              <p:ext uri="{D42A27DB-BD31-4B8C-83A1-F6EECF244321}">
                <p14:modId xmlns:p14="http://schemas.microsoft.com/office/powerpoint/2010/main" val="3042036561"/>
              </p:ext>
            </p:extLst>
          </p:nvPr>
        </p:nvGraphicFramePr>
        <p:xfrm>
          <a:off x="812800" y="2249488"/>
          <a:ext cx="6804025" cy="4114800"/>
        </p:xfrm>
        <a:graphic>
          <a:graphicData uri="http://schemas.openxmlformats.org/drawingml/2006/chart">
            <c:chart xmlns:c="http://schemas.openxmlformats.org/drawingml/2006/chart" xmlns:r="http://schemas.openxmlformats.org/officeDocument/2006/relationships" r:id="rId26"/>
          </a:graphicData>
        </a:graphic>
      </p:graphicFrame>
      <p:sp>
        <p:nvSpPr>
          <p:cNvPr id="21" name="Arrow: Right 20">
            <a:extLst>
              <a:ext uri="{FF2B5EF4-FFF2-40B4-BE49-F238E27FC236}">
                <a16:creationId xmlns:a16="http://schemas.microsoft.com/office/drawing/2014/main" id="{C825AC13-30B3-F273-0862-975E9BD50234}"/>
              </a:ext>
            </a:extLst>
          </p:cNvPr>
          <p:cNvSpPr>
            <a:spLocks/>
          </p:cNvSpPr>
          <p:nvPr>
            <p:custDataLst>
              <p:tags r:id="rId3"/>
            </p:custDataLst>
          </p:nvPr>
        </p:nvSpPr>
        <p:spPr bwMode="auto">
          <a:xfrm rot="5400000">
            <a:off x="5010150"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356" name="Straight Connector 355">
            <a:extLst>
              <a:ext uri="{FF2B5EF4-FFF2-40B4-BE49-F238E27FC236}">
                <a16:creationId xmlns:a16="http://schemas.microsoft.com/office/drawing/2014/main" id="{934AA6D2-1DFC-3C1F-AF13-57F06750C6BB}"/>
              </a:ext>
            </a:extLst>
          </p:cNvPr>
          <p:cNvCxnSpPr/>
          <p:nvPr>
            <p:custDataLst>
              <p:tags r:id="rId4"/>
            </p:custDataLst>
          </p:nvPr>
        </p:nvCxnSpPr>
        <p:spPr bwMode="auto">
          <a:xfrm flipV="1">
            <a:off x="5073650" y="4513263"/>
            <a:ext cx="0" cy="1544638"/>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2" name="Straight Connector 361">
            <a:extLst>
              <a:ext uri="{FF2B5EF4-FFF2-40B4-BE49-F238E27FC236}">
                <a16:creationId xmlns:a16="http://schemas.microsoft.com/office/drawing/2014/main" id="{8A799DCC-6AD1-F5DE-9DE9-5EAE89C72688}"/>
              </a:ext>
            </a:extLst>
          </p:cNvPr>
          <p:cNvCxnSpPr/>
          <p:nvPr>
            <p:custDataLst>
              <p:tags r:id="rId5"/>
            </p:custDataLst>
          </p:nvPr>
        </p:nvCxnSpPr>
        <p:spPr bwMode="auto">
          <a:xfrm flipV="1">
            <a:off x="5073650" y="2757488"/>
            <a:ext cx="0" cy="1543050"/>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5" name="Arrow: Right 54">
            <a:extLst>
              <a:ext uri="{FF2B5EF4-FFF2-40B4-BE49-F238E27FC236}">
                <a16:creationId xmlns:a16="http://schemas.microsoft.com/office/drawing/2014/main" id="{6227B2AA-AA04-C8F9-65BC-DC85CA80B33D}"/>
              </a:ext>
            </a:extLst>
          </p:cNvPr>
          <p:cNvSpPr/>
          <p:nvPr>
            <p:custDataLst>
              <p:tags r:id="rId6"/>
            </p:custDataLst>
          </p:nvPr>
        </p:nvSpPr>
        <p:spPr bwMode="auto">
          <a:xfrm rot="5400000">
            <a:off x="6018213"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56" name="Straight Connector 55">
            <a:extLst>
              <a:ext uri="{FF2B5EF4-FFF2-40B4-BE49-F238E27FC236}">
                <a16:creationId xmlns:a16="http://schemas.microsoft.com/office/drawing/2014/main" id="{54C474CB-78C2-3A26-CF08-CFBBD02A0CFA}"/>
              </a:ext>
            </a:extLst>
          </p:cNvPr>
          <p:cNvCxnSpPr>
            <a:cxnSpLocks/>
          </p:cNvCxnSpPr>
          <p:nvPr>
            <p:custDataLst>
              <p:tags r:id="rId7"/>
            </p:custDataLst>
          </p:nvPr>
        </p:nvCxnSpPr>
        <p:spPr bwMode="auto">
          <a:xfrm flipV="1">
            <a:off x="6081713" y="2757488"/>
            <a:ext cx="0" cy="3300413"/>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0E8F8D5C-1491-8981-3D5A-0B42E45A1311}"/>
              </a:ext>
            </a:extLst>
          </p:cNvPr>
          <p:cNvSpPr>
            <a:spLocks/>
          </p:cNvSpPr>
          <p:nvPr>
            <p:custDataLst>
              <p:tags r:id="rId8"/>
            </p:custDataLst>
          </p:nvPr>
        </p:nvSpPr>
        <p:spPr bwMode="auto">
          <a:xfrm>
            <a:off x="7558088" y="2544762"/>
            <a:ext cx="5905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lang="en-US" altLang="en-US" sz="1400">
                <a:solidFill>
                  <a:schemeClr val="tx1"/>
                </a:solidFill>
                <a:effectLst/>
                <a:sym typeface="+mn-lt"/>
              </a:rPr>
              <a:t>Margin</a:t>
            </a:r>
            <a:br>
              <a:rPr lang="en-US" altLang="en-US" sz="1400">
                <a:solidFill>
                  <a:schemeClr val="tx1"/>
                </a:solidFill>
                <a:effectLst/>
                <a:sym typeface="+mn-lt"/>
              </a:rPr>
            </a:br>
            <a:r>
              <a:rPr lang="en-US" altLang="en-US" sz="1400">
                <a:solidFill>
                  <a:schemeClr val="tx1"/>
                </a:solidFill>
                <a:effectLst/>
                <a:sym typeface="+mn-lt"/>
              </a:rPr>
              <a:t>p</a:t>
            </a:r>
            <a:r>
              <a:rPr lang="en-US" sz="1400">
                <a:sym typeface="+mn-lt"/>
              </a:rPr>
              <a:t>er unit</a:t>
            </a:r>
            <a:endParaRPr lang="en-US" sz="1400">
              <a:solidFill>
                <a:schemeClr val="tx1"/>
              </a:solidFill>
              <a:sym typeface="+mn-lt"/>
            </a:endParaRPr>
          </a:p>
        </p:txBody>
      </p:sp>
      <p:sp>
        <p:nvSpPr>
          <p:cNvPr id="24" name="Text Placeholder 2">
            <a:extLst>
              <a:ext uri="{FF2B5EF4-FFF2-40B4-BE49-F238E27FC236}">
                <a16:creationId xmlns:a16="http://schemas.microsoft.com/office/drawing/2014/main" id="{8A4D44A3-DF10-DFD0-EE66-C96264BE5B68}"/>
              </a:ext>
            </a:extLst>
          </p:cNvPr>
          <p:cNvSpPr>
            <a:spLocks/>
          </p:cNvSpPr>
          <p:nvPr>
            <p:custDataLst>
              <p:tags r:id="rId9"/>
            </p:custDataLst>
          </p:nvPr>
        </p:nvSpPr>
        <p:spPr bwMode="auto">
          <a:xfrm>
            <a:off x="403225" y="288607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5BA8B82-2C5E-446B-AE5B-7515A83038B1}" type="datetime'''B''r''an''''''''''''''''''''''''''d'''''''' ''''1'">
              <a:rPr lang="en-US" altLang="en-US" sz="1400" smtClean="0"/>
              <a:pPr marL="0" lvl="0" indent="0" algn="r">
                <a:spcBef>
                  <a:spcPct val="0"/>
                </a:spcBef>
                <a:spcAft>
                  <a:spcPct val="0"/>
                </a:spcAft>
                <a:buNone/>
              </a:pPr>
              <a:t>Brand 1</a:t>
            </a:fld>
            <a:endParaRPr lang="en-US" sz="1400"/>
          </a:p>
        </p:txBody>
      </p:sp>
      <p:sp>
        <p:nvSpPr>
          <p:cNvPr id="26" name="Text Placeholder 2">
            <a:extLst>
              <a:ext uri="{FF2B5EF4-FFF2-40B4-BE49-F238E27FC236}">
                <a16:creationId xmlns:a16="http://schemas.microsoft.com/office/drawing/2014/main" id="{A3D46989-DB07-AF83-390A-708F0554011E}"/>
              </a:ext>
            </a:extLst>
          </p:cNvPr>
          <p:cNvSpPr>
            <a:spLocks/>
          </p:cNvSpPr>
          <p:nvPr>
            <p:custDataLst>
              <p:tags r:id="rId10"/>
            </p:custDataLst>
          </p:nvPr>
        </p:nvSpPr>
        <p:spPr bwMode="auto">
          <a:xfrm>
            <a:off x="403225" y="335756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0A6ECC6-4287-4547-BFCA-64B9A0539B5E}" type="datetime'''''''''B''''''r''a''''n''''d'''''''' ''''''2'''''">
              <a:rPr lang="en-US" altLang="en-US" sz="1400" smtClean="0"/>
              <a:pPr marL="0" lvl="0" indent="0" algn="r">
                <a:spcBef>
                  <a:spcPct val="0"/>
                </a:spcBef>
                <a:spcAft>
                  <a:spcPct val="0"/>
                </a:spcAft>
                <a:buNone/>
              </a:pPr>
              <a:t>Brand 2</a:t>
            </a:fld>
            <a:endParaRPr lang="en-US" sz="1400"/>
          </a:p>
        </p:txBody>
      </p:sp>
      <p:sp>
        <p:nvSpPr>
          <p:cNvPr id="27" name="Text Placeholder 2">
            <a:extLst>
              <a:ext uri="{FF2B5EF4-FFF2-40B4-BE49-F238E27FC236}">
                <a16:creationId xmlns:a16="http://schemas.microsoft.com/office/drawing/2014/main" id="{E88BD066-4908-0B00-E9CE-64681E72D930}"/>
              </a:ext>
            </a:extLst>
          </p:cNvPr>
          <p:cNvSpPr>
            <a:spLocks/>
          </p:cNvSpPr>
          <p:nvPr>
            <p:custDataLst>
              <p:tags r:id="rId11"/>
            </p:custDataLst>
          </p:nvPr>
        </p:nvSpPr>
        <p:spPr bwMode="auto">
          <a:xfrm>
            <a:off x="403225" y="382905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0D3C9C3-D821-42CA-83DB-48FA5BABAA52}" type="datetime'''''''''B''''''''''''r''''an''d'''''' ''''''''''3'''''''">
              <a:rPr lang="en-US" altLang="en-US" sz="1400" smtClean="0"/>
              <a:pPr marL="0" lvl="0" indent="0" algn="r">
                <a:spcBef>
                  <a:spcPct val="0"/>
                </a:spcBef>
                <a:spcAft>
                  <a:spcPct val="0"/>
                </a:spcAft>
                <a:buNone/>
              </a:pPr>
              <a:t>Brand 3</a:t>
            </a:fld>
            <a:endParaRPr lang="en-US" sz="1400"/>
          </a:p>
        </p:txBody>
      </p:sp>
      <p:sp>
        <p:nvSpPr>
          <p:cNvPr id="28" name="Text Placeholder 2">
            <a:extLst>
              <a:ext uri="{FF2B5EF4-FFF2-40B4-BE49-F238E27FC236}">
                <a16:creationId xmlns:a16="http://schemas.microsoft.com/office/drawing/2014/main" id="{CA9671B0-D91D-6C8A-3F88-EAD87348508B}"/>
              </a:ext>
            </a:extLst>
          </p:cNvPr>
          <p:cNvSpPr>
            <a:spLocks/>
          </p:cNvSpPr>
          <p:nvPr>
            <p:custDataLst>
              <p:tags r:id="rId12"/>
            </p:custDataLst>
          </p:nvPr>
        </p:nvSpPr>
        <p:spPr bwMode="auto">
          <a:xfrm>
            <a:off x="403225" y="4300538"/>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41EDE958-AF08-42F2-87AE-C4F05609F1DF}" type="datetime'''B''r''''''''''''''''''''''''''''''''an''''''''d'''' 4'''">
              <a:rPr lang="en-US" altLang="en-US" sz="1400" smtClean="0"/>
              <a:pPr marL="0" lvl="0" indent="0" algn="r">
                <a:spcBef>
                  <a:spcPct val="0"/>
                </a:spcBef>
                <a:spcAft>
                  <a:spcPct val="0"/>
                </a:spcAft>
                <a:buNone/>
              </a:pPr>
              <a:t>Brand 4</a:t>
            </a:fld>
            <a:endParaRPr lang="en-US" sz="1400"/>
          </a:p>
        </p:txBody>
      </p:sp>
      <p:sp>
        <p:nvSpPr>
          <p:cNvPr id="31" name="Text Placeholder 2">
            <a:extLst>
              <a:ext uri="{FF2B5EF4-FFF2-40B4-BE49-F238E27FC236}">
                <a16:creationId xmlns:a16="http://schemas.microsoft.com/office/drawing/2014/main" id="{49CF8985-4D3C-EFA2-B457-B43029BBF799}"/>
              </a:ext>
            </a:extLst>
          </p:cNvPr>
          <p:cNvSpPr>
            <a:spLocks/>
          </p:cNvSpPr>
          <p:nvPr>
            <p:custDataLst>
              <p:tags r:id="rId13"/>
            </p:custDataLst>
          </p:nvPr>
        </p:nvSpPr>
        <p:spPr bwMode="auto">
          <a:xfrm>
            <a:off x="403225" y="477202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D3BF212-0685-4A0F-9AC7-E70BADFD212A}" type="datetime'''''B''''r''''''''''a''''''nd'''''''''''''''''''''''' ''''5'">
              <a:rPr lang="en-US" altLang="en-US" sz="1400" smtClean="0"/>
              <a:pPr marL="0" lvl="0" indent="0" algn="r">
                <a:spcBef>
                  <a:spcPct val="0"/>
                </a:spcBef>
                <a:spcAft>
                  <a:spcPct val="0"/>
                </a:spcAft>
                <a:buNone/>
              </a:pPr>
              <a:t>Brand 5</a:t>
            </a:fld>
            <a:endParaRPr lang="en-US" sz="1400"/>
          </a:p>
        </p:txBody>
      </p:sp>
      <p:sp>
        <p:nvSpPr>
          <p:cNvPr id="32" name="Text Placeholder 2">
            <a:extLst>
              <a:ext uri="{FF2B5EF4-FFF2-40B4-BE49-F238E27FC236}">
                <a16:creationId xmlns:a16="http://schemas.microsoft.com/office/drawing/2014/main" id="{51F04605-7815-7E0B-4DC4-560BDAA83566}"/>
              </a:ext>
            </a:extLst>
          </p:cNvPr>
          <p:cNvSpPr>
            <a:spLocks/>
          </p:cNvSpPr>
          <p:nvPr>
            <p:custDataLst>
              <p:tags r:id="rId14"/>
            </p:custDataLst>
          </p:nvPr>
        </p:nvSpPr>
        <p:spPr bwMode="auto">
          <a:xfrm>
            <a:off x="403225" y="524351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AE7C7A1-A1D0-4339-8750-60CC335B06A9}" type="datetime'''''''B''r''a''''''n''''''''''''''''''''''d'''' 6'''''''''">
              <a:rPr lang="en-US" altLang="en-US" sz="1400" smtClean="0"/>
              <a:pPr marL="0" lvl="0" indent="0" algn="r">
                <a:spcBef>
                  <a:spcPct val="0"/>
                </a:spcBef>
                <a:spcAft>
                  <a:spcPct val="0"/>
                </a:spcAft>
                <a:buNone/>
              </a:pPr>
              <a:t>Brand 6</a:t>
            </a:fld>
            <a:endParaRPr lang="en-US" sz="1400"/>
          </a:p>
        </p:txBody>
      </p:sp>
      <p:sp>
        <p:nvSpPr>
          <p:cNvPr id="33" name="Text Placeholder 2">
            <a:extLst>
              <a:ext uri="{FF2B5EF4-FFF2-40B4-BE49-F238E27FC236}">
                <a16:creationId xmlns:a16="http://schemas.microsoft.com/office/drawing/2014/main" id="{29C42B69-C377-A7D0-1496-F526CCD0FA80}"/>
              </a:ext>
            </a:extLst>
          </p:cNvPr>
          <p:cNvSpPr>
            <a:spLocks/>
          </p:cNvSpPr>
          <p:nvPr>
            <p:custDataLst>
              <p:tags r:id="rId15"/>
            </p:custDataLst>
          </p:nvPr>
        </p:nvSpPr>
        <p:spPr bwMode="auto">
          <a:xfrm>
            <a:off x="403225" y="571500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7E460325-25F0-4177-96C3-6527D19F6B4D}" type="datetime'B''''''''''''''''r''''''''''''''''''''a''nd ''''''''''''7'">
              <a:rPr lang="en-US" altLang="en-US" sz="1400" smtClean="0"/>
              <a:pPr marL="0" lvl="0" indent="0" algn="r">
                <a:spcBef>
                  <a:spcPct val="0"/>
                </a:spcBef>
                <a:spcAft>
                  <a:spcPct val="0"/>
                </a:spcAft>
                <a:buNone/>
              </a:pPr>
              <a:t>Brand 7</a:t>
            </a:fld>
            <a:endParaRPr lang="en-US" sz="1400"/>
          </a:p>
        </p:txBody>
      </p:sp>
      <p:sp>
        <p:nvSpPr>
          <p:cNvPr id="39" name="Text Placeholder 2">
            <a:extLst>
              <a:ext uri="{FF2B5EF4-FFF2-40B4-BE49-F238E27FC236}">
                <a16:creationId xmlns:a16="http://schemas.microsoft.com/office/drawing/2014/main" id="{E14C730E-1CFD-BB90-D92D-5E530FD0B2B5}"/>
              </a:ext>
            </a:extLst>
          </p:cNvPr>
          <p:cNvSpPr>
            <a:spLocks/>
          </p:cNvSpPr>
          <p:nvPr>
            <p:custDataLst>
              <p:tags r:id="rId16"/>
            </p:custDataLst>
          </p:nvPr>
        </p:nvSpPr>
        <p:spPr bwMode="auto">
          <a:xfrm>
            <a:off x="4586288" y="1974850"/>
            <a:ext cx="974725"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r>
              <a:rPr lang="en-US" altLang="en-US" sz="1400" b="1"/>
              <a:t>Market avg.</a:t>
            </a:r>
            <a:endParaRPr lang="en-US" altLang="en-US" sz="1400" b="1">
              <a:effectLst/>
            </a:endParaRPr>
          </a:p>
          <a:p>
            <a:pPr marL="0" lvl="0" indent="0" algn="ctr">
              <a:spcBef>
                <a:spcPct val="0"/>
              </a:spcBef>
              <a:spcAft>
                <a:spcPct val="0"/>
              </a:spcAft>
              <a:buNone/>
            </a:pPr>
            <a:fld id="{38244F02-4612-42C9-9C12-F3FE8B86482B}" type="datetime'''2''''''''''''''''''''''5'''''''''''''''''''''">
              <a:rPr lang="en-US" altLang="en-US" sz="1400" smtClean="0"/>
              <a:pPr marL="0" lvl="0" indent="0" algn="ctr">
                <a:spcBef>
                  <a:spcPct val="0"/>
                </a:spcBef>
                <a:spcAft>
                  <a:spcPct val="0"/>
                </a:spcAft>
                <a:buNone/>
              </a:pPr>
              <a:t>25</a:t>
            </a:fld>
            <a:endParaRPr lang="en-US" sz="1400"/>
          </a:p>
        </p:txBody>
      </p:sp>
      <p:sp>
        <p:nvSpPr>
          <p:cNvPr id="54" name="Text Placeholder 2">
            <a:extLst>
              <a:ext uri="{FF2B5EF4-FFF2-40B4-BE49-F238E27FC236}">
                <a16:creationId xmlns:a16="http://schemas.microsoft.com/office/drawing/2014/main" id="{A36AD9A7-A470-4248-33C2-9AE6FF8B56DA}"/>
              </a:ext>
            </a:extLst>
          </p:cNvPr>
          <p:cNvSpPr>
            <a:spLocks/>
          </p:cNvSpPr>
          <p:nvPr>
            <p:custDataLst>
              <p:tags r:id="rId17"/>
            </p:custDataLst>
          </p:nvPr>
        </p:nvSpPr>
        <p:spPr bwMode="auto">
          <a:xfrm>
            <a:off x="5653088" y="1974850"/>
            <a:ext cx="8572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en-US" sz="1400" b="1"/>
              <a:t>Our target</a:t>
            </a:r>
          </a:p>
          <a:p>
            <a:pPr marL="0" lvl="0" indent="0" algn="ctr">
              <a:spcBef>
                <a:spcPct val="0"/>
              </a:spcBef>
              <a:spcAft>
                <a:spcPct val="0"/>
              </a:spcAft>
              <a:buNone/>
            </a:pPr>
            <a:fld id="{B7B99715-CCEA-4008-B7DC-47D60E750A8C}" type="datetime'''''''''''''''''''''3''''''''6'''''''''''''''''">
              <a:rPr lang="en-US" altLang="en-US" sz="1400" smtClean="0"/>
              <a:pPr marL="0" lvl="0" indent="0" algn="ctr">
                <a:spcBef>
                  <a:spcPct val="0"/>
                </a:spcBef>
                <a:spcAft>
                  <a:spcPct val="0"/>
                </a:spcAft>
                <a:buNone/>
              </a:pPr>
              <a:t>36</a:t>
            </a:fld>
            <a:endParaRPr lang="en-US" sz="1400"/>
          </a:p>
        </p:txBody>
      </p:sp>
      <p:sp>
        <p:nvSpPr>
          <p:cNvPr id="125" name="Rectangle 124">
            <a:extLst>
              <a:ext uri="{FF2B5EF4-FFF2-40B4-BE49-F238E27FC236}">
                <a16:creationId xmlns:a16="http://schemas.microsoft.com/office/drawing/2014/main" id="{24AF8FE4-3A25-7F92-FA57-D7436F27B24F}"/>
              </a:ext>
            </a:extLst>
          </p:cNvPr>
          <p:cNvSpPr/>
          <p:nvPr>
            <p:custDataLst>
              <p:tags r:id="rId18"/>
            </p:custDataLst>
          </p:nvPr>
        </p:nvSpPr>
        <p:spPr bwMode="auto">
          <a:xfrm>
            <a:off x="474663" y="1974850"/>
            <a:ext cx="250825" cy="187325"/>
          </a:xfrm>
          <a:prstGeom prst="rect">
            <a:avLst/>
          </a:prstGeom>
          <a:solidFill>
            <a:schemeClr val="accent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bg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124" name="Rectangle 123">
            <a:extLst>
              <a:ext uri="{FF2B5EF4-FFF2-40B4-BE49-F238E27FC236}">
                <a16:creationId xmlns:a16="http://schemas.microsoft.com/office/drawing/2014/main" id="{8F71070C-E52C-D998-EC41-3DB65A967EF7}"/>
              </a:ext>
            </a:extLst>
          </p:cNvPr>
          <p:cNvSpPr/>
          <p:nvPr>
            <p:custDataLst>
              <p:tags r:id="rId19"/>
            </p:custDataLst>
          </p:nvPr>
        </p:nvSpPr>
        <p:spPr bwMode="auto">
          <a:xfrm>
            <a:off x="1674813" y="197485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71" name="Text Placeholder 2">
            <a:extLst>
              <a:ext uri="{FF2B5EF4-FFF2-40B4-BE49-F238E27FC236}">
                <a16:creationId xmlns:a16="http://schemas.microsoft.com/office/drawing/2014/main" id="{03B45610-B3C0-1D08-1D95-95FF6C013374}"/>
              </a:ext>
            </a:extLst>
          </p:cNvPr>
          <p:cNvSpPr>
            <a:spLocks/>
          </p:cNvSpPr>
          <p:nvPr>
            <p:custDataLst>
              <p:tags r:id="rId20"/>
            </p:custDataLst>
          </p:nvPr>
        </p:nvSpPr>
        <p:spPr bwMode="auto">
          <a:xfrm>
            <a:off x="776288" y="1970088"/>
            <a:ext cx="7969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0AB0605-8D71-4CE9-92CF-791AE4211A99}" type="datetime'O''u''''''''''''''r'''' ''''''b''''''r''''''a''''''nd'">
              <a:rPr lang="en-US" altLang="en-US" sz="1400" smtClean="0"/>
              <a:pPr marL="0" lvl="0" indent="0">
                <a:spcBef>
                  <a:spcPct val="0"/>
                </a:spcBef>
                <a:spcAft>
                  <a:spcPct val="0"/>
                </a:spcAft>
                <a:buNone/>
              </a:pPr>
              <a:t>Our brand</a:t>
            </a:fld>
            <a:endParaRPr lang="en-US" sz="1400"/>
          </a:p>
        </p:txBody>
      </p:sp>
      <p:sp>
        <p:nvSpPr>
          <p:cNvPr id="68" name="Text Placeholder 2">
            <a:extLst>
              <a:ext uri="{FF2B5EF4-FFF2-40B4-BE49-F238E27FC236}">
                <a16:creationId xmlns:a16="http://schemas.microsoft.com/office/drawing/2014/main" id="{A36AD9A7-A470-4248-33C2-9AE6FF8B56DA}"/>
              </a:ext>
            </a:extLst>
          </p:cNvPr>
          <p:cNvSpPr>
            <a:spLocks/>
          </p:cNvSpPr>
          <p:nvPr>
            <p:custDataLst>
              <p:tags r:id="rId21"/>
            </p:custDataLst>
          </p:nvPr>
        </p:nvSpPr>
        <p:spPr bwMode="auto">
          <a:xfrm>
            <a:off x="1976438" y="1970088"/>
            <a:ext cx="9556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6FBF1B3-9BFC-4E0D-8B82-E2C6FF0E38B7}" type="datetime'''C''''o''''''m''''p''''et''''i''''''t''''''''o''''rs'''''''''">
              <a:rPr lang="en-US" altLang="en-US" sz="1400" smtClean="0"/>
              <a:pPr marL="0" lvl="0" indent="0">
                <a:spcBef>
                  <a:spcPct val="0"/>
                </a:spcBef>
                <a:spcAft>
                  <a:spcPct val="0"/>
                </a:spcAft>
                <a:buNone/>
              </a:pPr>
              <a:t>Competitors</a:t>
            </a:fld>
            <a:endParaRPr lang="en-US" sz="1400"/>
          </a:p>
        </p:txBody>
      </p:sp>
      <p:sp>
        <p:nvSpPr>
          <p:cNvPr id="6" name="tc_columnhead">
            <a:extLst>
              <a:ext uri="{FF2B5EF4-FFF2-40B4-BE49-F238E27FC236}">
                <a16:creationId xmlns:a16="http://schemas.microsoft.com/office/drawing/2014/main" id="{DD8B1446-4C6B-3F84-1547-B2F5067DF169}"/>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8" name="tc_columnheadline">
            <a:extLst>
              <a:ext uri="{FF2B5EF4-FFF2-40B4-BE49-F238E27FC236}">
                <a16:creationId xmlns:a16="http://schemas.microsoft.com/office/drawing/2014/main" id="{C95042D1-A540-5ADE-F6A4-9668F6EA2130}"/>
              </a:ext>
            </a:extLst>
          </p:cNvPr>
          <p:cNvCxnSpPr>
            <a:cxnSpLocks/>
            <a:stCxn id="6" idx="4"/>
            <a:endCxn id="6"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c_columnhead">
            <a:extLst>
              <a:ext uri="{FF2B5EF4-FFF2-40B4-BE49-F238E27FC236}">
                <a16:creationId xmlns:a16="http://schemas.microsoft.com/office/drawing/2014/main" id="{7C88D92E-A6CE-ADA2-BF37-DBB878DC12FC}"/>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14" name="tc_columnheadline">
            <a:extLst>
              <a:ext uri="{FF2B5EF4-FFF2-40B4-BE49-F238E27FC236}">
                <a16:creationId xmlns:a16="http://schemas.microsoft.com/office/drawing/2014/main" id="{4672D726-8B34-C51E-E021-BE9CC02D9934}"/>
              </a:ext>
            </a:extLst>
          </p:cNvPr>
          <p:cNvCxnSpPr>
            <a:cxnSpLocks/>
            <a:stCxn id="11" idx="4"/>
            <a:endCxn id="11"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Text Placeholder 15">
            <a:extLst>
              <a:ext uri="{FF2B5EF4-FFF2-40B4-BE49-F238E27FC236}">
                <a16:creationId xmlns:a16="http://schemas.microsoft.com/office/drawing/2014/main" id="{A2E4A1B7-8BBA-7E58-A088-FD226839ED9B}"/>
              </a:ext>
            </a:extLst>
          </p:cNvPr>
          <p:cNvSpPr/>
          <p:nvPr/>
        </p:nvSpPr>
        <p:spPr>
          <a:xfrm>
            <a:off x="407988" y="6275487"/>
            <a:ext cx="4257576"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 columns, bars, think-cell, chart, charts, graph, graphs, comment</a:t>
            </a:r>
          </a:p>
        </p:txBody>
      </p:sp>
      <p:sp>
        <p:nvSpPr>
          <p:cNvPr id="2" name="Rechteck 137">
            <a:extLst>
              <a:ext uri="{FF2B5EF4-FFF2-40B4-BE49-F238E27FC236}">
                <a16:creationId xmlns:a16="http://schemas.microsoft.com/office/drawing/2014/main" id="{58A8AE55-7F6F-E23A-E5C8-A95506824926}"/>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
        <p:nvSpPr>
          <p:cNvPr id="363" name="tcfield_S22_StaleActivityFootnote"/>
          <p:cNvSpPr txBox="1"/>
          <p:nvPr/>
        </p:nvSpPr>
        <p:spPr>
          <a:xfrm>
            <a:off x="650000" y="5900000"/>
            <a:ext cx="8200000" cy="260000"/>
          </a:xfrm>
          <a:prstGeom prst="rect">
            <a:avLst/>
          </a:prstGeom>
          <a:noFill/>
          <a:ln>
            <a:noFill/>
          </a:ln>
        </p:spPr>
        <p:txBody>
          <a:bodyPr wrap="square" rtlCol="0">
            <a:spAutoFit/>
          </a:bodyPr>
          <a:lstStyle/>
          <a:p>
            <a:fld id="{08d6155b-8dd4-412c-ac7f-837cd0a60780}"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2_StaleActivityFootnote&lt;/m_strName&gt;&lt;/PersistentType&gt;&lt;/root&gt;">
              <a:rPr lang="en-US" sz="1400"/>
              <a:t>&lt;S22_StaleActivityFootnote&gt;</a:t>
            </a:fld>
            <a:endParaRPr lang="en-US" sz="1400"/>
          </a:p>
        </p:txBody>
      </p:sp>
    </p:spTree>
    <p:extLst>
      <p:ext uri="{BB962C8B-B14F-4D97-AF65-F5344CB8AC3E}">
        <p14:creationId xmlns:p14="http://schemas.microsoft.com/office/powerpoint/2010/main" val="832147397"/>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 opps × win rate × avg deal) ÷ cycle days — {period}</a:t>
            </a:r>
          </a:p>
        </p:txBody>
      </p:sp>
      <p:sp>
        <p:nvSpPr>
          <p:cNvPr id="4" name="Text Placeholder 3"/>
          <p:cNvSpPr>
            <a:spLocks noGrp="1"/>
          </p:cNvSpPr>
          <p:nvPr>
            <p:ph type="body" idx="144" sz="quarter"/>
          </p:nvPr>
        </p:nvSpPr>
        <p:spPr/>
        <p:txBody>
          <a:bodyPr/>
          <a:lstStyle/>
          <a:p>
            <a:r>
              <a:t>Sales velocity</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text + single-cell bindings]</a:t>
            </a:r>
          </a:p>
          <a:p>
            <a:r>
              <a:rPr sz="1100" b="0">
                <a:solidFill>
                  <a:srgbClr val="1A1D31"/>
                </a:solidFill>
                <a:latin typeface="Arial"/>
              </a:rPr>
              <a:t>Source: model.xlsx</a:t>
            </a:r>
          </a:p>
          <a:p>
            <a:r>
              <a:rPr sz="1100" b="0">
                <a:solidFill>
                  <a:srgbClr val="1A1D31"/>
                </a:solidFill>
                <a:latin typeface="Arial"/>
              </a:rPr>
              <a:t>Range: Sales_Velocity!A1:C6</a:t>
            </a:r>
          </a:p>
          <a:p>
            <a:r>
              <a:rPr sz="1100" b="0">
                <a:solidFill>
                  <a:srgbClr val="1A1D31"/>
                </a:solidFill>
                <a:latin typeface="Arial"/>
              </a:rPr>
              <a:t>  Single-cell text bindings, in formula order:</a:t>
            </a:r>
          </a:p>
          <a:p>
            <a:r>
              <a:rPr sz="1100" b="0">
                <a:solidFill>
                  <a:srgbClr val="1A1D31"/>
                </a:solidFill>
                <a:latin typeface="Arial"/>
              </a:rPr>
              <a:t>    Sales_Velocity!B2  →  # Open L+E opps</a:t>
            </a:r>
          </a:p>
          <a:p>
            <a:r>
              <a:rPr sz="1100" b="0">
                <a:solidFill>
                  <a:srgbClr val="1A1D31"/>
                </a:solidFill>
                <a:latin typeface="Arial"/>
              </a:rPr>
              <a:t>    Sales_Velocity!B3  →  Win rate (CFQ Land+Expand closed)</a:t>
            </a:r>
          </a:p>
          <a:p>
            <a:r>
              <a:rPr sz="1100" b="0">
                <a:solidFill>
                  <a:srgbClr val="1A1D31"/>
                </a:solidFill>
                <a:latin typeface="Arial"/>
              </a:rPr>
              <a:t>    Sales_Velocity!B4  →  Avg deal size (won, last 6mo, EUR)</a:t>
            </a:r>
          </a:p>
          <a:p>
            <a:r>
              <a:rPr sz="1100" b="0">
                <a:solidFill>
                  <a:srgbClr val="1A1D31"/>
                </a:solidFill>
                <a:latin typeface="Arial"/>
              </a:rPr>
              <a:t>    Sales_Velocity!B5  →  Avg cycle days (won, last 6mo)</a:t>
            </a:r>
          </a:p>
          <a:p>
            <a:r>
              <a:rPr sz="1100" b="0">
                <a:solidFill>
                  <a:srgbClr val="1A1D31"/>
                </a:solidFill>
                <a:latin typeface="Arial"/>
              </a:rPr>
              <a:t>    Sales_Velocity!B6  →  Velocity (EUR / day)</a:t>
            </a:r>
          </a:p>
          <a:p>
            <a:r>
              <a:rPr sz="1100" b="0">
                <a:solidFill>
                  <a:srgbClr val="1A1D31"/>
                </a:solidFill>
                <a:latin typeface="Arial"/>
              </a:rPr>
              <a:t>Render 4 component KPI tiles across the slide; B6 (velocity)</a:t>
            </a:r>
          </a:p>
          <a:p>
            <a:r>
              <a:rPr sz="1100" b="0">
                <a:solidFill>
                  <a:srgbClr val="1A1D31"/>
                </a:solidFill>
                <a:latin typeface="Arial"/>
              </a:rPr>
              <a:t>sits center-large. The 'Note' column on each row (col C) is the</a:t>
            </a:r>
          </a:p>
          <a:p>
            <a:r>
              <a:rPr sz="1100" b="0">
                <a:solidFill>
                  <a:srgbClr val="1A1D31"/>
                </a:solidFill>
                <a:latin typeface="Arial"/>
              </a:rPr>
              <a:t>stakeholder-facing methodology — bind as italic-gray footnote.</a:t>
            </a:r>
          </a:p>
          <a:p>
            <a:r>
              <a:rPr sz="1100" b="0">
                <a:solidFill>
                  <a:srgbClr val="1A1D31"/>
                </a:solidFill>
                <a:latin typeface="Arial"/>
              </a:rPr>
              <a:t>No Δ-vs-prior cell exists today; QoQ delta is a Phase 2 ask.</a:t>
            </a:r>
          </a:p>
        </p:txBody>
      </p:sp>
      <p:sp>
        <p:nvSpPr>
          <p:cNvPr id="7" name="tcfield_S23_OpenOppsValue"/>
          <p:cNvSpPr txBox="1"/>
          <p:nvPr/>
        </p:nvSpPr>
        <p:spPr>
          <a:xfrm>
            <a:off x="650000" y="1250000"/>
            <a:ext cx="3900000" cy="360000"/>
          </a:xfrm>
          <a:prstGeom prst="rect">
            <a:avLst/>
          </a:prstGeom>
          <a:noFill/>
          <a:ln>
            <a:noFill/>
          </a:ln>
        </p:spPr>
        <p:txBody>
          <a:bodyPr wrap="square" rtlCol="0">
            <a:spAutoFit/>
          </a:bodyPr>
          <a:lstStyle/>
          <a:p>
            <a:fld id="{f4da12e4-fc90-49a4-8c59-4ceb0682956a}"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OpenOppsValue&lt;/m_strName&gt;&lt;/PersistentType&gt;&lt;/root&gt;">
              <a:rPr lang="en-US" sz="1800"/>
              <a:t>&lt;S23_OpenOppsValue&gt;</a:t>
            </a:fld>
            <a:endParaRPr lang="en-US" sz="1800"/>
          </a:p>
        </p:txBody>
      </p:sp>
      <p:sp>
        <p:nvSpPr>
          <p:cNvPr id="8" name="tcfield_S23_OpenOppsNote"/>
          <p:cNvSpPr txBox="1"/>
          <p:nvPr/>
        </p:nvSpPr>
        <p:spPr>
          <a:xfrm>
            <a:off x="5050000" y="1250000"/>
            <a:ext cx="3900000" cy="360000"/>
          </a:xfrm>
          <a:prstGeom prst="rect">
            <a:avLst/>
          </a:prstGeom>
          <a:noFill/>
          <a:ln>
            <a:noFill/>
          </a:ln>
        </p:spPr>
        <p:txBody>
          <a:bodyPr wrap="square" rtlCol="0">
            <a:spAutoFit/>
          </a:bodyPr>
          <a:lstStyle/>
          <a:p>
            <a:fld id="{669a5b45-2f4d-4332-8547-76380100322c}"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OpenOppsNote&lt;/m_strName&gt;&lt;/PersistentType&gt;&lt;/root&gt;">
              <a:rPr lang="en-US" sz="1800"/>
              <a:t>&lt;S23_OpenOppsNote&gt;</a:t>
            </a:fld>
            <a:endParaRPr lang="en-US" sz="1800"/>
          </a:p>
        </p:txBody>
      </p:sp>
      <p:sp>
        <p:nvSpPr>
          <p:cNvPr id="9" name="tcfield_S23_WinRateValue"/>
          <p:cNvSpPr txBox="1"/>
          <p:nvPr/>
        </p:nvSpPr>
        <p:spPr>
          <a:xfrm>
            <a:off x="650000" y="1850000"/>
            <a:ext cx="3900000" cy="360000"/>
          </a:xfrm>
          <a:prstGeom prst="rect">
            <a:avLst/>
          </a:prstGeom>
          <a:noFill/>
          <a:ln>
            <a:noFill/>
          </a:ln>
        </p:spPr>
        <p:txBody>
          <a:bodyPr wrap="square" rtlCol="0">
            <a:spAutoFit/>
          </a:bodyPr>
          <a:lstStyle/>
          <a:p>
            <a:fld id="{1bec885d-0be6-4198-bc93-b25e82675ff8}"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WinRateValue&lt;/m_strName&gt;&lt;/PersistentType&gt;&lt;/root&gt;">
              <a:rPr lang="en-US" sz="1800"/>
              <a:t>&lt;S23_WinRateValue&gt;</a:t>
            </a:fld>
            <a:endParaRPr lang="en-US" sz="1800"/>
          </a:p>
        </p:txBody>
      </p:sp>
      <p:sp>
        <p:nvSpPr>
          <p:cNvPr id="10" name="tcfield_S23_WinRateNote"/>
          <p:cNvSpPr txBox="1"/>
          <p:nvPr/>
        </p:nvSpPr>
        <p:spPr>
          <a:xfrm>
            <a:off x="5050000" y="1850000"/>
            <a:ext cx="3900000" cy="360000"/>
          </a:xfrm>
          <a:prstGeom prst="rect">
            <a:avLst/>
          </a:prstGeom>
          <a:noFill/>
          <a:ln>
            <a:noFill/>
          </a:ln>
        </p:spPr>
        <p:txBody>
          <a:bodyPr wrap="square" rtlCol="0">
            <a:spAutoFit/>
          </a:bodyPr>
          <a:lstStyle/>
          <a:p>
            <a:fld id="{b161e992-9e54-4d00-aaff-2a56696cd3d5}"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WinRateNote&lt;/m_strName&gt;&lt;/PersistentType&gt;&lt;/root&gt;">
              <a:rPr lang="en-US" sz="1800"/>
              <a:t>&lt;S23_WinRateNote&gt;</a:t>
            </a:fld>
            <a:endParaRPr lang="en-US" sz="1800"/>
          </a:p>
        </p:txBody>
      </p:sp>
      <p:sp>
        <p:nvSpPr>
          <p:cNvPr id="11" name="tcfield_S23_AvgDealSizeValue"/>
          <p:cNvSpPr txBox="1"/>
          <p:nvPr/>
        </p:nvSpPr>
        <p:spPr>
          <a:xfrm>
            <a:off x="650000" y="2450000"/>
            <a:ext cx="3900000" cy="360000"/>
          </a:xfrm>
          <a:prstGeom prst="rect">
            <a:avLst/>
          </a:prstGeom>
          <a:noFill/>
          <a:ln>
            <a:noFill/>
          </a:ln>
        </p:spPr>
        <p:txBody>
          <a:bodyPr wrap="square" rtlCol="0">
            <a:spAutoFit/>
          </a:bodyPr>
          <a:lstStyle/>
          <a:p>
            <a:fld id="{2aafc90b-12de-4438-a3c4-ddc8d1b5f970}"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AvgDealSizeValue&lt;/m_strName&gt;&lt;/PersistentType&gt;&lt;/root&gt;">
              <a:rPr lang="en-US" sz="1800"/>
              <a:t>&lt;S23_AvgDealSizeValue&gt;</a:t>
            </a:fld>
            <a:endParaRPr lang="en-US" sz="1800"/>
          </a:p>
        </p:txBody>
      </p:sp>
      <p:sp>
        <p:nvSpPr>
          <p:cNvPr id="12" name="tcfield_S23_AvgDealSizeNote"/>
          <p:cNvSpPr txBox="1"/>
          <p:nvPr/>
        </p:nvSpPr>
        <p:spPr>
          <a:xfrm>
            <a:off x="5050000" y="2450000"/>
            <a:ext cx="3900000" cy="360000"/>
          </a:xfrm>
          <a:prstGeom prst="rect">
            <a:avLst/>
          </a:prstGeom>
          <a:noFill/>
          <a:ln>
            <a:noFill/>
          </a:ln>
        </p:spPr>
        <p:txBody>
          <a:bodyPr wrap="square" rtlCol="0">
            <a:spAutoFit/>
          </a:bodyPr>
          <a:lstStyle/>
          <a:p>
            <a:fld id="{1edb46e9-0952-489e-925b-514c2f61fdb0}"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AvgDealSizeNote&lt;/m_strName&gt;&lt;/PersistentType&gt;&lt;/root&gt;">
              <a:rPr lang="en-US" sz="1800"/>
              <a:t>&lt;S23_AvgDealSizeNote&gt;</a:t>
            </a:fld>
            <a:endParaRPr lang="en-US" sz="1800"/>
          </a:p>
        </p:txBody>
      </p:sp>
      <p:sp>
        <p:nvSpPr>
          <p:cNvPr id="13" name="tcfield_S23_AvgCycleDaysValue"/>
          <p:cNvSpPr txBox="1"/>
          <p:nvPr/>
        </p:nvSpPr>
        <p:spPr>
          <a:xfrm>
            <a:off x="650000" y="3050000"/>
            <a:ext cx="3900000" cy="360000"/>
          </a:xfrm>
          <a:prstGeom prst="rect">
            <a:avLst/>
          </a:prstGeom>
          <a:noFill/>
          <a:ln>
            <a:noFill/>
          </a:ln>
        </p:spPr>
        <p:txBody>
          <a:bodyPr wrap="square" rtlCol="0">
            <a:spAutoFit/>
          </a:bodyPr>
          <a:lstStyle/>
          <a:p>
            <a:fld id="{58b2786b-2d95-46a5-8e6a-41d94dfcadf4}"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AvgCycleDaysValue&lt;/m_strName&gt;&lt;/PersistentType&gt;&lt;/root&gt;">
              <a:rPr lang="en-US" sz="1800"/>
              <a:t>&lt;S23_AvgCycleDaysValue&gt;</a:t>
            </a:fld>
            <a:endParaRPr lang="en-US" sz="1800"/>
          </a:p>
        </p:txBody>
      </p:sp>
      <p:sp>
        <p:nvSpPr>
          <p:cNvPr id="14" name="tcfield_S23_AvgCycleDaysNote"/>
          <p:cNvSpPr txBox="1"/>
          <p:nvPr/>
        </p:nvSpPr>
        <p:spPr>
          <a:xfrm>
            <a:off x="5050000" y="3050000"/>
            <a:ext cx="3900000" cy="360000"/>
          </a:xfrm>
          <a:prstGeom prst="rect">
            <a:avLst/>
          </a:prstGeom>
          <a:noFill/>
          <a:ln>
            <a:noFill/>
          </a:ln>
        </p:spPr>
        <p:txBody>
          <a:bodyPr wrap="square" rtlCol="0">
            <a:spAutoFit/>
          </a:bodyPr>
          <a:lstStyle/>
          <a:p>
            <a:fld id="{86cbe356-a17e-4697-9517-2f130fef3f1d}"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AvgCycleDaysNote&lt;/m_strName&gt;&lt;/PersistentType&gt;&lt;/root&gt;">
              <a:rPr lang="en-US" sz="1800"/>
              <a:t>&lt;S23_AvgCycleDaysNote&gt;</a:t>
            </a:fld>
            <a:endParaRPr lang="en-US" sz="1800"/>
          </a:p>
        </p:txBody>
      </p:sp>
      <p:sp>
        <p:nvSpPr>
          <p:cNvPr id="15" name="tcfield_S23_VelocityValue"/>
          <p:cNvSpPr txBox="1"/>
          <p:nvPr/>
        </p:nvSpPr>
        <p:spPr>
          <a:xfrm>
            <a:off x="650000" y="3650000"/>
            <a:ext cx="3900000" cy="360000"/>
          </a:xfrm>
          <a:prstGeom prst="rect">
            <a:avLst/>
          </a:prstGeom>
          <a:noFill/>
          <a:ln>
            <a:noFill/>
          </a:ln>
        </p:spPr>
        <p:txBody>
          <a:bodyPr wrap="square" rtlCol="0">
            <a:spAutoFit/>
          </a:bodyPr>
          <a:lstStyle/>
          <a:p>
            <a:fld id="{e9d0484a-e3ee-4e0c-a64e-43e8ab89186e}"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VelocityValue&lt;/m_strName&gt;&lt;/PersistentType&gt;&lt;/root&gt;">
              <a:rPr lang="en-US" sz="1800"/>
              <a:t>&lt;S23_VelocityValue&gt;</a:t>
            </a:fld>
            <a:endParaRPr lang="en-US" sz="1800"/>
          </a:p>
        </p:txBody>
      </p:sp>
      <p:sp>
        <p:nvSpPr>
          <p:cNvPr id="16" name="tcfield_S23_VelocityNote"/>
          <p:cNvSpPr txBox="1"/>
          <p:nvPr/>
        </p:nvSpPr>
        <p:spPr>
          <a:xfrm>
            <a:off x="5050000" y="3650000"/>
            <a:ext cx="3900000" cy="360000"/>
          </a:xfrm>
          <a:prstGeom prst="rect">
            <a:avLst/>
          </a:prstGeom>
          <a:noFill/>
          <a:ln>
            <a:noFill/>
          </a:ln>
        </p:spPr>
        <p:txBody>
          <a:bodyPr wrap="square" rtlCol="0">
            <a:spAutoFit/>
          </a:bodyPr>
          <a:lstStyle/>
          <a:p>
            <a:fld id="{8ff5d95d-4443-418c-8623-0687cd536862}"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VelocityNote&lt;/m_strName&gt;&lt;/PersistentType&gt;&lt;/root&gt;">
              <a:rPr lang="en-US" sz="1800"/>
              <a:t>&lt;S23_VelocityNote&gt;</a:t>
            </a:fld>
            <a:endParaRPr lang="en-US" sz="180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Top-15 accounts × motions (Land / Expand / Renewal)</a:t>
            </a:r>
          </a:p>
        </p:txBody>
      </p:sp>
      <p:sp>
        <p:nvSpPr>
          <p:cNvPr id="4" name="Text Placeholder 3"/>
          <p:cNvSpPr>
            <a:spLocks noGrp="1"/>
          </p:cNvSpPr>
          <p:nvPr>
            <p:ph type="body" idx="144" sz="quarter"/>
          </p:nvPr>
        </p:nvSpPr>
        <p:spPr/>
        <p:txBody>
          <a:bodyPr/>
          <a:lstStyle/>
          <a:p>
            <a:r>
              <a:t>Account expansion</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datalinked]</a:t>
            </a:r>
          </a:p>
          <a:p>
            <a:r>
              <a:rPr sz="1100" b="0">
                <a:solidFill>
                  <a:srgbClr val="1A1D31"/>
                </a:solidFill>
                <a:latin typeface="Arial"/>
              </a:rPr>
              <a:t>Source: model.xlsx</a:t>
            </a:r>
          </a:p>
          <a:p>
            <a:r>
              <a:rPr sz="1100" b="0">
                <a:solidFill>
                  <a:srgbClr val="1A1D31"/>
                </a:solidFill>
                <a:latin typeface="Arial"/>
              </a:rPr>
              <a:t>Range: Account_Expansion!A1:F16</a:t>
            </a:r>
          </a:p>
          <a:p>
            <a:r>
              <a:rPr sz="1100" b="0">
                <a:solidFill>
                  <a:srgbClr val="1A1D31"/>
                </a:solidFill>
                <a:latin typeface="Arial"/>
              </a:rPr>
              <a:t>  Cols: # / Account / Land ARR / Expand ARR / Renewal ACV / # Motions</a:t>
            </a:r>
          </a:p>
          <a:p>
            <a:r>
              <a:rPr sz="1100" b="0">
                <a:solidFill>
                  <a:srgbClr val="1A1D31"/>
                </a:solidFill>
                <a:latin typeface="Arial"/>
              </a:rPr>
              <a:t>  Rows: Top-15 accounts by total open pipeline</a:t>
            </a:r>
          </a:p>
          <a:p>
            <a:r>
              <a:rPr sz="1100" b="0">
                <a:solidFill>
                  <a:srgbClr val="1A1D31"/>
                </a:solidFill>
                <a:latin typeface="Arial"/>
              </a:rPr>
              <a:t>Highlight rows where # Motions (col F) = 3 in pale aqua (#DCEEF5) —</a:t>
            </a:r>
          </a:p>
          <a:p>
            <a:r>
              <a:rPr sz="1100" b="0">
                <a:solidFill>
                  <a:srgbClr val="1A1D31"/>
                </a:solidFill>
                <a:latin typeface="Arial"/>
              </a:rPr>
              <a:t>these are full-stack expansion candidates. Conditional fill on</a:t>
            </a:r>
          </a:p>
          <a:p>
            <a:r>
              <a:rPr sz="1100" b="0">
                <a:solidFill>
                  <a:srgbClr val="1A1D31"/>
                </a:solidFill>
                <a:latin typeface="Arial"/>
              </a:rPr>
              <a:t>ARR cells (cols C/D/E): zero = light gray, &gt; EUR 500k = brand-blue tint.</a:t>
            </a:r>
          </a:p>
        </p:txBody>
      </p:sp>
      <p:sp>
        <p:nvSpPr>
          <p:cNvPr id="7" name="tcfield_S24_AccountExpansion"/>
          <p:cNvSpPr txBox="1"/>
          <p:nvPr/>
        </p:nvSpPr>
        <p:spPr>
          <a:xfrm>
            <a:off x="100000" y="7200000"/>
            <a:ext cx="2000000" cy="100000"/>
          </a:xfrm>
          <a:prstGeom prst="rect">
            <a:avLst/>
          </a:prstGeom>
          <a:noFill/>
          <a:ln>
            <a:noFill/>
          </a:ln>
        </p:spPr>
        <p:txBody>
          <a:bodyPr wrap="square" rtlCol="0">
            <a:spAutoFit/>
          </a:bodyPr>
          <a:lstStyle/>
          <a:p>
            <a:fld id="{ea504b58-53b7-4083-aeba-84c277e82ff2}"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4_AccountExpansion&lt;/m_strName&gt;&lt;/PersistentType&gt;&lt;/root&gt;">
              <a:rPr lang="en-US" sz="800"/>
              <a:t>&lt;S24_AccountExpansion&gt;</a:t>
            </a:fld>
            <a:endParaRPr lang="en-US" sz="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516837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349" imgH="350" progId="TCLayout.ActiveDocument.1">
                  <p:embed/>
                </p:oleObj>
              </mc:Choice>
              <mc:Fallback>
                <p:oleObj name="think-cell Slide" r:id="rId36"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Clustered column</a:t>
            </a:r>
          </a:p>
        </p:txBody>
      </p:sp>
      <p:graphicFrame>
        <p:nvGraphicFramePr>
          <p:cNvPr id="40" name="Chart 39">
            <a:extLst>
              <a:ext uri="{FF2B5EF4-FFF2-40B4-BE49-F238E27FC236}">
                <a16:creationId xmlns:a16="http://schemas.microsoft.com/office/drawing/2014/main" id="{EC438882-94AC-571C-4987-D5AB9EAE75BE}"/>
              </a:ext>
            </a:extLst>
          </p:cNvPr>
          <p:cNvGraphicFramePr/>
          <p:nvPr>
            <p:custDataLst>
              <p:tags r:id="rId2"/>
            </p:custDataLst>
            <p:extLst>
              <p:ext uri="{D42A27DB-BD31-4B8C-83A1-F6EECF244321}">
                <p14:modId xmlns:p14="http://schemas.microsoft.com/office/powerpoint/2010/main" val="254793427"/>
              </p:ext>
            </p:extLst>
          </p:nvPr>
        </p:nvGraphicFramePr>
        <p:xfrm>
          <a:off x="688975" y="2297113"/>
          <a:ext cx="7548563" cy="3113087"/>
        </p:xfrm>
        <a:graphic>
          <a:graphicData uri="http://schemas.openxmlformats.org/drawingml/2006/chart">
            <c:chart xmlns:c="http://schemas.openxmlformats.org/drawingml/2006/chart" xmlns:r="http://schemas.openxmlformats.org/officeDocument/2006/relationships" r:id="rId38"/>
          </a:graphicData>
        </a:graphic>
      </p:graphicFrame>
      <p:sp>
        <p:nvSpPr>
          <p:cNvPr id="6" name="Rectangle 167">
            <a:extLst>
              <a:ext uri="{FF2B5EF4-FFF2-40B4-BE49-F238E27FC236}">
                <a16:creationId xmlns:a16="http://schemas.microsoft.com/office/drawing/2014/main" id="{3E20C19A-E70C-493C-9258-C2B48C96C2C0}"/>
              </a:ext>
            </a:extLst>
          </p:cNvPr>
          <p:cNvSpPr>
            <a:spLocks/>
          </p:cNvSpPr>
          <p:nvPr>
            <p:custDataLst>
              <p:tags r:id="rId3"/>
            </p:custDataLst>
          </p:nvPr>
        </p:nvSpPr>
        <p:spPr bwMode="gray">
          <a:xfrm>
            <a:off x="496888" y="5237163"/>
            <a:ext cx="984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CFC9594A-2098-41E8-A382-6AA7F35981C2}" type="datetime'''''''0'''''''''''''''''''''''''''''''''''">
              <a:rPr lang="en-US" altLang="en-US" sz="1400" smtClean="0">
                <a:solidFill>
                  <a:schemeClr val="tx1"/>
                </a:solidFill>
              </a:rPr>
              <a:pPr algn="r">
                <a:lnSpc>
                  <a:spcPct val="90000"/>
                </a:lnSpc>
                <a:spcBef>
                  <a:spcPct val="0"/>
                </a:spcBef>
                <a:spcAft>
                  <a:spcPct val="0"/>
                </a:spcAft>
              </a:pPr>
              <a:t>0</a:t>
            </a:fld>
            <a:endParaRPr lang="en-US" sz="1400">
              <a:solidFill>
                <a:schemeClr val="tx1"/>
              </a:solidFill>
            </a:endParaRPr>
          </a:p>
        </p:txBody>
      </p:sp>
      <p:sp>
        <p:nvSpPr>
          <p:cNvPr id="41" name="Text Placeholder 2">
            <a:extLst>
              <a:ext uri="{FF2B5EF4-FFF2-40B4-BE49-F238E27FC236}">
                <a16:creationId xmlns:a16="http://schemas.microsoft.com/office/drawing/2014/main" id="{A36AD9A7-A470-4248-33C2-9AE6FF8B56DA}"/>
              </a:ext>
            </a:extLst>
          </p:cNvPr>
          <p:cNvSpPr>
            <a:spLocks/>
          </p:cNvSpPr>
          <p:nvPr>
            <p:custDataLst>
              <p:tags r:id="rId4"/>
            </p:custDataLst>
          </p:nvPr>
        </p:nvSpPr>
        <p:spPr bwMode="gray">
          <a:xfrm>
            <a:off x="496888" y="4730750"/>
            <a:ext cx="984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2C3CFECC-A84D-4857-A2EA-AA69DC58F029}" type="datetime'''''''''''''''''''''''''''5'''''''''''''''''''''''''''''''''''">
              <a:rPr lang="en-US" altLang="en-US" sz="1400" smtClean="0">
                <a:effectLst/>
              </a:rPr>
              <a:pPr marL="0" lvl="0" indent="0" algn="r">
                <a:spcBef>
                  <a:spcPct val="0"/>
                </a:spcBef>
                <a:spcAft>
                  <a:spcPct val="0"/>
                </a:spcAft>
                <a:buNone/>
              </a:pPr>
              <a:t>5</a:t>
            </a:fld>
            <a:endParaRPr lang="en-US" sz="1400"/>
          </a:p>
        </p:txBody>
      </p:sp>
      <p:sp>
        <p:nvSpPr>
          <p:cNvPr id="11" name="Rectangle 172">
            <a:extLst>
              <a:ext uri="{FF2B5EF4-FFF2-40B4-BE49-F238E27FC236}">
                <a16:creationId xmlns:a16="http://schemas.microsoft.com/office/drawing/2014/main" id="{1336B2C2-E797-12C2-8DED-179B1D6C9B6A}"/>
              </a:ext>
            </a:extLst>
          </p:cNvPr>
          <p:cNvSpPr>
            <a:spLocks/>
          </p:cNvSpPr>
          <p:nvPr>
            <p:custDataLst>
              <p:tags r:id="rId5"/>
            </p:custDataLst>
          </p:nvPr>
        </p:nvSpPr>
        <p:spPr bwMode="gray">
          <a:xfrm>
            <a:off x="398463" y="4254500"/>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69AED3C5-D392-43FE-8527-4FA183F962B7}" type="datetime'''''1''0'''''">
              <a:rPr lang="en-US" altLang="en-US" sz="1400" smtClean="0">
                <a:solidFill>
                  <a:schemeClr val="tx1"/>
                </a:solidFill>
              </a:rPr>
              <a:pPr algn="r">
                <a:lnSpc>
                  <a:spcPct val="90000"/>
                </a:lnSpc>
                <a:spcBef>
                  <a:spcPct val="0"/>
                </a:spcBef>
                <a:spcAft>
                  <a:spcPct val="0"/>
                </a:spcAft>
              </a:pPr>
              <a:t>10</a:t>
            </a:fld>
            <a:endParaRPr lang="en-US" sz="1400">
              <a:solidFill>
                <a:schemeClr val="tx1"/>
              </a:solidFill>
            </a:endParaRPr>
          </a:p>
        </p:txBody>
      </p:sp>
      <p:sp>
        <p:nvSpPr>
          <p:cNvPr id="42" name="Text Placeholder 2">
            <a:extLst>
              <a:ext uri="{FF2B5EF4-FFF2-40B4-BE49-F238E27FC236}">
                <a16:creationId xmlns:a16="http://schemas.microsoft.com/office/drawing/2014/main" id="{A36AD9A7-A470-4248-33C2-9AE6FF8B56DA}"/>
              </a:ext>
            </a:extLst>
          </p:cNvPr>
          <p:cNvSpPr>
            <a:spLocks/>
          </p:cNvSpPr>
          <p:nvPr>
            <p:custDataLst>
              <p:tags r:id="rId6"/>
            </p:custDataLst>
          </p:nvPr>
        </p:nvSpPr>
        <p:spPr bwMode="gray">
          <a:xfrm>
            <a:off x="398463" y="3748088"/>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3A962EE7-4FAB-4C3B-A887-81AEEED2A771}" type="datetime'1''''''''5'''''''''''''''''''''''''">
              <a:rPr lang="en-US" altLang="en-US" sz="1400" smtClean="0">
                <a:effectLst/>
              </a:rPr>
              <a:pPr marL="0" lvl="0" indent="0" algn="r">
                <a:spcBef>
                  <a:spcPct val="0"/>
                </a:spcBef>
                <a:spcAft>
                  <a:spcPct val="0"/>
                </a:spcAft>
                <a:buNone/>
              </a:pPr>
              <a:t>15</a:t>
            </a:fld>
            <a:endParaRPr lang="en-US" sz="1400"/>
          </a:p>
        </p:txBody>
      </p:sp>
      <p:sp>
        <p:nvSpPr>
          <p:cNvPr id="12" name="Rectangle 177">
            <a:extLst>
              <a:ext uri="{FF2B5EF4-FFF2-40B4-BE49-F238E27FC236}">
                <a16:creationId xmlns:a16="http://schemas.microsoft.com/office/drawing/2014/main" id="{EC381340-2B3E-E99F-F995-293851645FDF}"/>
              </a:ext>
            </a:extLst>
          </p:cNvPr>
          <p:cNvSpPr>
            <a:spLocks/>
          </p:cNvSpPr>
          <p:nvPr>
            <p:custDataLst>
              <p:tags r:id="rId7"/>
            </p:custDataLst>
          </p:nvPr>
        </p:nvSpPr>
        <p:spPr bwMode="gray">
          <a:xfrm>
            <a:off x="398463" y="3271838"/>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3A31AB80-69DB-485B-873C-E3046BB2AF4E}" type="datetime'20'''''''''''''''''''''''''''''''''">
              <a:rPr lang="en-US" altLang="en-US" sz="1400" smtClean="0">
                <a:solidFill>
                  <a:schemeClr val="tx1"/>
                </a:solidFill>
              </a:rPr>
              <a:pPr algn="r">
                <a:lnSpc>
                  <a:spcPct val="90000"/>
                </a:lnSpc>
                <a:spcBef>
                  <a:spcPct val="0"/>
                </a:spcBef>
                <a:spcAft>
                  <a:spcPct val="0"/>
                </a:spcAft>
              </a:pPr>
              <a:t>20</a:t>
            </a:fld>
            <a:endParaRPr lang="en-US" sz="1400">
              <a:solidFill>
                <a:schemeClr val="tx1"/>
              </a:solidFill>
            </a:endParaRPr>
          </a:p>
        </p:txBody>
      </p:sp>
      <p:sp>
        <p:nvSpPr>
          <p:cNvPr id="43" name="Text Placeholder 2">
            <a:extLst>
              <a:ext uri="{FF2B5EF4-FFF2-40B4-BE49-F238E27FC236}">
                <a16:creationId xmlns:a16="http://schemas.microsoft.com/office/drawing/2014/main" id="{A36AD9A7-A470-4248-33C2-9AE6FF8B56DA}"/>
              </a:ext>
            </a:extLst>
          </p:cNvPr>
          <p:cNvSpPr>
            <a:spLocks/>
          </p:cNvSpPr>
          <p:nvPr>
            <p:custDataLst>
              <p:tags r:id="rId8"/>
            </p:custDataLst>
          </p:nvPr>
        </p:nvSpPr>
        <p:spPr bwMode="gray">
          <a:xfrm>
            <a:off x="398463" y="2765425"/>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8DE26AE-B5B7-495E-BF8B-9456DBAB3530}" type="datetime'''''''''''''''''''''''''''''2''''''''''''''''''5'''''''">
              <a:rPr lang="en-US" altLang="en-US" sz="1400" smtClean="0">
                <a:effectLst/>
              </a:rPr>
              <a:pPr marL="0" lvl="0" indent="0" algn="r">
                <a:spcBef>
                  <a:spcPct val="0"/>
                </a:spcBef>
                <a:spcAft>
                  <a:spcPct val="0"/>
                </a:spcAft>
                <a:buNone/>
              </a:pPr>
              <a:t>25</a:t>
            </a:fld>
            <a:endParaRPr lang="en-US" sz="1400"/>
          </a:p>
        </p:txBody>
      </p:sp>
      <p:sp>
        <p:nvSpPr>
          <p:cNvPr id="44" name="Text Placeholder 2">
            <a:extLst>
              <a:ext uri="{FF2B5EF4-FFF2-40B4-BE49-F238E27FC236}">
                <a16:creationId xmlns:a16="http://schemas.microsoft.com/office/drawing/2014/main" id="{A36AD9A7-A470-4248-33C2-9AE6FF8B56DA}"/>
              </a:ext>
            </a:extLst>
          </p:cNvPr>
          <p:cNvSpPr>
            <a:spLocks/>
          </p:cNvSpPr>
          <p:nvPr>
            <p:custDataLst>
              <p:tags r:id="rId9"/>
            </p:custDataLst>
          </p:nvPr>
        </p:nvSpPr>
        <p:spPr bwMode="gray">
          <a:xfrm>
            <a:off x="398463" y="2273300"/>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8ABFA58-C35E-4878-8D73-7AF0B0EAAE65}" type="datetime'''''''''''''''''''''''3''0'''''''''''''''''''''''''''''">
              <a:rPr lang="en-US" altLang="en-US" sz="1400" smtClean="0">
                <a:effectLst/>
              </a:rPr>
              <a:pPr marL="0" lvl="0" indent="0" algn="r">
                <a:spcBef>
                  <a:spcPct val="0"/>
                </a:spcBef>
                <a:spcAft>
                  <a:spcPct val="0"/>
                </a:spcAft>
                <a:buNone/>
              </a:pPr>
              <a:t>30</a:t>
            </a:fld>
            <a:endParaRPr lang="en-US" sz="1400"/>
          </a:p>
        </p:txBody>
      </p:sp>
      <p:cxnSp>
        <p:nvCxnSpPr>
          <p:cNvPr id="15" name="Straight Connector 113">
            <a:extLst>
              <a:ext uri="{FF2B5EF4-FFF2-40B4-BE49-F238E27FC236}">
                <a16:creationId xmlns:a16="http://schemas.microsoft.com/office/drawing/2014/main" id="{490DA7FE-DF02-1A55-B003-A38E635FD60F}"/>
              </a:ext>
            </a:extLst>
          </p:cNvPr>
          <p:cNvCxnSpPr>
            <a:cxnSpLocks/>
          </p:cNvCxnSpPr>
          <p:nvPr>
            <p:custDataLst>
              <p:tags r:id="rId10"/>
            </p:custDataLst>
          </p:nvPr>
        </p:nvCxnSpPr>
        <p:spPr bwMode="auto">
          <a:xfrm flipV="1">
            <a:off x="5297488" y="2397125"/>
            <a:ext cx="0" cy="7620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14">
            <a:extLst>
              <a:ext uri="{FF2B5EF4-FFF2-40B4-BE49-F238E27FC236}">
                <a16:creationId xmlns:a16="http://schemas.microsoft.com/office/drawing/2014/main" id="{5ED79ED3-6039-D248-270A-9A4BE6808BE9}"/>
              </a:ext>
            </a:extLst>
          </p:cNvPr>
          <p:cNvCxnSpPr>
            <a:cxnSpLocks/>
          </p:cNvCxnSpPr>
          <p:nvPr>
            <p:custDataLst>
              <p:tags r:id="rId11"/>
            </p:custDataLst>
          </p:nvPr>
        </p:nvCxnSpPr>
        <p:spPr bwMode="auto">
          <a:xfrm>
            <a:off x="5297488" y="2397125"/>
            <a:ext cx="2460625" cy="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15">
            <a:extLst>
              <a:ext uri="{FF2B5EF4-FFF2-40B4-BE49-F238E27FC236}">
                <a16:creationId xmlns:a16="http://schemas.microsoft.com/office/drawing/2014/main" id="{0FA57901-6219-12FE-517B-352CA8537C06}"/>
              </a:ext>
            </a:extLst>
          </p:cNvPr>
          <p:cNvCxnSpPr>
            <a:cxnSpLocks/>
          </p:cNvCxnSpPr>
          <p:nvPr>
            <p:custDataLst>
              <p:tags r:id="rId12"/>
            </p:custDataLst>
          </p:nvPr>
        </p:nvCxnSpPr>
        <p:spPr bwMode="auto">
          <a:xfrm>
            <a:off x="7758113" y="2397125"/>
            <a:ext cx="0" cy="1333500"/>
          </a:xfrm>
          <a:prstGeom prst="line">
            <a:avLst/>
          </a:prstGeom>
          <a:ln w="12700"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8" name="Rectangle 246">
            <a:extLst>
              <a:ext uri="{FF2B5EF4-FFF2-40B4-BE49-F238E27FC236}">
                <a16:creationId xmlns:a16="http://schemas.microsoft.com/office/drawing/2014/main" id="{0C784A0A-E037-5B73-0BD3-F85DE1D57491}"/>
              </a:ext>
            </a:extLst>
          </p:cNvPr>
          <p:cNvSpPr>
            <a:spLocks/>
          </p:cNvSpPr>
          <p:nvPr>
            <p:custDataLst>
              <p:tags r:id="rId13"/>
            </p:custDataLst>
          </p:nvPr>
        </p:nvSpPr>
        <p:spPr bwMode="auto">
          <a:xfrm>
            <a:off x="398463" y="1917700"/>
            <a:ext cx="11239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b" anchorCtr="0">
            <a:noAutofit/>
          </a:bodyPr>
          <a:lstStyle/>
          <a:p>
            <a:pPr>
              <a:spcBef>
                <a:spcPct val="0"/>
              </a:spcBef>
              <a:spcAft>
                <a:spcPct val="0"/>
              </a:spcAft>
            </a:pPr>
            <a:r>
              <a:rPr lang="en-US" sz="1400" dirty="0">
                <a:solidFill>
                  <a:schemeClr val="tx1"/>
                </a:solidFill>
              </a:rPr>
              <a:t>New ARR (mEUR)</a:t>
            </a:r>
          </a:p>
        </p:txBody>
      </p:sp>
      <p:sp>
        <p:nvSpPr>
          <p:cNvPr id="20" name="Rectangle 11">
            <a:extLst>
              <a:ext uri="{FF2B5EF4-FFF2-40B4-BE49-F238E27FC236}">
                <a16:creationId xmlns:a16="http://schemas.microsoft.com/office/drawing/2014/main" id="{4970B787-9B59-707F-9211-2F3FE9300364}"/>
              </a:ext>
            </a:extLst>
          </p:cNvPr>
          <p:cNvSpPr>
            <a:spLocks/>
          </p:cNvSpPr>
          <p:nvPr>
            <p:custDataLst>
              <p:tags r:id="rId14"/>
            </p:custDataLst>
          </p:nvPr>
        </p:nvSpPr>
        <p:spPr bwMode="auto">
          <a:xfrm>
            <a:off x="1069975"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E728CBBD-5F52-4733-B9FB-FE2DACADF6E2}" type="datetime'B''''r''''''''''''''a''n''''''d'''' ''''''''''''''1'''''">
              <a:rPr lang="en-US" altLang="en-US" sz="1400" smtClean="0">
                <a:solidFill>
                  <a:schemeClr val="tx1"/>
                </a:solidFill>
              </a:rPr>
              <a:pPr algn="ctr">
                <a:spcBef>
                  <a:spcPct val="0"/>
                </a:spcBef>
                <a:spcAft>
                  <a:spcPct val="0"/>
                </a:spcAft>
              </a:pPr>
              <a:t>Brand 1</a:t>
            </a:fld>
            <a:endParaRPr lang="en-US" sz="1400">
              <a:solidFill>
                <a:schemeClr val="tx1"/>
              </a:solidFill>
            </a:endParaRPr>
          </a:p>
        </p:txBody>
      </p:sp>
      <p:sp>
        <p:nvSpPr>
          <p:cNvPr id="21" name="Rectangle 31">
            <a:extLst>
              <a:ext uri="{FF2B5EF4-FFF2-40B4-BE49-F238E27FC236}">
                <a16:creationId xmlns:a16="http://schemas.microsoft.com/office/drawing/2014/main" id="{00BB3EED-75DA-70B9-0F62-F76D70319947}"/>
              </a:ext>
            </a:extLst>
          </p:cNvPr>
          <p:cNvSpPr>
            <a:spLocks/>
          </p:cNvSpPr>
          <p:nvPr>
            <p:custDataLst>
              <p:tags r:id="rId15"/>
            </p:custDataLst>
          </p:nvPr>
        </p:nvSpPr>
        <p:spPr bwMode="auto">
          <a:xfrm>
            <a:off x="2300288"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94AF4360-C1BF-4D6F-9234-89165ACB10D4}" type="datetime'''''B''''''r''a''''''n''''''d'' ''''''2'''">
              <a:rPr lang="en-US" altLang="en-US" sz="1400" smtClean="0">
                <a:solidFill>
                  <a:schemeClr val="tx1"/>
                </a:solidFill>
              </a:rPr>
              <a:pPr algn="ctr">
                <a:spcBef>
                  <a:spcPct val="0"/>
                </a:spcBef>
                <a:spcAft>
                  <a:spcPct val="0"/>
                </a:spcAft>
              </a:pPr>
              <a:t>Brand 2</a:t>
            </a:fld>
            <a:endParaRPr lang="en-US" sz="1400">
              <a:solidFill>
                <a:schemeClr val="tx1"/>
              </a:solidFill>
            </a:endParaRPr>
          </a:p>
        </p:txBody>
      </p:sp>
      <p:sp>
        <p:nvSpPr>
          <p:cNvPr id="22" name="Rectangle 32">
            <a:extLst>
              <a:ext uri="{FF2B5EF4-FFF2-40B4-BE49-F238E27FC236}">
                <a16:creationId xmlns:a16="http://schemas.microsoft.com/office/drawing/2014/main" id="{B8EC06C6-EEC6-3485-8C17-9858FADFC9EA}"/>
              </a:ext>
            </a:extLst>
          </p:cNvPr>
          <p:cNvSpPr>
            <a:spLocks/>
          </p:cNvSpPr>
          <p:nvPr>
            <p:custDataLst>
              <p:tags r:id="rId16"/>
            </p:custDataLst>
          </p:nvPr>
        </p:nvSpPr>
        <p:spPr bwMode="auto">
          <a:xfrm>
            <a:off x="35306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0ED863F-B3EC-4182-8D48-84C51B6756A1}" type="datetime'''''''''''''''B''r''''''''a''''''''''''''nd'' ''''''''''''''3'">
              <a:rPr lang="en-US" altLang="en-US" sz="1400" smtClean="0">
                <a:solidFill>
                  <a:schemeClr val="tx1"/>
                </a:solidFill>
              </a:rPr>
              <a:pPr algn="ctr">
                <a:spcBef>
                  <a:spcPct val="0"/>
                </a:spcBef>
                <a:spcAft>
                  <a:spcPct val="0"/>
                </a:spcAft>
              </a:pPr>
              <a:t>Brand 3</a:t>
            </a:fld>
            <a:endParaRPr lang="en-US" sz="1400">
              <a:solidFill>
                <a:schemeClr val="tx1"/>
              </a:solidFill>
            </a:endParaRPr>
          </a:p>
        </p:txBody>
      </p:sp>
      <p:sp>
        <p:nvSpPr>
          <p:cNvPr id="23" name="Rectangle 341">
            <a:extLst>
              <a:ext uri="{FF2B5EF4-FFF2-40B4-BE49-F238E27FC236}">
                <a16:creationId xmlns:a16="http://schemas.microsoft.com/office/drawing/2014/main" id="{ABF44360-8224-36FA-098F-A6B38D486DBA}"/>
              </a:ext>
            </a:extLst>
          </p:cNvPr>
          <p:cNvSpPr>
            <a:spLocks/>
          </p:cNvSpPr>
          <p:nvPr>
            <p:custDataLst>
              <p:tags r:id="rId17"/>
            </p:custDataLst>
          </p:nvPr>
        </p:nvSpPr>
        <p:spPr bwMode="auto">
          <a:xfrm>
            <a:off x="47625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C879B4F-C170-4D71-8B5D-1C85194368EC}" type="datetime'''''''''''''''''''''''''''B''ran''''''d'''''''''''''' ''4'">
              <a:rPr lang="en-US" altLang="en-US" sz="1400" smtClean="0">
                <a:solidFill>
                  <a:schemeClr val="tx1"/>
                </a:solidFill>
              </a:rPr>
              <a:pPr algn="ctr">
                <a:spcBef>
                  <a:spcPct val="0"/>
                </a:spcBef>
                <a:spcAft>
                  <a:spcPct val="0"/>
                </a:spcAft>
              </a:pPr>
              <a:t>Brand 4</a:t>
            </a:fld>
            <a:endParaRPr lang="en-US" sz="1400">
              <a:solidFill>
                <a:schemeClr val="tx1"/>
              </a:solidFill>
            </a:endParaRPr>
          </a:p>
        </p:txBody>
      </p:sp>
      <p:sp>
        <p:nvSpPr>
          <p:cNvPr id="19" name="Rectangle 35">
            <a:extLst>
              <a:ext uri="{FF2B5EF4-FFF2-40B4-BE49-F238E27FC236}">
                <a16:creationId xmlns:a16="http://schemas.microsoft.com/office/drawing/2014/main" id="{1B688C84-1B4C-5EEE-8471-666CB833DB88}"/>
              </a:ext>
            </a:extLst>
          </p:cNvPr>
          <p:cNvSpPr>
            <a:spLocks/>
          </p:cNvSpPr>
          <p:nvPr>
            <p:custDataLst>
              <p:tags r:id="rId18"/>
            </p:custDataLst>
          </p:nvPr>
        </p:nvSpPr>
        <p:spPr bwMode="auto">
          <a:xfrm>
            <a:off x="7124700" y="5386388"/>
            <a:ext cx="8302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89DB73BD-DCEF-433A-B8EC-01E61FC6CDCB}" type="datetime'O''''''''''''u''''r'' ''''''''''Br''''''an''''''''d'''''''">
              <a:rPr lang="en-US" altLang="en-US" sz="1400" smtClean="0">
                <a:solidFill>
                  <a:schemeClr val="tx1"/>
                </a:solidFill>
              </a:rPr>
              <a:pPr algn="ctr">
                <a:spcBef>
                  <a:spcPct val="0"/>
                </a:spcBef>
                <a:spcAft>
                  <a:spcPct val="0"/>
                </a:spcAft>
              </a:pPr>
              <a:t>Our Brand</a:t>
            </a:fld>
            <a:endParaRPr lang="en-US" sz="1400">
              <a:solidFill>
                <a:schemeClr val="tx1"/>
              </a:solidFill>
            </a:endParaRPr>
          </a:p>
        </p:txBody>
      </p:sp>
      <p:sp>
        <p:nvSpPr>
          <p:cNvPr id="24" name="Rectangle 357">
            <a:extLst>
              <a:ext uri="{FF2B5EF4-FFF2-40B4-BE49-F238E27FC236}">
                <a16:creationId xmlns:a16="http://schemas.microsoft.com/office/drawing/2014/main" id="{57FD7012-D997-A805-6E02-ABE8F803DD60}"/>
              </a:ext>
            </a:extLst>
          </p:cNvPr>
          <p:cNvSpPr>
            <a:spLocks/>
          </p:cNvSpPr>
          <p:nvPr>
            <p:custDataLst>
              <p:tags r:id="rId19"/>
            </p:custDataLst>
          </p:nvPr>
        </p:nvSpPr>
        <p:spPr bwMode="gray">
          <a:xfrm>
            <a:off x="1041400" y="35766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7F2B032B-7ACF-4A45-B498-DAF073F4862D}" type="datetime'''''''''''''1''''''''''''''''''''''''''''''6'''''''">
              <a:rPr lang="en-US" altLang="en-US" sz="1400" smtClean="0">
                <a:solidFill>
                  <a:schemeClr val="tx1"/>
                </a:solidFill>
              </a:rPr>
              <a:pPr algn="ctr">
                <a:lnSpc>
                  <a:spcPct val="90000"/>
                </a:lnSpc>
                <a:spcBef>
                  <a:spcPct val="0"/>
                </a:spcBef>
                <a:spcAft>
                  <a:spcPct val="0"/>
                </a:spcAft>
              </a:pPr>
              <a:t>16</a:t>
            </a:fld>
            <a:endParaRPr lang="en-US" sz="1400">
              <a:solidFill>
                <a:schemeClr val="tx1"/>
              </a:solidFill>
            </a:endParaRPr>
          </a:p>
        </p:txBody>
      </p:sp>
      <p:sp>
        <p:nvSpPr>
          <p:cNvPr id="25" name="Rectangle 358">
            <a:extLst>
              <a:ext uri="{FF2B5EF4-FFF2-40B4-BE49-F238E27FC236}">
                <a16:creationId xmlns:a16="http://schemas.microsoft.com/office/drawing/2014/main" id="{421437B7-BA42-9BD8-6BDF-4C7D403B3A58}"/>
              </a:ext>
            </a:extLst>
          </p:cNvPr>
          <p:cNvSpPr>
            <a:spLocks/>
          </p:cNvSpPr>
          <p:nvPr>
            <p:custDataLst>
              <p:tags r:id="rId20"/>
            </p:custDataLst>
          </p:nvPr>
        </p:nvSpPr>
        <p:spPr bwMode="gray">
          <a:xfrm>
            <a:off x="1481138" y="28051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303C2CB7-2660-4465-818D-CF7A66CEC485}" type="datetime'2''''''''''''''''''''''3'''''''''">
              <a:rPr lang="en-US" altLang="en-US" sz="1400" smtClean="0">
                <a:solidFill>
                  <a:schemeClr val="tx1"/>
                </a:solidFill>
              </a:rPr>
              <a:pPr algn="ctr">
                <a:lnSpc>
                  <a:spcPct val="90000"/>
                </a:lnSpc>
                <a:spcBef>
                  <a:spcPct val="0"/>
                </a:spcBef>
                <a:spcAft>
                  <a:spcPct val="0"/>
                </a:spcAft>
              </a:pPr>
              <a:t>23</a:t>
            </a:fld>
            <a:endParaRPr lang="en-US" sz="1400">
              <a:solidFill>
                <a:schemeClr val="tx1"/>
              </a:solidFill>
            </a:endParaRPr>
          </a:p>
        </p:txBody>
      </p:sp>
      <p:sp>
        <p:nvSpPr>
          <p:cNvPr id="26" name="Rectangle 359">
            <a:extLst>
              <a:ext uri="{FF2B5EF4-FFF2-40B4-BE49-F238E27FC236}">
                <a16:creationId xmlns:a16="http://schemas.microsoft.com/office/drawing/2014/main" id="{949204FD-B15F-E846-2BE0-FAB1AB533D97}"/>
              </a:ext>
            </a:extLst>
          </p:cNvPr>
          <p:cNvSpPr>
            <a:spLocks/>
          </p:cNvSpPr>
          <p:nvPr>
            <p:custDataLst>
              <p:tags r:id="rId21"/>
            </p:custDataLst>
          </p:nvPr>
        </p:nvSpPr>
        <p:spPr bwMode="gray">
          <a:xfrm>
            <a:off x="2271713" y="37703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542BC38F-8E18-4B12-9AC6-DC216F8CEAEB}"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7" name="Rectangle 360">
            <a:extLst>
              <a:ext uri="{FF2B5EF4-FFF2-40B4-BE49-F238E27FC236}">
                <a16:creationId xmlns:a16="http://schemas.microsoft.com/office/drawing/2014/main" id="{CCDB6DB7-31FF-1441-CED5-991119859317}"/>
              </a:ext>
            </a:extLst>
          </p:cNvPr>
          <p:cNvSpPr>
            <a:spLocks/>
          </p:cNvSpPr>
          <p:nvPr>
            <p:custDataLst>
              <p:tags r:id="rId22"/>
            </p:custDataLst>
          </p:nvPr>
        </p:nvSpPr>
        <p:spPr bwMode="gray">
          <a:xfrm>
            <a:off x="2711450" y="36909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B72C4BD-7C37-4DD9-AD78-FF2A7D92124A}"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8" name="Rectangle 361">
            <a:extLst>
              <a:ext uri="{FF2B5EF4-FFF2-40B4-BE49-F238E27FC236}">
                <a16:creationId xmlns:a16="http://schemas.microsoft.com/office/drawing/2014/main" id="{4152C6D1-7EAF-600D-FB89-8920CF3A0710}"/>
              </a:ext>
            </a:extLst>
          </p:cNvPr>
          <p:cNvSpPr>
            <a:spLocks/>
          </p:cNvSpPr>
          <p:nvPr>
            <p:custDataLst>
              <p:tags r:id="rId23"/>
            </p:custDataLst>
          </p:nvPr>
        </p:nvSpPr>
        <p:spPr bwMode="gray">
          <a:xfrm>
            <a:off x="3503613" y="391160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6B52D05-29A0-459C-9768-15DFF3026304}" type="datetime'''''''''''''''''''''''''''''''''''''''''12'''''''">
              <a:rPr lang="en-US" altLang="en-US" sz="1400" smtClean="0">
                <a:solidFill>
                  <a:schemeClr val="tx1"/>
                </a:solidFill>
              </a:rPr>
              <a:pPr algn="ctr">
                <a:lnSpc>
                  <a:spcPct val="90000"/>
                </a:lnSpc>
                <a:spcBef>
                  <a:spcPct val="0"/>
                </a:spcBef>
                <a:spcAft>
                  <a:spcPct val="0"/>
                </a:spcAft>
              </a:pPr>
              <a:t>12</a:t>
            </a:fld>
            <a:endParaRPr lang="en-US" sz="1400">
              <a:solidFill>
                <a:schemeClr val="tx1"/>
              </a:solidFill>
            </a:endParaRPr>
          </a:p>
        </p:txBody>
      </p:sp>
      <p:sp>
        <p:nvSpPr>
          <p:cNvPr id="29" name="Rectangle 363">
            <a:extLst>
              <a:ext uri="{FF2B5EF4-FFF2-40B4-BE49-F238E27FC236}">
                <a16:creationId xmlns:a16="http://schemas.microsoft.com/office/drawing/2014/main" id="{8458D2D6-8DA6-14DE-1647-68AA16555042}"/>
              </a:ext>
            </a:extLst>
          </p:cNvPr>
          <p:cNvSpPr>
            <a:spLocks/>
          </p:cNvSpPr>
          <p:nvPr>
            <p:custDataLst>
              <p:tags r:id="rId24"/>
            </p:custDataLst>
          </p:nvPr>
        </p:nvSpPr>
        <p:spPr bwMode="gray">
          <a:xfrm>
            <a:off x="3943350" y="340995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C435C0F1-7428-480C-94E3-F8FC35BB1C51}" type="datetime'1''''''''7'''''''''''''''''''''">
              <a:rPr lang="en-US" altLang="en-US" sz="1400" smtClean="0">
                <a:solidFill>
                  <a:schemeClr val="tx1"/>
                </a:solidFill>
              </a:rPr>
              <a:pPr algn="ctr">
                <a:lnSpc>
                  <a:spcPct val="90000"/>
                </a:lnSpc>
                <a:spcBef>
                  <a:spcPct val="0"/>
                </a:spcBef>
                <a:spcAft>
                  <a:spcPct val="0"/>
                </a:spcAft>
              </a:pPr>
              <a:t>17</a:t>
            </a:fld>
            <a:endParaRPr lang="en-US" sz="1400">
              <a:solidFill>
                <a:schemeClr val="tx1"/>
              </a:solidFill>
            </a:endParaRPr>
          </a:p>
        </p:txBody>
      </p:sp>
      <p:sp>
        <p:nvSpPr>
          <p:cNvPr id="30" name="Rectangle 364">
            <a:extLst>
              <a:ext uri="{FF2B5EF4-FFF2-40B4-BE49-F238E27FC236}">
                <a16:creationId xmlns:a16="http://schemas.microsoft.com/office/drawing/2014/main" id="{0C871ECD-73A4-43E9-1370-1EF64D458675}"/>
              </a:ext>
            </a:extLst>
          </p:cNvPr>
          <p:cNvSpPr>
            <a:spLocks/>
          </p:cNvSpPr>
          <p:nvPr>
            <p:custDataLst>
              <p:tags r:id="rId25"/>
            </p:custDataLst>
          </p:nvPr>
        </p:nvSpPr>
        <p:spPr bwMode="gray">
          <a:xfrm>
            <a:off x="4733925" y="36163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EA3F950F-B335-465C-8F43-AB51268FBEBD}" type="datetime'''''''''''''''''''''''1''''''''''''''5'">
              <a:rPr lang="en-US" altLang="en-US" sz="1400" smtClean="0">
                <a:solidFill>
                  <a:schemeClr val="tx1"/>
                </a:solidFill>
              </a:rPr>
              <a:pPr algn="ctr">
                <a:lnSpc>
                  <a:spcPct val="90000"/>
                </a:lnSpc>
                <a:spcBef>
                  <a:spcPct val="0"/>
                </a:spcBef>
                <a:spcAft>
                  <a:spcPct val="0"/>
                </a:spcAft>
              </a:pPr>
              <a:t>15</a:t>
            </a:fld>
            <a:endParaRPr lang="en-US" sz="1400">
              <a:solidFill>
                <a:schemeClr val="tx1"/>
              </a:solidFill>
            </a:endParaRPr>
          </a:p>
        </p:txBody>
      </p:sp>
      <p:sp>
        <p:nvSpPr>
          <p:cNvPr id="31" name="Rectangle 365">
            <a:extLst>
              <a:ext uri="{FF2B5EF4-FFF2-40B4-BE49-F238E27FC236}">
                <a16:creationId xmlns:a16="http://schemas.microsoft.com/office/drawing/2014/main" id="{BCB19E19-E245-D3CA-5DF8-6850E8527422}"/>
              </a:ext>
            </a:extLst>
          </p:cNvPr>
          <p:cNvSpPr>
            <a:spLocks/>
          </p:cNvSpPr>
          <p:nvPr>
            <p:custDataLst>
              <p:tags r:id="rId26"/>
            </p:custDataLst>
          </p:nvPr>
        </p:nvSpPr>
        <p:spPr bwMode="gray">
          <a:xfrm>
            <a:off x="5173663" y="25114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845C499-2735-4D8D-BA2B-A82C79855911}" type="datetime'''''''''''''''''''''''2''''''''''''''''''''''''''6'''''''">
              <a:rPr lang="en-US" altLang="en-US" sz="1400" smtClean="0">
                <a:solidFill>
                  <a:schemeClr val="tx1"/>
                </a:solidFill>
              </a:rPr>
              <a:pPr algn="ctr">
                <a:lnSpc>
                  <a:spcPct val="90000"/>
                </a:lnSpc>
                <a:spcBef>
                  <a:spcPct val="0"/>
                </a:spcBef>
                <a:spcAft>
                  <a:spcPct val="0"/>
                </a:spcAft>
              </a:pPr>
              <a:t>26</a:t>
            </a:fld>
            <a:endParaRPr lang="en-US" sz="1400">
              <a:solidFill>
                <a:schemeClr val="tx1"/>
              </a:solidFill>
            </a:endParaRPr>
          </a:p>
        </p:txBody>
      </p:sp>
      <p:sp>
        <p:nvSpPr>
          <p:cNvPr id="32" name="Rectangle 366">
            <a:extLst>
              <a:ext uri="{FF2B5EF4-FFF2-40B4-BE49-F238E27FC236}">
                <a16:creationId xmlns:a16="http://schemas.microsoft.com/office/drawing/2014/main" id="{6C1533B2-D98B-9EFB-BEBA-4CB182D202BF}"/>
              </a:ext>
            </a:extLst>
          </p:cNvPr>
          <p:cNvSpPr>
            <a:spLocks/>
          </p:cNvSpPr>
          <p:nvPr>
            <p:custDataLst>
              <p:tags r:id="rId27"/>
            </p:custDataLst>
          </p:nvPr>
        </p:nvSpPr>
        <p:spPr bwMode="gray">
          <a:xfrm>
            <a:off x="7243763" y="4259263"/>
            <a:ext cx="1492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FC87031-C97B-4C10-929D-1BB1B82F245A}" type="datetime'''''''''''''''''''''''''''9'''''''">
              <a:rPr lang="en-US" altLang="en-US" sz="1400" smtClean="0">
                <a:solidFill>
                  <a:schemeClr val="tx1"/>
                </a:solidFill>
              </a:rPr>
              <a:pPr algn="ctr">
                <a:lnSpc>
                  <a:spcPct val="90000"/>
                </a:lnSpc>
                <a:spcBef>
                  <a:spcPct val="0"/>
                </a:spcBef>
                <a:spcAft>
                  <a:spcPct val="0"/>
                </a:spcAft>
              </a:pPr>
              <a:t>9</a:t>
            </a:fld>
            <a:endParaRPr lang="en-US" sz="1400">
              <a:solidFill>
                <a:schemeClr val="tx1"/>
              </a:solidFill>
            </a:endParaRPr>
          </a:p>
        </p:txBody>
      </p:sp>
      <p:sp>
        <p:nvSpPr>
          <p:cNvPr id="33" name="Rectangle 367">
            <a:extLst>
              <a:ext uri="{FF2B5EF4-FFF2-40B4-BE49-F238E27FC236}">
                <a16:creationId xmlns:a16="http://schemas.microsoft.com/office/drawing/2014/main" id="{0C57E5E1-CF26-54A4-E940-B75D1D5AEAD6}"/>
              </a:ext>
            </a:extLst>
          </p:cNvPr>
          <p:cNvSpPr>
            <a:spLocks/>
          </p:cNvSpPr>
          <p:nvPr>
            <p:custDataLst>
              <p:tags r:id="rId28"/>
            </p:custDataLst>
          </p:nvPr>
        </p:nvSpPr>
        <p:spPr bwMode="gray">
          <a:xfrm>
            <a:off x="7634288" y="37687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1C28B0E1-FF4C-4010-9F17-3CD820190A50}"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34" name="Oval 33">
            <a:extLst>
              <a:ext uri="{FF2B5EF4-FFF2-40B4-BE49-F238E27FC236}">
                <a16:creationId xmlns:a16="http://schemas.microsoft.com/office/drawing/2014/main" id="{0D336833-95B4-5DF1-0993-5DA9F80B2A03}"/>
              </a:ext>
            </a:extLst>
          </p:cNvPr>
          <p:cNvSpPr>
            <a:spLocks/>
          </p:cNvSpPr>
          <p:nvPr>
            <p:custDataLst>
              <p:tags r:id="rId29"/>
            </p:custDataLst>
          </p:nvPr>
        </p:nvSpPr>
        <p:spPr bwMode="auto">
          <a:xfrm>
            <a:off x="6234113" y="2246313"/>
            <a:ext cx="587375" cy="301625"/>
          </a:xfrm>
          <a:prstGeom prst="ellipse">
            <a:avLst/>
          </a:prstGeom>
          <a:solidFill>
            <a:schemeClr val="bg1"/>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fld id="{93ACE399-E739-4AD7-AADA-39F207D5A053}" type="datetime'''''''''''''''''''''''''''''''''''-''''''''''''48''''%'''''">
              <a:rPr lang="en-US" altLang="en-US" sz="1400" smtClean="0">
                <a:solidFill>
                  <a:schemeClr val="tx1"/>
                </a:solidFill>
                <a:effectLst/>
              </a:rPr>
              <a:pPr algn="ctr">
                <a:spcBef>
                  <a:spcPct val="0"/>
                </a:spcBef>
                <a:spcAft>
                  <a:spcPct val="0"/>
                </a:spcAft>
              </a:pPr>
              <a:t>-48%</a:t>
            </a:fld>
            <a:endParaRPr lang="en-US" sz="1400">
              <a:solidFill>
                <a:schemeClr val="tx1"/>
              </a:solidFill>
            </a:endParaRPr>
          </a:p>
        </p:txBody>
      </p:sp>
      <p:sp>
        <p:nvSpPr>
          <p:cNvPr id="35" name="Rectangle 19">
            <a:extLst>
              <a:ext uri="{FF2B5EF4-FFF2-40B4-BE49-F238E27FC236}">
                <a16:creationId xmlns:a16="http://schemas.microsoft.com/office/drawing/2014/main" id="{D43F45FF-6670-40D4-2888-6B621F6FB837}"/>
              </a:ext>
            </a:extLst>
          </p:cNvPr>
          <p:cNvSpPr>
            <a:spLocks/>
          </p:cNvSpPr>
          <p:nvPr>
            <p:custDataLst>
              <p:tags r:id="rId30"/>
            </p:custDataLst>
          </p:nvPr>
        </p:nvSpPr>
        <p:spPr bwMode="auto">
          <a:xfrm>
            <a:off x="3598863" y="5778500"/>
            <a:ext cx="250825" cy="187325"/>
          </a:xfrm>
          <a:prstGeom prst="rect">
            <a:avLst/>
          </a:prstGeom>
          <a:solidFill>
            <a:schemeClr val="bg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2">
            <a:extLst>
              <a:ext uri="{FF2B5EF4-FFF2-40B4-BE49-F238E27FC236}">
                <a16:creationId xmlns:a16="http://schemas.microsoft.com/office/drawing/2014/main" id="{D844FCD2-EE66-A7FA-BE17-336D2247FC77}"/>
              </a:ext>
            </a:extLst>
          </p:cNvPr>
          <p:cNvSpPr>
            <a:spLocks/>
          </p:cNvSpPr>
          <p:nvPr>
            <p:custDataLst>
              <p:tags r:id="rId31"/>
            </p:custDataLst>
          </p:nvPr>
        </p:nvSpPr>
        <p:spPr bwMode="auto">
          <a:xfrm>
            <a:off x="4514850" y="577850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2">
            <a:extLst>
              <a:ext uri="{FF2B5EF4-FFF2-40B4-BE49-F238E27FC236}">
                <a16:creationId xmlns:a16="http://schemas.microsoft.com/office/drawing/2014/main" id="{B4CB4B08-9589-F42E-BFF9-F2A095D2780D}"/>
              </a:ext>
            </a:extLst>
          </p:cNvPr>
          <p:cNvSpPr>
            <a:spLocks/>
          </p:cNvSpPr>
          <p:nvPr>
            <p:custDataLst>
              <p:tags r:id="rId32"/>
            </p:custDataLst>
          </p:nvPr>
        </p:nvSpPr>
        <p:spPr bwMode="auto">
          <a:xfrm>
            <a:off x="3900488" y="5773738"/>
            <a:ext cx="5127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59D7227-14F8-4379-8C12-A53A6E5096F1}" type="datetime'''''''''''''''''Onl''''''''i''''''''n''''e'''''''''''">
              <a:rPr lang="en-US" altLang="en-US" sz="1400" smtClean="0">
                <a:solidFill>
                  <a:schemeClr val="tx1"/>
                </a:solidFill>
              </a:rPr>
              <a:pPr>
                <a:spcBef>
                  <a:spcPct val="0"/>
                </a:spcBef>
                <a:spcAft>
                  <a:spcPct val="0"/>
                </a:spcAft>
              </a:pPr>
              <a:t>Online</a:t>
            </a:fld>
            <a:endParaRPr lang="en-US" sz="1400">
              <a:solidFill>
                <a:schemeClr val="tx1"/>
              </a:solidFill>
            </a:endParaRPr>
          </a:p>
        </p:txBody>
      </p:sp>
      <p:sp>
        <p:nvSpPr>
          <p:cNvPr id="38" name="Rectangle 10">
            <a:extLst>
              <a:ext uri="{FF2B5EF4-FFF2-40B4-BE49-F238E27FC236}">
                <a16:creationId xmlns:a16="http://schemas.microsoft.com/office/drawing/2014/main" id="{14B863F4-D62A-257B-CF15-2AF266511B43}"/>
              </a:ext>
            </a:extLst>
          </p:cNvPr>
          <p:cNvSpPr>
            <a:spLocks/>
          </p:cNvSpPr>
          <p:nvPr>
            <p:custDataLst>
              <p:tags r:id="rId33"/>
            </p:custDataLst>
          </p:nvPr>
        </p:nvSpPr>
        <p:spPr bwMode="auto">
          <a:xfrm>
            <a:off x="4816475" y="5773738"/>
            <a:ext cx="5095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083AECE-1438-4DF2-8A13-DD4A2AFF889D}" type="datetime'Of''''''''''f''''''''l''''''''''i''''''''''n''''e'">
              <a:rPr lang="en-US" altLang="en-US" sz="1400" smtClean="0">
                <a:solidFill>
                  <a:schemeClr val="tx1"/>
                </a:solidFill>
              </a:rPr>
              <a:pPr>
                <a:spcBef>
                  <a:spcPct val="0"/>
                </a:spcBef>
                <a:spcAft>
                  <a:spcPct val="0"/>
                </a:spcAft>
              </a:pPr>
              <a:t>Offline</a:t>
            </a:fld>
            <a:endParaRPr lang="en-US" sz="1400">
              <a:solidFill>
                <a:schemeClr val="tx1"/>
              </a:solidFill>
            </a:endParaRPr>
          </a:p>
        </p:txBody>
      </p:sp>
      <p:sp>
        <p:nvSpPr>
          <p:cNvPr id="45" name="tc_columnhead">
            <a:extLst>
              <a:ext uri="{FF2B5EF4-FFF2-40B4-BE49-F238E27FC236}">
                <a16:creationId xmlns:a16="http://schemas.microsoft.com/office/drawing/2014/main" id="{E4D05E99-57CF-C81A-80D8-E799492B64E3}"/>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46" name="tc_columnheadline">
            <a:extLst>
              <a:ext uri="{FF2B5EF4-FFF2-40B4-BE49-F238E27FC236}">
                <a16:creationId xmlns:a16="http://schemas.microsoft.com/office/drawing/2014/main" id="{D4492394-DA09-C52F-7077-1944DB893D2D}"/>
              </a:ext>
            </a:extLst>
          </p:cNvPr>
          <p:cNvCxnSpPr>
            <a:cxnSpLocks/>
            <a:stCxn id="45" idx="4"/>
            <a:endCxn id="45"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tc_columnhead">
            <a:extLst>
              <a:ext uri="{FF2B5EF4-FFF2-40B4-BE49-F238E27FC236}">
                <a16:creationId xmlns:a16="http://schemas.microsoft.com/office/drawing/2014/main" id="{B609D60C-FF97-30BB-614C-A2C30EEBBF34}"/>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49" name="tc_columnheadline">
            <a:extLst>
              <a:ext uri="{FF2B5EF4-FFF2-40B4-BE49-F238E27FC236}">
                <a16:creationId xmlns:a16="http://schemas.microsoft.com/office/drawing/2014/main" id="{64975172-FFA9-5669-B3F5-23FE35837E98}"/>
              </a:ext>
            </a:extLst>
          </p:cNvPr>
          <p:cNvCxnSpPr>
            <a:cxnSpLocks/>
            <a:stCxn id="48" idx="4"/>
            <a:endCxn id="48"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18">
            <a:extLst>
              <a:ext uri="{FF2B5EF4-FFF2-40B4-BE49-F238E27FC236}">
                <a16:creationId xmlns:a16="http://schemas.microsoft.com/office/drawing/2014/main" id="{0E69FDF9-F5E1-E6D9-95C3-75B746510A50}"/>
              </a:ext>
            </a:extLst>
          </p:cNvPr>
          <p:cNvSpPr>
            <a:spLocks/>
          </p:cNvSpPr>
          <p:nvPr/>
        </p:nvSpPr>
        <p:spPr>
          <a:xfrm>
            <a:off x="8811106" y="-805994"/>
            <a:ext cx="4575600" cy="1365365"/>
          </a:xfrm>
          <a:prstGeom prst="rect">
            <a:avLst/>
          </a:prstGeom>
          <a:solidFill>
            <a:schemeClr val="bg2"/>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t>
            </a:r>
            <a:r>
              <a:rPr lang="en-US" sz="1200" b="1" u="sng" dirty="0">
                <a:solidFill>
                  <a:schemeClr val="tx1"/>
                </a:solidFill>
              </a:rPr>
              <a:t>think-cell charts</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a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CAGR arrows, difference arrows),</a:t>
            </a:r>
            <a:r>
              <a:rPr lang="en-US" sz="1200" b="1" dirty="0">
                <a:solidFill>
                  <a:schemeClr val="tx1"/>
                </a:solidFill>
              </a:rPr>
              <a:t> </a:t>
            </a:r>
            <a:r>
              <a:rPr lang="en-US" sz="1200" dirty="0">
                <a:solidFill>
                  <a:schemeClr val="tx1"/>
                </a:solidFill>
              </a:rPr>
              <a:t>right-click a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a chart or a feature,</a:t>
            </a:r>
            <a:r>
              <a:rPr lang="en-US" sz="1200" b="1" dirty="0">
                <a:solidFill>
                  <a:schemeClr val="tx1"/>
                </a:solidFill>
              </a:rPr>
              <a:t> </a:t>
            </a:r>
            <a:r>
              <a:rPr lang="en-US" sz="1200" dirty="0">
                <a:solidFill>
                  <a:schemeClr val="tx1"/>
                </a:solidFill>
              </a:rPr>
              <a:t>click the chart or feature to open the mini toolbar.</a:t>
            </a:r>
            <a:endParaRPr lang="en-US" sz="1200" dirty="0">
              <a:solidFill>
                <a:schemeClr val="tx1"/>
              </a:solidFill>
              <a:cs typeface="Arial"/>
            </a:endParaRPr>
          </a:p>
        </p:txBody>
      </p:sp>
      <p:sp>
        <p:nvSpPr>
          <p:cNvPr id="73" name="Text Placeholder 15">
            <a:extLst>
              <a:ext uri="{FF2B5EF4-FFF2-40B4-BE49-F238E27FC236}">
                <a16:creationId xmlns:a16="http://schemas.microsoft.com/office/drawing/2014/main" id="{FB9BC161-67F9-90B0-90B4-215D01703775}"/>
              </a:ext>
            </a:extLst>
          </p:cNvPr>
          <p:cNvSpPr/>
          <p:nvPr/>
        </p:nvSpPr>
        <p:spPr>
          <a:xfrm>
            <a:off x="407988" y="6275487"/>
            <a:ext cx="4052391"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columns, bar, bars, think-cell, chart, charts, graph, graphs, comment</a:t>
            </a:r>
          </a:p>
        </p:txBody>
      </p:sp>
      <p:sp>
        <p:nvSpPr>
          <p:cNvPr id="2" name="Rechteck 137">
            <a:extLst>
              <a:ext uri="{FF2B5EF4-FFF2-40B4-BE49-F238E27FC236}">
                <a16:creationId xmlns:a16="http://schemas.microsoft.com/office/drawing/2014/main" id="{72D734B2-3075-6ECB-B132-19D020C294FF}"/>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404453400"/>
      </p:ext>
    </p:extLst>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{period} ranked actions for the director</a:t>
            </a:r>
          </a:p>
        </p:txBody>
      </p:sp>
      <p:sp>
        <p:nvSpPr>
          <p:cNvPr id="4" name="Text Placeholder 3"/>
          <p:cNvSpPr>
            <a:spLocks noGrp="1"/>
          </p:cNvSpPr>
          <p:nvPr>
            <p:ph type="body" idx="144" sz="quarter"/>
          </p:nvPr>
        </p:nvSpPr>
        <p:spPr/>
        <p:txBody>
          <a:bodyPr/>
          <a:lstStyle/>
          <a:p>
            <a:r>
              <a:t>Action items</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 datalinked]</a:t>
            </a:r>
          </a:p>
          <a:p>
            <a:r>
              <a:rPr sz="1100" b="0">
                <a:solidFill>
                  <a:srgbClr val="1A1D31"/>
                </a:solidFill>
                <a:latin typeface="Arial"/>
              </a:rPr>
              <a:t>Range: Action_Items!A1:G&lt;last&gt;  (in legacy land.xlsx, NOT model)</a:t>
            </a:r>
          </a:p>
          <a:p>
            <a:r>
              <a:rPr sz="1100" b="0">
                <a:solidFill>
                  <a:srgbClr val="1A1D31"/>
                </a:solidFill>
                <a:latin typeface="Arial"/>
              </a:rPr>
              <a:t>  Cols: # / Priority / Rule / Claim / Suggested action / Due / Owner</a:t>
            </a:r>
          </a:p>
          <a:p>
            <a:r>
              <a:rPr sz="1100" b="0">
                <a:solidFill>
                  <a:srgbClr val="1A1D31"/>
                </a:solidFill>
                <a:latin typeface="Arial"/>
              </a:rPr>
              <a:t>Conditional fill on Priority col (HIGH=coral, MEDIUM=orange, LOW=gray)</a:t>
            </a:r>
          </a:p>
        </p:txBody>
      </p:sp>
      <p:sp>
        <p:nvSpPr>
          <p:cNvPr id="7" name="tcfield_S26_ActionItems"/>
          <p:cNvSpPr txBox="1"/>
          <p:nvPr/>
        </p:nvSpPr>
        <p:spPr>
          <a:xfrm>
            <a:off x="100000" y="7200000"/>
            <a:ext cx="2000000" cy="100000"/>
          </a:xfrm>
          <a:prstGeom prst="rect">
            <a:avLst/>
          </a:prstGeom>
          <a:noFill/>
          <a:ln>
            <a:noFill/>
          </a:ln>
        </p:spPr>
        <p:txBody>
          <a:bodyPr wrap="square" rtlCol="0">
            <a:spAutoFit/>
          </a:bodyPr>
          <a:lstStyle/>
          <a:p>
            <a:fld id="{3d9aaf61-2f34-46d4-88b5-bec854bc4703}"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6_ActionItems&lt;/m_strName&gt;&lt;/PersistentType&gt;&lt;/root&gt;">
              <a:rPr lang="en-US" sz="800"/>
              <a:t>&lt;S26_ActionItems&gt;</a:t>
            </a:fld>
            <a:endParaRPr lang="en-US" sz="80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Narrative — pulled from brief.md</a:t>
            </a:r>
          </a:p>
        </p:txBody>
      </p:sp>
      <p:sp>
        <p:nvSpPr>
          <p:cNvPr id="4" name="Text Placeholder 3"/>
          <p:cNvSpPr>
            <a:spLocks noGrp="1"/>
          </p:cNvSpPr>
          <p:nvPr>
            <p:ph type="body" idx="144" sz="quarter"/>
          </p:nvPr>
        </p:nvSpPr>
        <p:spPr/>
        <p:txBody>
          <a:bodyPr/>
          <a:lstStyle/>
          <a:p>
            <a:r>
              <a:t>Risks &amp; outlook</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[plain text — paste from brief.md '## Risks' section]</a:t>
            </a:r>
          </a:p>
          <a:p>
            <a:r>
              <a:rPr sz="1100" b="0">
                <a:solidFill>
                  <a:srgbClr val="1A1D31"/>
                </a:solidFill>
                <a:latin typeface="Arial"/>
              </a:rPr>
              <a:t>No think-cell binding here; this slide stays narrative.</a:t>
            </a:r>
          </a:p>
          <a:p>
            <a:r>
              <a:rPr sz="1100" b="0">
                <a:solidFill>
                  <a:srgbClr val="1A1D31"/>
                </a:solidFill>
                <a:latin typeface="Arial"/>
              </a:rPr>
              <a:t>Replace per director by copying brief.md ## Risks bullets.</a:t>
            </a:r>
          </a:p>
        </p:txBody>
      </p:sp>
      <p:sp>
        <p:nvSpPr>
          <p:cNvPr id="7" name="tcfield_S27_RisksOutlook"/>
          <p:cNvSpPr txBox="1"/>
          <p:nvPr/>
        </p:nvSpPr>
        <p:spPr>
          <a:xfrm>
            <a:off x="650000" y="1300000"/>
            <a:ext cx="8200000" cy="3800000"/>
          </a:xfrm>
          <a:prstGeom prst="rect">
            <a:avLst/>
          </a:prstGeom>
          <a:noFill/>
          <a:ln>
            <a:noFill/>
          </a:ln>
        </p:spPr>
        <p:txBody>
          <a:bodyPr wrap="square" rtlCol="0">
            <a:spAutoFit/>
          </a:bodyPr>
          <a:lstStyle/>
          <a:p>
            <a:fld id="{6caeb7b5-40b3-4b21-8188-8f92bcf2c9e7}"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7_RisksOutlook&lt;/m_strName&gt;&lt;/PersistentType&gt;&lt;/root&gt;">
              <a:rPr lang="en-US" sz="1400"/>
              <a:t>&lt;S27_RisksOutlook&gt;</a:t>
            </a:fld>
            <a:endParaRPr lang="en-US" sz="140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8" sz="quarter"/>
          </p:nvPr>
        </p:nvSpPr>
        <p:spPr/>
        <p:txBody>
          <a:bodyPr/>
          <a:lstStyle/>
          <a:p>
            <a:r>
              <a:t>Thank you</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PvTNFjg57xXF8n0ZJJB9w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YSRTZi7qwxfh7cfmBjkC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m3a0gcfWxUKnZQryvzKFx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6tAEIyZr0G2ANhpF8.31u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cTBDh1RxjZvBBKwWpJpZJ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pDKECo9XwIUkW00K61GgL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xvG8c57KGSSyg4sz3.9hL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4vhe8muyABtJigNuh5PzV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M8iP_Dh_An8C2NE9D3Mgx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6jde.etPiXHNQs2MAAAgg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kLFdhhf4SoXc1gdJqfScq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1C8vIJMYXVhZqTgv6XDmC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doDW5d3KhvAQnno7hldln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vWZHWfJP2pSnqWSq_MrL6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Ya4V5giDbKNrX_yuY_aqZ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09eQzGhYLxcAsHDrCJLlD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3edB2LPV8_r2.krV0LMma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8JSx93ZVcV06Y.yBy4HPB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Q1P1D6OUicOYbUsdCx51G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wbe2xeaDXyvem8v96OAKu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lZ8v1whwZ8CO2Y2a13CGu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GdO_cc52C_QV7.sNjxME8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5pDn_MvxsTTgd625FCgb8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_8VM0u3hO71uPH63gY3t4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MuvP2ubAAwA0yQYIJxURa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1S68rGO7qyRf5g2kLd2KVQ"/>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YUbrmvgTxRJWXfB.LxKA6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pHLcUv_h.8VNA.mYUgjmu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whqkKF5UjCNHBb0e8THb1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t4vFAXKwBSi8bHpk2rLn9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ZhAKYXUMoREHNqnw6qI9kg"/>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KPxbqhkwT4hir9_QTxMeOw"/>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EpL2kGh09JQT9dJVpGFoY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zezn0jnsbNSx6fM06_8WKg"/>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bI.mMuz3ENnTk8DaXPy4kg"/>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wTsMrCAdYzNNo3D.grRMo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KZeIP9INbvtsKU6jlLBH3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uQZMqDoq37ceCgxxzD8gKg"/>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eaHgQrXTjl5LF8rx_qXeI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azRrxP4VcNaPneTOhpTS5A"/>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RHBa08UmP0tKai8wfdMLc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VNAAeKc7M1nIux4D8aJz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EfSHme3VD8qKL3o6q9YfdA"/>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KAObXLbczHHFCg0.Dn.EPQ"/>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DA11VdcZAp9m4_bW2I7CX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6nT7lWb1QtL2o7W0AQcDf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S8vCbwBManAfCdMrPA00_g"/>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G2A8rghE1ezaApitVBRe_Q"/>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PvTNFjg57xXF8n0ZJJB9wA"/>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SYSRTZi7qwxfh7cfmBjkC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ZhAKYXUMoREHNqnw6qI9kg"/>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KPxbqhkwT4hir9_QTxMeOw"/>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EpL2kGh09JQT9dJVpGFoYQ"/>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zezn0jnsbNSx6fM06_8WKg"/>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bI.mMuz3ENnTk8DaXPy4kg"/>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wTsMrCAdYzNNo3D.grRMog"/>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KZeIP9INbvtsKU6jlLBH3w"/>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uQZMqDoq37ceCgxxzD8gKg"/>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eaHgQrXTjl5LF8rx_qXeIw"/>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qmpNIWILFIbG0gK3k7781g"/>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jfmXlR0qZYlMNZfUjl2VmQ"/>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dU9d0mPacz1ZjbPDI00fZg"/>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RZHQ3yA.EyxeaxVrgW87.A"/>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3vyiF7JWZh.3PG9ZrPb9WA"/>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4p7TFHcdt4ueV7gzHgn90g"/>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JuvvTffAfXiQ3WveWtfzZA"/>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zYDXufK8GzyWYsh8HdIsCg"/>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i7p4te1bWC6Mk1GZeU6Nag"/>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asU1azION26c1P8ypcWTQg"/>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a3gz6OuPfkEAEEL8IA8gyg"/>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GBIbng6dakgSZmAZ25u9cw"/>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rC1aWRbXXYFDn45SJx1LSw"/>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e6lgrfcIXWAnDrH7o.58mw"/>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_kxIS2x0V8hsnAaeoZmgJQ"/>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w.YsgaJ.RfgMX3bL0ZPDlw"/>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aTscVYGsZ9zf5ddGY_NKIQ"/>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rHRDEeLOdz9avLWSJxQfcA"/>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9lUMapyFzc_N8qLDTGx0lA"/>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gth4ssmW.SAnq5jbfOcnA"/>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_2tBYDf_CRjfscEZpkgNGQ"/>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epUDecgigARlyAYHgMfbUg"/>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GAGOhx44gIluExG4nAmGJQ"/>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vPd53zXiIPKGQRUR5N59VA"/>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YbFBvkW0wpzJ68gcMzEcQ"/>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nD4MGssCXLFXMR6Y1ITwjg"/>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ZD0UwVFNi8pEfhUnFKHEvw"/>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llZgUdgRDEpoeF0pquxJTw"/>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7yNEnKpZUzAi3PiFWKGE2Q"/>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w6g9mzjcGTHl0XUOpSKJng"/>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9mV8t74f5QDCNFCGsU6qHw"/>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2RvmkIsjyzfhwbnfDIRZEQ"/>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azRrxP4VcNaPneTOhpTS5A"/>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RHBa08UmP0tKai8wfdMLcw"/>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VNAAeKc7M1nIux4D8aJzA"/>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EfSHme3VD8qKL3o6q9YfdA"/>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KAObXLbczHHFCg0.Dn.EPQ"/>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DA11VdcZAp9m4_bW2I7CXw"/>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6nT7lWb1QtL2o7W0AQcDfw"/>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S8vCbwBManAfCdMrPA00_g"/>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G2A8rghE1ezaApitVBRe_Q"/>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PvTNFjg57xXF8n0ZJJB9wA"/>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SYSRTZi7qwxfh7cfmBjkCw"/>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ZhAKYXUMoREHNqnw6qI9kg"/>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KPxbqhkwT4hir9_QTxMeOw"/>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EpL2kGh09JQT9dJVpGFoYQ"/>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zezn0jnsbNSx6fM06_8WKg"/>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bI.mMuz3ENnTk8DaXPy4kg"/>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wTsMrCAdYzNNo3D.grRMog"/>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KZeIP9INbvtsKU6jlLBH3w"/>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uQZMqDoq37ceCgxxzD8gKg"/>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eaHgQrXTjl5LF8rx_qXeIw"/>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azRrxP4VcNaPneTOhpTS5A"/>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RHBa08UmP0tKai8wfdMLcw"/>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VNAAeKc7M1nIux4D8aJzA"/>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EfSHme3VD8qKL3o6q9YfdA"/>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KAObXLbczHHFCg0.Dn.EPQ"/>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DA11VdcZAp9m4_bW2I7CXw"/>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6nT7lWb1QtL2o7W0AQcDfw"/>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S8vCbwBManAfCdMrPA00_g"/>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G2A8rghE1ezaApitVBRe_Q"/>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GBIbng6dakgSZmAZ25u9cw"/>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aTscVYGsZ9zf5ddGY_NKIQ"/>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YbFBvkW0wpzJ68gcMzEcQ"/>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gth4ssmW.SAnq5jbfOcnA"/>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4p7TFHcdt4ueV7gzHgn90g"/>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a3gz6OuPfkEAEEL8IA8gyg"/>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w.YsgaJ.RfgMX3bL0ZPDlw"/>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vPd53zXiIPKGQRUR5N59VA"/>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2RvmkIsjyzfhwbnfDIRZEQ"/>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qmpNIWILFIbG0gK3k7781g"/>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_kxIS2x0V8hsnAaeoZmgJQ"/>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9lUMapyFzc_N8qLDTGx0lA"/>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llZgUdgRDEpoeF0pquxJTw"/>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3vyiF7JWZh.3PG9ZrPb9WA"/>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asU1azION26c1P8ypcWTQg"/>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GAGOhx44gIluExG4nAmGJQ"/>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9mV8t74f5QDCNFCGsU6qHw"/>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RZHQ3yA.EyxeaxVrgW87.A"/>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e6lgrfcIXWAnDrH7o.58mw"/>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epUDecgigARlyAYHgMfbUg"/>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ZD0UwVFNi8pEfhUnFKHEvw"/>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i7p4te1bWC6Mk1GZeU6Nag"/>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rHRDEeLOdz9avLWSJxQfcA"/>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w6g9mzjcGTHl0XUOpSKJng"/>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dU9d0mPacz1ZjbPDI00fZg"/>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zYDXufK8GzyWYsh8HdIsCg"/>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rC1aWRbXXYFDn45SJx1LSw"/>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_2tBYDf_CRjfscEZpkgNGQ"/>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nD4MGssCXLFXMR6Y1ITwjg"/>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7yNEnKpZUzAi3PiFWKGE2Q"/>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JuvvTffAfXiQ3WveWtfzZA"/>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jfmXlR0qZYlMNZfUjl2VmQ"/>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GBIbng6dakgSZmAZ25u9cw"/>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aTscVYGsZ9zf5ddGY_NKIQ"/>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YbFBvkW0wpzJ68gcMzEcQ"/>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gth4ssmW.SAnq5jbfOcnA"/>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4p7TFHcdt4ueV7gzHgn90g"/>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a3gz6OuPfkEAEEL8IA8gyg"/>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w.YsgaJ.RfgMX3bL0ZPDlw"/>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vPd53zXiIPKGQRUR5N59VA"/>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2RvmkIsjyzfhwbnfDIRZEQ"/>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qmpNIWILFIbG0gK3k7781g"/>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_kxIS2x0V8hsnAaeoZmgJQ"/>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9lUMapyFzc_N8qLDTGx0lA"/>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llZgUdgRDEpoeF0pquxJTw"/>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3vyiF7JWZh.3PG9ZrPb9WA"/>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asU1azION26c1P8ypcWTQg"/>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GAGOhx44gIluExG4nAmGJQ"/>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9mV8t74f5QDCNFCGsU6qHw"/>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RZHQ3yA.EyxeaxVrgW87.A"/>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e6lgrfcIXWAnDrH7o.58mw"/>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epUDecgigARlyAYHgMfbUg"/>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ZD0UwVFNi8pEfhUnFKHEvw"/>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i7p4te1bWC6Mk1GZeU6Nag"/>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rHRDEeLOdz9avLWSJxQfcA"/>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w6g9mzjcGTHl0XUOpSKJng"/>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dU9d0mPacz1ZjbPDI00fZg"/>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zYDXufK8GzyWYsh8HdIsCg"/>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rC1aWRbXXYFDn45SJx1LSw"/>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_2tBYDf_CRjfscEZpkgNGQ"/>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nD4MGssCXLFXMR6Y1ITwjg"/>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7yNEnKpZUzAi3PiFWKGE2Q"/>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JuvvTffAfXiQ3WveWtfzZA"/>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jfmXlR0qZYlMNZfUjl2VmQ"/>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GBIbng6dakgSZmAZ25u9cw"/>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aTscVYGsZ9zf5ddGY_NKIQ"/>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HYbFBvkW0wpzJ68gcMzEcQ"/>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gth4ssmW.SAnq5jbfOcnA"/>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4p7TFHcdt4ueV7gzHgn90g"/>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a3gz6OuPfkEAEEL8IA8gyg"/>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w.YsgaJ.RfgMX3bL0ZPDlw"/>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vPd53zXiIPKGQRUR5N59VA"/>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2RvmkIsjyzfhwbnfDIRZEQ"/>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qmpNIWILFIbG0gK3k7781g"/>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_kxIS2x0V8hsnAaeoZmgJQ"/>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9lUMapyFzc_N8qLDTGx0lA"/>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llZgUdgRDEpoeF0pquxJTw"/>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3vyiF7JWZh.3PG9ZrPb9WA"/>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asU1azION26c1P8ypcWTQg"/>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GAGOhx44gIluExG4nAmGJQ"/>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9mV8t74f5QDCNFCGsU6qHw"/>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RZHQ3yA.EyxeaxVrgW87.A"/>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e6lgrfcIXWAnDrH7o.58mw"/>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epUDecgigARlyAYHgMfbUg"/>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ZD0UwVFNi8pEfhUnFKHEvw"/>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i7p4te1bWC6Mk1GZeU6Nag"/>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rHRDEeLOdz9avLWSJxQfcA"/>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w6g9mzjcGTHl0XUOpSKJng"/>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dU9d0mPacz1ZjbPDI00fZg"/>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zYDXufK8GzyWYsh8HdIsCg"/>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rC1aWRbXXYFDn45SJx1LSw"/>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_2tBYDf_CRjfscEZpkgNGQ"/>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nD4MGssCXLFXMR6Y1ITwjg"/>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7yNEnKpZUzAi3PiFWKGE2Q"/>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JuvvTffAfXiQ3WveWtfzZA"/>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jfmXlR0qZYlMNZfUjl2VmQ"/>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PvTNFjg57xXF8n0ZJJB9wA"/>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SYSRTZi7qwxfh7cfmBjkCw"/>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ZhAKYXUMoREHNqnw6qI9kg"/>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KPxbqhkwT4hir9_QTxMeOw"/>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EpL2kGh09JQT9dJVpGFoYQ"/>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zezn0jnsbNSx6fM06_8WKg"/>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bI.mMuz3ENnTk8DaXPy4kg"/>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wTsMrCAdYzNNo3D.grRMog"/>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KZeIP9INbvtsKU6jlLBH3w"/>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tuQZMqDoq37ceCgxxzD8gKg"/>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teaHgQrXTjl5LF8rx_qXeIw"/>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tazRrxP4VcNaPneTOhpTS5A"/>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RHBa08UmP0tKai8wfdMLcw"/>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HVNAAeKc7M1nIux4D8aJzA"/>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tEfSHme3VD8qKL3o6q9YfdA"/>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tKZeIP9INbvtsKU6jlLBH3w"/>
</p:tagLst>
</file>

<file path=ppt/tags/tag244.xml><?xml version="1.0" encoding="utf-8"?>
<p:tagLst xmlns:a="http://schemas.openxmlformats.org/drawingml/2006/main" xmlns:r="http://schemas.openxmlformats.org/officeDocument/2006/relationships" xmlns:p="http://schemas.openxmlformats.org/presentationml/2006/main">
  <p:tag name="THINKCELLSHAPEDONOTDELETE" val="tKPxbqhkwT4hir9_QTxMeOw"/>
</p:tagLst>
</file>

<file path=ppt/tags/tag245.xml><?xml version="1.0" encoding="utf-8"?>
<p:tagLst xmlns:a="http://schemas.openxmlformats.org/drawingml/2006/main" xmlns:r="http://schemas.openxmlformats.org/officeDocument/2006/relationships" xmlns:p="http://schemas.openxmlformats.org/presentationml/2006/main">
  <p:tag name="THINKCELLSHAPEDONOTDELETE" val="t6nT7lWb1QtL2o7W0AQcDfw"/>
</p:tagLst>
</file>

<file path=ppt/tags/tag246.xml><?xml version="1.0" encoding="utf-8"?>
<p:tagLst xmlns:a="http://schemas.openxmlformats.org/drawingml/2006/main" xmlns:r="http://schemas.openxmlformats.org/officeDocument/2006/relationships" xmlns:p="http://schemas.openxmlformats.org/presentationml/2006/main">
  <p:tag name="THINKCELLSHAPEDONOTDELETE" val="tHVNAAeKc7M1nIux4D8aJzA"/>
</p:tagLst>
</file>

<file path=ppt/tags/tag247.xml><?xml version="1.0" encoding="utf-8"?>
<p:tagLst xmlns:a="http://schemas.openxmlformats.org/drawingml/2006/main" xmlns:r="http://schemas.openxmlformats.org/officeDocument/2006/relationships" xmlns:p="http://schemas.openxmlformats.org/presentationml/2006/main">
  <p:tag name="THINKCELLSHAPEDONOTDELETE" val="tazRrxP4VcNaPneTOhpTS5A"/>
</p:tagLst>
</file>

<file path=ppt/tags/tag248.xml><?xml version="1.0" encoding="utf-8"?>
<p:tagLst xmlns:a="http://schemas.openxmlformats.org/drawingml/2006/main" xmlns:r="http://schemas.openxmlformats.org/officeDocument/2006/relationships" xmlns:p="http://schemas.openxmlformats.org/presentationml/2006/main">
  <p:tag name="THINKCELLSHAPEDONOTDELETE" val="tzezn0jnsbNSx6fM06_8WKg"/>
</p:tagLst>
</file>

<file path=ppt/tags/tag249.xml><?xml version="1.0" encoding="utf-8"?>
<p:tagLst xmlns:a="http://schemas.openxmlformats.org/drawingml/2006/main" xmlns:r="http://schemas.openxmlformats.org/officeDocument/2006/relationships" xmlns:p="http://schemas.openxmlformats.org/presentationml/2006/main">
  <p:tag name="THINKCELLSHAPEDONOTDELETE" val="tPvTNFjg57xXF8n0ZJJB9wA"/>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tS8vCbwBManAfCdMrPA00_g"/>
</p:tagLst>
</file>

<file path=ppt/tags/tag251.xml><?xml version="1.0" encoding="utf-8"?>
<p:tagLst xmlns:a="http://schemas.openxmlformats.org/drawingml/2006/main" xmlns:r="http://schemas.openxmlformats.org/officeDocument/2006/relationships" xmlns:p="http://schemas.openxmlformats.org/presentationml/2006/main">
  <p:tag name="THINKCELLSHAPEDONOTDELETE" val="tKAObXLbczHHFCg0.Dn.EPQ"/>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tRHBa08UmP0tKai8wfdMLcw"/>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tbI.mMuz3ENnTk8DaXPy4kg"/>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tSYSRTZi7qwxfh7cfmBjkCw"/>
</p:tagLst>
</file>

<file path=ppt/tags/tag255.xml><?xml version="1.0" encoding="utf-8"?>
<p:tagLst xmlns:a="http://schemas.openxmlformats.org/drawingml/2006/main" xmlns:r="http://schemas.openxmlformats.org/officeDocument/2006/relationships" xmlns:p="http://schemas.openxmlformats.org/presentationml/2006/main">
  <p:tag name="THINKCELLSHAPEDONOTDELETE" val="tG2A8rghE1ezaApitVBRe_Q"/>
</p:tagLst>
</file>

<file path=ppt/tags/tag256.xml><?xml version="1.0" encoding="utf-8"?>
<p:tagLst xmlns:a="http://schemas.openxmlformats.org/drawingml/2006/main" xmlns:r="http://schemas.openxmlformats.org/officeDocument/2006/relationships" xmlns:p="http://schemas.openxmlformats.org/presentationml/2006/main">
  <p:tag name="THINKCELLSHAPEDONOTDELETE" val="tEfSHme3VD8qKL3o6q9YfdA"/>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tuQZMqDoq37ceCgxxzD8gKg"/>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wTsMrCAdYzNNo3D.grRMog"/>
</p:tagLst>
</file>

<file path=ppt/tags/tag259.xml><?xml version="1.0" encoding="utf-8"?>
<p:tagLst xmlns:a="http://schemas.openxmlformats.org/drawingml/2006/main" xmlns:r="http://schemas.openxmlformats.org/officeDocument/2006/relationships" xmlns:p="http://schemas.openxmlformats.org/presentationml/2006/main">
  <p:tag name="THINKCELLSHAPEDONOTDELETE" val="tZhAKYXUMoREHNqnw6qI9kg"/>
</p:tagLst>
</file>

<file path=ppt/tags/tag260.xml><?xml version="1.0" encoding="utf-8"?>
<p:tagLst xmlns:a="http://schemas.openxmlformats.org/drawingml/2006/main" xmlns:r="http://schemas.openxmlformats.org/officeDocument/2006/relationships" xmlns:p="http://schemas.openxmlformats.org/presentationml/2006/main">
  <p:tag name="THINKCELLSHAPEDONOTDELETE" val="tDA11VdcZAp9m4_bW2I7CXw"/>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teaHgQrXTjl5LF8rx_qXeIw"/>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tEpL2kGh09JQT9dJVpGFoYQ"/>
</p:tagLst>
</file>

<file path=ppt/tags/tag263.xml><?xml version="1.0" encoding="utf-8"?>
<p:tagLst xmlns:a="http://schemas.openxmlformats.org/drawingml/2006/main" xmlns:r="http://schemas.openxmlformats.org/officeDocument/2006/relationships" xmlns:p="http://schemas.openxmlformats.org/presentationml/2006/main">
  <p:tag name="THINKCELLSHAPEDONOTDELETE" val="tKAObXLbczHHFCg0.Dn.EPQ"/>
</p:tagLst>
</file>

<file path=ppt/tags/tag264.xml><?xml version="1.0" encoding="utf-8"?>
<p:tagLst xmlns:a="http://schemas.openxmlformats.org/drawingml/2006/main" xmlns:r="http://schemas.openxmlformats.org/officeDocument/2006/relationships" xmlns:p="http://schemas.openxmlformats.org/presentationml/2006/main">
  <p:tag name="THINKCELLSHAPEDONOTDELETE" val="tDA11VdcZAp9m4_bW2I7CXw"/>
</p:tagLst>
</file>

<file path=ppt/tags/tag265.xml><?xml version="1.0" encoding="utf-8"?>
<p:tagLst xmlns:a="http://schemas.openxmlformats.org/drawingml/2006/main" xmlns:r="http://schemas.openxmlformats.org/officeDocument/2006/relationships" xmlns:p="http://schemas.openxmlformats.org/presentationml/2006/main">
  <p:tag name="THINKCELLSHAPEDONOTDELETE" val="t6nT7lWb1QtL2o7W0AQcDfw"/>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tS8vCbwBManAfCdMrPA00_g"/>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G2A8rghE1ezaApitVBRe_Q"/>
</p:tagLst>
</file>

<file path=ppt/tags/tag268.xml><?xml version="1.0" encoding="utf-8"?>
<p:tagLst xmlns:a="http://schemas.openxmlformats.org/drawingml/2006/main" xmlns:r="http://schemas.openxmlformats.org/officeDocument/2006/relationships" xmlns:p="http://schemas.openxmlformats.org/presentationml/2006/main">
  <p:tag name="THINKCELLSHAPEDONOTDELETE" val="tGBIbng6dakgSZmAZ25u9cw"/>
</p:tagLst>
</file>

<file path=ppt/tags/tag269.xml><?xml version="1.0" encoding="utf-8"?>
<p:tagLst xmlns:a="http://schemas.openxmlformats.org/drawingml/2006/main" xmlns:r="http://schemas.openxmlformats.org/officeDocument/2006/relationships" xmlns:p="http://schemas.openxmlformats.org/presentationml/2006/main">
  <p:tag name="THINKCELLSHAPEDONOTDELETE" val="taTscVYGsZ9zf5ddGY_NKIQ"/>
</p:tagLst>
</file>

<file path=ppt/tags/tag270.xml><?xml version="1.0" encoding="utf-8"?>
<p:tagLst xmlns:a="http://schemas.openxmlformats.org/drawingml/2006/main" xmlns:r="http://schemas.openxmlformats.org/officeDocument/2006/relationships" xmlns:p="http://schemas.openxmlformats.org/presentationml/2006/main">
  <p:tag name="THINKCELLSHAPEDONOTDELETE" val="tHYbFBvkW0wpzJ68gcMzEcQ"/>
</p:tagLst>
</file>

<file path=ppt/tags/tag271.xml><?xml version="1.0" encoding="utf-8"?>
<p:tagLst xmlns:a="http://schemas.openxmlformats.org/drawingml/2006/main" xmlns:r="http://schemas.openxmlformats.org/officeDocument/2006/relationships" xmlns:p="http://schemas.openxmlformats.org/presentationml/2006/main">
  <p:tag name="THINKCELLSHAPEDONOTDELETE" val="t.gth4ssmW.SAnq5jbfOcnA"/>
</p:tagLst>
</file>

<file path=ppt/tags/tag272.xml><?xml version="1.0" encoding="utf-8"?>
<p:tagLst xmlns:a="http://schemas.openxmlformats.org/drawingml/2006/main" xmlns:r="http://schemas.openxmlformats.org/officeDocument/2006/relationships" xmlns:p="http://schemas.openxmlformats.org/presentationml/2006/main">
  <p:tag name="THINKCELLSHAPEDONOTDELETE" val="t4p7TFHcdt4ueV7gzHgn90g"/>
</p:tagLst>
</file>

<file path=ppt/tags/tag273.xml><?xml version="1.0" encoding="utf-8"?>
<p:tagLst xmlns:a="http://schemas.openxmlformats.org/drawingml/2006/main" xmlns:r="http://schemas.openxmlformats.org/officeDocument/2006/relationships" xmlns:p="http://schemas.openxmlformats.org/presentationml/2006/main">
  <p:tag name="THINKCELLSHAPEDONOTDELETE" val="ta3gz6OuPfkEAEEL8IA8gyg"/>
</p:tagLst>
</file>

<file path=ppt/tags/tag274.xml><?xml version="1.0" encoding="utf-8"?>
<p:tagLst xmlns:a="http://schemas.openxmlformats.org/drawingml/2006/main" xmlns:r="http://schemas.openxmlformats.org/officeDocument/2006/relationships" xmlns:p="http://schemas.openxmlformats.org/presentationml/2006/main">
  <p:tag name="THINKCELLSHAPEDONOTDELETE" val="tw.YsgaJ.RfgMX3bL0ZPDlw"/>
</p:tagLst>
</file>

<file path=ppt/tags/tag275.xml><?xml version="1.0" encoding="utf-8"?>
<p:tagLst xmlns:a="http://schemas.openxmlformats.org/drawingml/2006/main" xmlns:r="http://schemas.openxmlformats.org/officeDocument/2006/relationships" xmlns:p="http://schemas.openxmlformats.org/presentationml/2006/main">
  <p:tag name="THINKCELLSHAPEDONOTDELETE" val="tvPd53zXiIPKGQRUR5N59VA"/>
</p:tagLst>
</file>

<file path=ppt/tags/tag276.xml><?xml version="1.0" encoding="utf-8"?>
<p:tagLst xmlns:a="http://schemas.openxmlformats.org/drawingml/2006/main" xmlns:r="http://schemas.openxmlformats.org/officeDocument/2006/relationships" xmlns:p="http://schemas.openxmlformats.org/presentationml/2006/main">
  <p:tag name="THINKCELLSHAPEDONOTDELETE" val="t2RvmkIsjyzfhwbnfDIRZEQ"/>
</p:tagLst>
</file>

<file path=ppt/tags/tag277.xml><?xml version="1.0" encoding="utf-8"?>
<p:tagLst xmlns:a="http://schemas.openxmlformats.org/drawingml/2006/main" xmlns:r="http://schemas.openxmlformats.org/officeDocument/2006/relationships" xmlns:p="http://schemas.openxmlformats.org/presentationml/2006/main">
  <p:tag name="THINKCELLSHAPEDONOTDELETE" val="tqmpNIWILFIbG0gK3k7781g"/>
</p:tagLst>
</file>

<file path=ppt/tags/tag278.xml><?xml version="1.0" encoding="utf-8"?>
<p:tagLst xmlns:a="http://schemas.openxmlformats.org/drawingml/2006/main" xmlns:r="http://schemas.openxmlformats.org/officeDocument/2006/relationships" xmlns:p="http://schemas.openxmlformats.org/presentationml/2006/main">
  <p:tag name="THINKCELLSHAPEDONOTDELETE" val="t_kxIS2x0V8hsnAaeoZmgJQ"/>
</p:tagLst>
</file>

<file path=ppt/tags/tag279.xml><?xml version="1.0" encoding="utf-8"?>
<p:tagLst xmlns:a="http://schemas.openxmlformats.org/drawingml/2006/main" xmlns:r="http://schemas.openxmlformats.org/officeDocument/2006/relationships" xmlns:p="http://schemas.openxmlformats.org/presentationml/2006/main">
  <p:tag name="THINKCELLSHAPEDONOTDELETE" val="t9lUMapyFzc_N8qLDTGx0lA"/>
</p:tagLst>
</file>

<file path=ppt/tags/tag280.xml><?xml version="1.0" encoding="utf-8"?>
<p:tagLst xmlns:a="http://schemas.openxmlformats.org/drawingml/2006/main" xmlns:r="http://schemas.openxmlformats.org/officeDocument/2006/relationships" xmlns:p="http://schemas.openxmlformats.org/presentationml/2006/main">
  <p:tag name="THINKCELLSHAPEDONOTDELETE" val="tllZgUdgRDEpoeF0pquxJTw"/>
</p:tagLst>
</file>

<file path=ppt/tags/tag2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tX7wSeJXZumtOrPaT8sl7LA"/>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tmxCN.9pZf_QPo.U78_.bSw"/>
</p:tagLst>
</file>

<file path=ppt/tags/tag284.xml><?xml version="1.0" encoding="utf-8"?>
<p:tagLst xmlns:a="http://schemas.openxmlformats.org/drawingml/2006/main" xmlns:r="http://schemas.openxmlformats.org/officeDocument/2006/relationships" xmlns:p="http://schemas.openxmlformats.org/presentationml/2006/main">
  <p:tag name="THINKCELLSHAPEDONOTDELETE" val="thsYxIawzJumMmB_5me3lrg"/>
</p:tagLst>
</file>

<file path=ppt/tags/tag285.xml><?xml version="1.0" encoding="utf-8"?>
<p:tagLst xmlns:a="http://schemas.openxmlformats.org/drawingml/2006/main" xmlns:r="http://schemas.openxmlformats.org/officeDocument/2006/relationships" xmlns:p="http://schemas.openxmlformats.org/presentationml/2006/main">
  <p:tag name="THINKCELLSHAPEDONOTDELETE" val="tMnmyE_tPck8YazVMbRPAZw"/>
</p:tagLst>
</file>

<file path=ppt/tags/tag286.xml><?xml version="1.0" encoding="utf-8"?>
<p:tagLst xmlns:a="http://schemas.openxmlformats.org/drawingml/2006/main" xmlns:r="http://schemas.openxmlformats.org/officeDocument/2006/relationships" xmlns:p="http://schemas.openxmlformats.org/presentationml/2006/main">
  <p:tag name="THINKCELLSHAPEDONOTDELETE" val="teYm6c4RTMNCTlK7odq0D7g"/>
</p:tagLst>
</file>

<file path=ppt/tags/tag287.xml><?xml version="1.0" encoding="utf-8"?>
<p:tagLst xmlns:a="http://schemas.openxmlformats.org/drawingml/2006/main" xmlns:r="http://schemas.openxmlformats.org/officeDocument/2006/relationships" xmlns:p="http://schemas.openxmlformats.org/presentationml/2006/main">
  <p:tag name="THINKCELLSHAPEDONOTDELETE" val="t8YgAOwFxJS7gPnrYlZJp5w"/>
</p:tagLst>
</file>

<file path=ppt/tags/tag288.xml><?xml version="1.0" encoding="utf-8"?>
<p:tagLst xmlns:a="http://schemas.openxmlformats.org/drawingml/2006/main" xmlns:r="http://schemas.openxmlformats.org/officeDocument/2006/relationships" xmlns:p="http://schemas.openxmlformats.org/presentationml/2006/main">
  <p:tag name="THINKCELLSHAPEDONOTDELETE" val="tp9GXexzeCe.FPbZVOHgnvw"/>
</p:tagLst>
</file>

<file path=ppt/tags/tag2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0.xml><?xml version="1.0" encoding="utf-8"?>
<p:tagLst xmlns:a="http://schemas.openxmlformats.org/drawingml/2006/main" xmlns:r="http://schemas.openxmlformats.org/officeDocument/2006/relationships" xmlns:p="http://schemas.openxmlformats.org/presentationml/2006/main">
  <p:tag name="THINKCELLSHAPEDONOTDELETE" val="t3vyiF7JWZh.3PG9ZrPb9WA"/>
</p:tagLst>
</file>

<file path=ppt/tags/tag291.xml><?xml version="1.0" encoding="utf-8"?>
<p:tagLst xmlns:a="http://schemas.openxmlformats.org/drawingml/2006/main" xmlns:r="http://schemas.openxmlformats.org/officeDocument/2006/relationships" xmlns:p="http://schemas.openxmlformats.org/presentationml/2006/main">
  <p:tag name="THINKCELLSHAPEDONOTDELETE" val="tasU1azION26c1P8ypcWTQg"/>
</p:tagLst>
</file>

<file path=ppt/tags/tag292.xml><?xml version="1.0" encoding="utf-8"?>
<p:tagLst xmlns:a="http://schemas.openxmlformats.org/drawingml/2006/main" xmlns:r="http://schemas.openxmlformats.org/officeDocument/2006/relationships" xmlns:p="http://schemas.openxmlformats.org/presentationml/2006/main">
  <p:tag name="THINKCELLSHAPEDONOTDELETE" val="tGAGOhx44gIluExG4nAmGJQ"/>
</p:tagLst>
</file>

<file path=ppt/tags/tag293.xml><?xml version="1.0" encoding="utf-8"?>
<p:tagLst xmlns:a="http://schemas.openxmlformats.org/drawingml/2006/main" xmlns:r="http://schemas.openxmlformats.org/officeDocument/2006/relationships" xmlns:p="http://schemas.openxmlformats.org/presentationml/2006/main">
  <p:tag name="THINKCELLSHAPEDONOTDELETE" val="t9mV8t74f5QDCNFCGsU6qHw"/>
</p:tagLst>
</file>

<file path=ppt/tags/tag294.xml><?xml version="1.0" encoding="utf-8"?>
<p:tagLst xmlns:a="http://schemas.openxmlformats.org/drawingml/2006/main" xmlns:r="http://schemas.openxmlformats.org/officeDocument/2006/relationships" xmlns:p="http://schemas.openxmlformats.org/presentationml/2006/main">
  <p:tag name="THINKCELLSHAPEDONOTDELETE" val="tRZHQ3yA.EyxeaxVrgW87.A"/>
</p:tagLst>
</file>

<file path=ppt/tags/tag295.xml><?xml version="1.0" encoding="utf-8"?>
<p:tagLst xmlns:a="http://schemas.openxmlformats.org/drawingml/2006/main" xmlns:r="http://schemas.openxmlformats.org/officeDocument/2006/relationships" xmlns:p="http://schemas.openxmlformats.org/presentationml/2006/main">
  <p:tag name="THINKCELLSHAPEDONOTDELETE" val="te6lgrfcIXWAnDrH7o.58mw"/>
</p:tagLst>
</file>

<file path=ppt/tags/tag296.xml><?xml version="1.0" encoding="utf-8"?>
<p:tagLst xmlns:a="http://schemas.openxmlformats.org/drawingml/2006/main" xmlns:r="http://schemas.openxmlformats.org/officeDocument/2006/relationships" xmlns:p="http://schemas.openxmlformats.org/presentationml/2006/main">
  <p:tag name="THINKCELLSHAPEDONOTDELETE" val="tepUDecgigARlyAYHgMfbUg"/>
</p:tagLst>
</file>

<file path=ppt/tags/tag297.xml><?xml version="1.0" encoding="utf-8"?>
<p:tagLst xmlns:a="http://schemas.openxmlformats.org/drawingml/2006/main" xmlns:r="http://schemas.openxmlformats.org/officeDocument/2006/relationships" xmlns:p="http://schemas.openxmlformats.org/presentationml/2006/main">
  <p:tag name="THINKCELLSHAPEDONOTDELETE" val="tZD0UwVFNi8pEfhUnFKHEvw"/>
</p:tagLst>
</file>

<file path=ppt/tags/tag298.xml><?xml version="1.0" encoding="utf-8"?>
<p:tagLst xmlns:a="http://schemas.openxmlformats.org/drawingml/2006/main" xmlns:r="http://schemas.openxmlformats.org/officeDocument/2006/relationships" xmlns:p="http://schemas.openxmlformats.org/presentationml/2006/main">
  <p:tag name="THINKCELLSHAPEDONOTDELETE" val="ti7p4te1bWC6Mk1GZeU6Nag"/>
</p:tagLst>
</file>

<file path=ppt/tags/tag299.xml><?xml version="1.0" encoding="utf-8"?>
<p:tagLst xmlns:a="http://schemas.openxmlformats.org/drawingml/2006/main" xmlns:r="http://schemas.openxmlformats.org/officeDocument/2006/relationships" xmlns:p="http://schemas.openxmlformats.org/presentationml/2006/main">
  <p:tag name="THINKCELLSHAPEDONOTDELETE" val="trHRDEeLOdz9avLWSJxQfcA"/>
</p:tagLst>
</file>

<file path=ppt/tags/tag300.xml><?xml version="1.0" encoding="utf-8"?>
<p:tagLst xmlns:a="http://schemas.openxmlformats.org/drawingml/2006/main" xmlns:r="http://schemas.openxmlformats.org/officeDocument/2006/relationships" xmlns:p="http://schemas.openxmlformats.org/presentationml/2006/main">
  <p:tag name="THINKCELLSHAPEDONOTDELETE" val="tw6g9mzjcGTHl0XUOpSKJng"/>
</p:tagLst>
</file>

<file path=ppt/tags/tag301.xml><?xml version="1.0" encoding="utf-8"?>
<p:tagLst xmlns:a="http://schemas.openxmlformats.org/drawingml/2006/main" xmlns:r="http://schemas.openxmlformats.org/officeDocument/2006/relationships" xmlns:p="http://schemas.openxmlformats.org/presentationml/2006/main">
  <p:tag name="THINKCELLSHAPEDONOTDELETE" val="tdU9d0mPacz1ZjbPDI00fZg"/>
</p:tagLst>
</file>

<file path=ppt/tags/tag302.xml><?xml version="1.0" encoding="utf-8"?>
<p:tagLst xmlns:a="http://schemas.openxmlformats.org/drawingml/2006/main" xmlns:r="http://schemas.openxmlformats.org/officeDocument/2006/relationships" xmlns:p="http://schemas.openxmlformats.org/presentationml/2006/main">
  <p:tag name="THINKCELLSHAPEDONOTDELETE" val="tzYDXufK8GzyWYsh8HdIsCg"/>
</p:tagLst>
</file>

<file path=ppt/tags/tag303.xml><?xml version="1.0" encoding="utf-8"?>
<p:tagLst xmlns:a="http://schemas.openxmlformats.org/drawingml/2006/main" xmlns:r="http://schemas.openxmlformats.org/officeDocument/2006/relationships" xmlns:p="http://schemas.openxmlformats.org/presentationml/2006/main">
  <p:tag name="THINKCELLSHAPEDONOTDELETE" val="trC1aWRbXXYFDn45SJx1LSw"/>
</p:tagLst>
</file>

<file path=ppt/tags/tag304.xml><?xml version="1.0" encoding="utf-8"?>
<p:tagLst xmlns:a="http://schemas.openxmlformats.org/drawingml/2006/main" xmlns:r="http://schemas.openxmlformats.org/officeDocument/2006/relationships" xmlns:p="http://schemas.openxmlformats.org/presentationml/2006/main">
  <p:tag name="THINKCELLSHAPEDONOTDELETE" val="t_2tBYDf_CRjfscEZpkgNGQ"/>
</p:tagLst>
</file>

<file path=ppt/tags/tag305.xml><?xml version="1.0" encoding="utf-8"?>
<p:tagLst xmlns:a="http://schemas.openxmlformats.org/drawingml/2006/main" xmlns:r="http://schemas.openxmlformats.org/officeDocument/2006/relationships" xmlns:p="http://schemas.openxmlformats.org/presentationml/2006/main">
  <p:tag name="THINKCELLSHAPEDONOTDELETE" val="tnD4MGssCXLFXMR6Y1ITwjg"/>
</p:tagLst>
</file>

<file path=ppt/tags/tag306.xml><?xml version="1.0" encoding="utf-8"?>
<p:tagLst xmlns:a="http://schemas.openxmlformats.org/drawingml/2006/main" xmlns:r="http://schemas.openxmlformats.org/officeDocument/2006/relationships" xmlns:p="http://schemas.openxmlformats.org/presentationml/2006/main">
  <p:tag name="THINKCELLSHAPEDONOTDELETE" val="t7yNEnKpZUzAi3PiFWKGE2Q"/>
</p:tagLst>
</file>

<file path=ppt/tags/tag307.xml><?xml version="1.0" encoding="utf-8"?>
<p:tagLst xmlns:a="http://schemas.openxmlformats.org/drawingml/2006/main" xmlns:r="http://schemas.openxmlformats.org/officeDocument/2006/relationships" xmlns:p="http://schemas.openxmlformats.org/presentationml/2006/main">
  <p:tag name="THINKCELLSHAPEDONOTDELETE" val="tJuvvTffAfXiQ3WveWtfzZA"/>
</p:tagLst>
</file>

<file path=ppt/tags/tag308.xml><?xml version="1.0" encoding="utf-8"?>
<p:tagLst xmlns:a="http://schemas.openxmlformats.org/drawingml/2006/main" xmlns:r="http://schemas.openxmlformats.org/officeDocument/2006/relationships" xmlns:p="http://schemas.openxmlformats.org/presentationml/2006/main">
  <p:tag name="THINKCELLSHAPEDONOTDELETE" val="tjfmXlR0qZYlMNZfUjl2VmQ"/>
</p:tagLst>
</file>

<file path=ppt/theme/theme1.xml><?xml version="1.0" encoding="utf-8"?>
<a:theme xmlns:a="http://schemas.openxmlformats.org/drawingml/2006/main" name="1_Simcorp">
  <a:themeElements>
    <a:clrScheme name="240306 Simcorp">
      <a:dk1>
        <a:sysClr val="windowText" lastClr="000000"/>
      </a:dk1>
      <a:lt1>
        <a:srgbClr val="FFFFFF"/>
      </a:lt1>
      <a:dk2>
        <a:srgbClr val="000000"/>
      </a:dk2>
      <a:lt2>
        <a:srgbClr val="E3E3E3"/>
      </a:lt2>
      <a:accent1>
        <a:srgbClr val="083EA7"/>
      </a:accent1>
      <a:accent2>
        <a:srgbClr val="1A1D31"/>
      </a:accent2>
      <a:accent3>
        <a:srgbClr val="4B17B6"/>
      </a:accent3>
      <a:accent4>
        <a:srgbClr val="EF3E4A"/>
      </a:accent4>
      <a:accent5>
        <a:srgbClr val="FB9B2A"/>
      </a:accent5>
      <a:accent6>
        <a:srgbClr val="F0CF61"/>
      </a:accent6>
      <a:hlink>
        <a:srgbClr val="0A7BD7"/>
      </a:hlink>
      <a:folHlink>
        <a:srgbClr val="E3E3E3"/>
      </a:folHlink>
    </a:clrScheme>
    <a:fontScheme name="GS2024">
      <a:majorFont>
        <a:latin typeface="Microsoft Sans Serif"/>
        <a:ea typeface=""/>
        <a:cs typeface=""/>
      </a:majorFont>
      <a:minorFont>
        <a:latin typeface="Microsoft Sans Serif"/>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tx1"/>
          </a:solidFill>
        </a:ln>
      </a:spPr>
      <a:bodyPr wrap="square" lIns="72000" tIns="72000" rIns="72000" bIns="72000" rtlCol="0" anchor="t">
        <a:noAutofit/>
      </a:bodyPr>
      <a:lstStyle>
        <a:defPPr algn="l">
          <a:defRPr sz="1400" smtClean="0">
            <a:solidFill>
              <a:schemeClr val="tx1"/>
            </a:solidFill>
          </a:defRPr>
        </a:defPPr>
      </a:lst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square" lIns="0" tIns="0" rIns="0" bIns="0" rtlCol="0">
        <a:spAutoFit/>
      </a:bodyPr>
      <a:lstStyle>
        <a:defPPr algn="l">
          <a:defRPr sz="1400" smtClean="0"/>
        </a:defPPr>
      </a:lstStyle>
    </a:txDef>
  </a:objectDefaults>
  <a:extraClrSchemeLst/>
  <a:custClrLst>
    <a:custClr name="AQUA">
      <a:srgbClr val="7DE6E0"/>
    </a:custClr>
    <a:custClr name="AQUA Lighter 80%">
      <a:srgbClr val="E5FAF9"/>
    </a:custClr>
    <a:custClr name="AQUA Lighter 60%">
      <a:srgbClr val="CBF5F3"/>
    </a:custClr>
    <a:custClr name="AQUA Lighter 40%">
      <a:srgbClr val="B1F0EC"/>
    </a:custClr>
    <a:custClr name="AQUA Darker 25%">
      <a:srgbClr val="33D8CE"/>
    </a:custClr>
    <a:custClr name="AQUA Darker 50%">
      <a:srgbClr val="1D958E"/>
    </a:custClr>
    <a:custClr name="Customcolor7">
      <a:srgbClr val="FFFFFF"/>
    </a:custClr>
    <a:custClr name="Customcolor8">
      <a:srgbClr val="FFFFFF"/>
    </a:custClr>
    <a:custClr name="Customcolor9">
      <a:srgbClr val="FFFFFF"/>
    </a:custClr>
    <a:custClr name="Customcolor10">
      <a:srgbClr val="FFFFFF"/>
    </a:custClr>
    <a:custClr name="BLUE">
      <a:srgbClr val="0A7BD7"/>
    </a:custClr>
    <a:custClr name="BLUE Lighter 80%">
      <a:srgbClr val="C9E5FC"/>
    </a:custClr>
    <a:custClr name="BLUE Lighter 60%">
      <a:srgbClr val="92CBFA"/>
    </a:custClr>
    <a:custClr name="BLUE Lighter 40%">
      <a:srgbClr val="5CB1F7"/>
    </a:custClr>
    <a:custClr name="BLUE Darker 25%">
      <a:srgbClr val="085CA1"/>
    </a:custClr>
    <a:custClr name="BLUE Darker 50%">
      <a:srgbClr val="053D6C"/>
    </a:custClr>
    <a:custClr name="Customcolor17">
      <a:srgbClr val="FFFFFF"/>
    </a:custClr>
    <a:custClr name="Customcolor18">
      <a:srgbClr val="FFFFFF"/>
    </a:custClr>
    <a:custClr name="Customcolor19">
      <a:srgbClr val="FFFFFF"/>
    </a:custClr>
    <a:custClr name="Customcolor20">
      <a:srgbClr val="FFFFFF"/>
    </a:custClr>
    <a:custClr name="Customcolor21">
      <a:srgbClr val="FFFFFF"/>
    </a:custClr>
    <a:custClr name="Customcolor22">
      <a:srgbClr val="FFFFFF"/>
    </a:custClr>
    <a:custClr name="Customcolor23">
      <a:srgbClr val="FFFFFF"/>
    </a:custClr>
    <a:custClr name="Customcolor24">
      <a:srgbClr val="FFFFFF"/>
    </a:custClr>
    <a:custClr name="Customcolor25">
      <a:srgbClr val="FFFFFF"/>
    </a:custClr>
    <a:custClr name="Customcolor26">
      <a:srgbClr val="FFFFFF"/>
    </a:custClr>
    <a:custClr name="Customcolor27">
      <a:srgbClr val="FFFFFF"/>
    </a:custClr>
    <a:custClr name="Customcolor28">
      <a:srgbClr val="FFFFFF"/>
    </a:custClr>
    <a:custClr name="Customcolor29">
      <a:srgbClr val="FFFFFF"/>
    </a:custClr>
    <a:custClr name="Customcolor30">
      <a:srgbClr val="FFFFFF"/>
    </a:custClr>
    <a:custClr name="Customcolor31">
      <a:srgbClr val="FFFFFF"/>
    </a:custClr>
    <a:custClr name="Customcolor32">
      <a:srgbClr val="FFFFFF"/>
    </a:custClr>
    <a:custClr name="Customcolor33">
      <a:srgbClr val="FFFFFF"/>
    </a:custClr>
    <a:custClr name="Customcolor34">
      <a:srgbClr val="FFFFFF"/>
    </a:custClr>
    <a:custClr name="Customcolor35">
      <a:srgbClr val="FFFFFF"/>
    </a:custClr>
    <a:custClr name="Customcolor36">
      <a:srgbClr val="FFFFFF"/>
    </a:custClr>
    <a:custClr name="Customcolor37">
      <a:srgbClr val="FFFFFF"/>
    </a:custClr>
    <a:custClr name="Customcolor38">
      <a:srgbClr val="FFFFFF"/>
    </a:custClr>
    <a:custClr name="Customcolor39">
      <a:srgbClr val="FFFFFF"/>
    </a:custClr>
    <a:custClr name="Customcolor40">
      <a:srgbClr val="FFFFFF"/>
    </a:custClr>
    <a:custClr name="Customcolor41">
      <a:srgbClr val="FFFFFF"/>
    </a:custClr>
    <a:custClr name="Customcolor42">
      <a:srgbClr val="FFFFFF"/>
    </a:custClr>
    <a:custClr name="Customcolor43">
      <a:srgbClr val="FFFFFF"/>
    </a:custClr>
    <a:custClr name="Customcolor44">
      <a:srgbClr val="FFFFFF"/>
    </a:custClr>
    <a:custClr name="Customcolor45">
      <a:srgbClr val="FFFFFF"/>
    </a:custClr>
    <a:custClr name="Customcolor46">
      <a:srgbClr val="FFFFFF"/>
    </a:custClr>
    <a:custClr name="Customcolor47">
      <a:srgbClr val="FFFFFF"/>
    </a:custClr>
    <a:custClr name="Customcolor48">
      <a:srgbClr val="FFFFFF"/>
    </a:custClr>
    <a:custClr name="Customcolor49">
      <a:srgbClr val="FFFFFF"/>
    </a:custClr>
    <a:custClr name="Customcolor50">
      <a:srgbClr val="FFFFFF"/>
    </a:custClr>
  </a:custClrLst>
  <a:extLst>
    <a:ext uri="{05A4C25C-085E-4340-85A3-A5531E510DB2}">
      <thm15:themeFamily xmlns:thm15="http://schemas.microsoft.com/office/thememl/2012/main" name="240322_Simcorp template.pptx" id="{614D6A21-5BE5-43D2-9652-23DB397FED5F}" vid="{23F2C06F-EF06-453F-9B30-F945690915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240301">
      <a:majorFont>
        <a:latin typeface="GT America Light"/>
        <a:ea typeface=""/>
        <a:cs typeface=""/>
      </a:majorFont>
      <a:minorFont>
        <a:latin typeface="GT Amer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QUA">
      <a:srgbClr val="7DE6E0"/>
    </a:custClr>
    <a:custClr name="AQUA Lighter 80%">
      <a:srgbClr val="E5FAF9"/>
    </a:custClr>
    <a:custClr name="AQUA Lighter 60%">
      <a:srgbClr val="CBF5F3"/>
    </a:custClr>
    <a:custClr name="AQUA Lighter 40%">
      <a:srgbClr val="B1F0EC"/>
    </a:custClr>
    <a:custClr name="AQUA Darker 25%">
      <a:srgbClr val="33D8CE"/>
    </a:custClr>
    <a:custClr name="AQUA Darker 50%">
      <a:srgbClr val="1D958E"/>
    </a:custClr>
    <a:custClr name="Customcolor7">
      <a:srgbClr val="FFFFFF"/>
    </a:custClr>
    <a:custClr name="Customcolor8">
      <a:srgbClr val="FFFFFF"/>
    </a:custClr>
    <a:custClr name="Customcolor9">
      <a:srgbClr val="FFFFFF"/>
    </a:custClr>
    <a:custClr name="Customcolor10">
      <a:srgbClr val="FFFFFF"/>
    </a:custClr>
    <a:custClr name="BLUE">
      <a:srgbClr val="0A7BD7"/>
    </a:custClr>
    <a:custClr name="BLUE Lighter 80%">
      <a:srgbClr val="C9E5FC"/>
    </a:custClr>
    <a:custClr name="BLUE Lighter 60%">
      <a:srgbClr val="92CBFA"/>
    </a:custClr>
    <a:custClr name="BLUE Lighter 40%">
      <a:srgbClr val="5CB1F7"/>
    </a:custClr>
    <a:custClr name="BLUE Darker 25%">
      <a:srgbClr val="085CA1"/>
    </a:custClr>
    <a:custClr name="BLUE Darker 50%">
      <a:srgbClr val="053D6C"/>
    </a:custClr>
    <a:custClr name="Customcolor17">
      <a:srgbClr val="FFFFFF"/>
    </a:custClr>
    <a:custClr name="Customcolor18">
      <a:srgbClr val="FFFFFF"/>
    </a:custClr>
    <a:custClr name="Customcolor19">
      <a:srgbClr val="FFFFFF"/>
    </a:custClr>
    <a:custClr name="Customcolor20">
      <a:srgbClr val="FFFFFF"/>
    </a:custClr>
    <a:custClr name="Customcolor21">
      <a:srgbClr val="FFFFFF"/>
    </a:custClr>
    <a:custClr name="Customcolor22">
      <a:srgbClr val="FFFFFF"/>
    </a:custClr>
    <a:custClr name="Customcolor23">
      <a:srgbClr val="FFFFFF"/>
    </a:custClr>
    <a:custClr name="Customcolor24">
      <a:srgbClr val="FFFFFF"/>
    </a:custClr>
    <a:custClr name="Customcolor25">
      <a:srgbClr val="FFFFFF"/>
    </a:custClr>
    <a:custClr name="Customcolor26">
      <a:srgbClr val="FFFFFF"/>
    </a:custClr>
    <a:custClr name="Customcolor27">
      <a:srgbClr val="FFFFFF"/>
    </a:custClr>
    <a:custClr name="Customcolor28">
      <a:srgbClr val="FFFFFF"/>
    </a:custClr>
    <a:custClr name="Customcolor29">
      <a:srgbClr val="FFFFFF"/>
    </a:custClr>
    <a:custClr name="Customcolor30">
      <a:srgbClr val="FFFFFF"/>
    </a:custClr>
    <a:custClr name="Customcolor31">
      <a:srgbClr val="FFFFFF"/>
    </a:custClr>
    <a:custClr name="Customcolor32">
      <a:srgbClr val="FFFFFF"/>
    </a:custClr>
    <a:custClr name="Customcolor33">
      <a:srgbClr val="FFFFFF"/>
    </a:custClr>
    <a:custClr name="Customcolor34">
      <a:srgbClr val="FFFFFF"/>
    </a:custClr>
    <a:custClr name="Customcolor35">
      <a:srgbClr val="FFFFFF"/>
    </a:custClr>
    <a:custClr name="Customcolor36">
      <a:srgbClr val="FFFFFF"/>
    </a:custClr>
    <a:custClr name="Customcolor37">
      <a:srgbClr val="FFFFFF"/>
    </a:custClr>
    <a:custClr name="Customcolor38">
      <a:srgbClr val="FFFFFF"/>
    </a:custClr>
    <a:custClr name="Customcolor39">
      <a:srgbClr val="FFFFFF"/>
    </a:custClr>
    <a:custClr name="Customcolor40">
      <a:srgbClr val="FFFFFF"/>
    </a:custClr>
    <a:custClr name="Customcolor41">
      <a:srgbClr val="FFFFFF"/>
    </a:custClr>
    <a:custClr name="Customcolor42">
      <a:srgbClr val="FFFFFF"/>
    </a:custClr>
    <a:custClr name="Customcolor43">
      <a:srgbClr val="FFFFFF"/>
    </a:custClr>
    <a:custClr name="Customcolor44">
      <a:srgbClr val="FFFFFF"/>
    </a:custClr>
    <a:custClr name="Customcolor45">
      <a:srgbClr val="FFFFFF"/>
    </a:custClr>
    <a:custClr name="Customcolor46">
      <a:srgbClr val="FFFFFF"/>
    </a:custClr>
    <a:custClr name="Customcolor47">
      <a:srgbClr val="FFFFFF"/>
    </a:custClr>
    <a:custClr name="Customcolor48">
      <a:srgbClr val="FFFFFF"/>
    </a:custClr>
    <a:custClr name="Customcolor49">
      <a:srgbClr val="FFFFFF"/>
    </a:custClr>
    <a:custClr name="Customcolor50">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240301">
      <a:majorFont>
        <a:latin typeface="GT America Light"/>
        <a:ea typeface=""/>
        <a:cs typeface=""/>
      </a:majorFont>
      <a:minorFont>
        <a:latin typeface="GT Amer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QUA">
      <a:srgbClr val="7DE6E0"/>
    </a:custClr>
    <a:custClr name="AQUA Lighter 80%">
      <a:srgbClr val="E5FAF9"/>
    </a:custClr>
    <a:custClr name="AQUA Lighter 60%">
      <a:srgbClr val="CBF5F3"/>
    </a:custClr>
    <a:custClr name="AQUA Lighter 40%">
      <a:srgbClr val="B1F0EC"/>
    </a:custClr>
    <a:custClr name="AQUA Darker 25%">
      <a:srgbClr val="33D8CE"/>
    </a:custClr>
    <a:custClr name="AQUA Darker 50%">
      <a:srgbClr val="1D958E"/>
    </a:custClr>
    <a:custClr name="Customcolor7">
      <a:srgbClr val="FFFFFF"/>
    </a:custClr>
    <a:custClr name="Customcolor8">
      <a:srgbClr val="FFFFFF"/>
    </a:custClr>
    <a:custClr name="Customcolor9">
      <a:srgbClr val="FFFFFF"/>
    </a:custClr>
    <a:custClr name="Customcolor10">
      <a:srgbClr val="FFFFFF"/>
    </a:custClr>
    <a:custClr name="BLUE">
      <a:srgbClr val="0A7BD7"/>
    </a:custClr>
    <a:custClr name="BLUE Lighter 80%">
      <a:srgbClr val="C9E5FC"/>
    </a:custClr>
    <a:custClr name="BLUE Lighter 60%">
      <a:srgbClr val="92CBFA"/>
    </a:custClr>
    <a:custClr name="BLUE Lighter 40%">
      <a:srgbClr val="5CB1F7"/>
    </a:custClr>
    <a:custClr name="BLUE Darker 25%">
      <a:srgbClr val="085CA1"/>
    </a:custClr>
    <a:custClr name="BLUE Darker 50%">
      <a:srgbClr val="053D6C"/>
    </a:custClr>
    <a:custClr name="Customcolor17">
      <a:srgbClr val="FFFFFF"/>
    </a:custClr>
    <a:custClr name="Customcolor18">
      <a:srgbClr val="FFFFFF"/>
    </a:custClr>
    <a:custClr name="Customcolor19">
      <a:srgbClr val="FFFFFF"/>
    </a:custClr>
    <a:custClr name="Customcolor20">
      <a:srgbClr val="FFFFFF"/>
    </a:custClr>
    <a:custClr name="Customcolor21">
      <a:srgbClr val="FFFFFF"/>
    </a:custClr>
    <a:custClr name="Customcolor22">
      <a:srgbClr val="FFFFFF"/>
    </a:custClr>
    <a:custClr name="Customcolor23">
      <a:srgbClr val="FFFFFF"/>
    </a:custClr>
    <a:custClr name="Customcolor24">
      <a:srgbClr val="FFFFFF"/>
    </a:custClr>
    <a:custClr name="Customcolor25">
      <a:srgbClr val="FFFFFF"/>
    </a:custClr>
    <a:custClr name="Customcolor26">
      <a:srgbClr val="FFFFFF"/>
    </a:custClr>
    <a:custClr name="Customcolor27">
      <a:srgbClr val="FFFFFF"/>
    </a:custClr>
    <a:custClr name="Customcolor28">
      <a:srgbClr val="FFFFFF"/>
    </a:custClr>
    <a:custClr name="Customcolor29">
      <a:srgbClr val="FFFFFF"/>
    </a:custClr>
    <a:custClr name="Customcolor30">
      <a:srgbClr val="FFFFFF"/>
    </a:custClr>
    <a:custClr name="Customcolor31">
      <a:srgbClr val="FFFFFF"/>
    </a:custClr>
    <a:custClr name="Customcolor32">
      <a:srgbClr val="FFFFFF"/>
    </a:custClr>
    <a:custClr name="Customcolor33">
      <a:srgbClr val="FFFFFF"/>
    </a:custClr>
    <a:custClr name="Customcolor34">
      <a:srgbClr val="FFFFFF"/>
    </a:custClr>
    <a:custClr name="Customcolor35">
      <a:srgbClr val="FFFFFF"/>
    </a:custClr>
    <a:custClr name="Customcolor36">
      <a:srgbClr val="FFFFFF"/>
    </a:custClr>
    <a:custClr name="Customcolor37">
      <a:srgbClr val="FFFFFF"/>
    </a:custClr>
    <a:custClr name="Customcolor38">
      <a:srgbClr val="FFFFFF"/>
    </a:custClr>
    <a:custClr name="Customcolor39">
      <a:srgbClr val="FFFFFF"/>
    </a:custClr>
    <a:custClr name="Customcolor40">
      <a:srgbClr val="FFFFFF"/>
    </a:custClr>
    <a:custClr name="Customcolor41">
      <a:srgbClr val="FFFFFF"/>
    </a:custClr>
    <a:custClr name="Customcolor42">
      <a:srgbClr val="FFFFFF"/>
    </a:custClr>
    <a:custClr name="Customcolor43">
      <a:srgbClr val="FFFFFF"/>
    </a:custClr>
    <a:custClr name="Customcolor44">
      <a:srgbClr val="FFFFFF"/>
    </a:custClr>
    <a:custClr name="Customcolor45">
      <a:srgbClr val="FFFFFF"/>
    </a:custClr>
    <a:custClr name="Customcolor46">
      <a:srgbClr val="FFFFFF"/>
    </a:custClr>
    <a:custClr name="Customcolor47">
      <a:srgbClr val="FFFFFF"/>
    </a:custClr>
    <a:custClr name="Customcolor48">
      <a:srgbClr val="FFFFFF"/>
    </a:custClr>
    <a:custClr name="Customcolor49">
      <a:srgbClr val="FFFFFF"/>
    </a:custClr>
    <a:custClr name="Customcolor50">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AA9CF1BD7AEC4428038192B45E774E8" ma:contentTypeVersion="20" ma:contentTypeDescription="Create a new document." ma:contentTypeScope="" ma:versionID="5acf7a73752997569d40d771d02716de">
  <xsd:schema xmlns:xsd="http://www.w3.org/2001/XMLSchema" xmlns:xs="http://www.w3.org/2001/XMLSchema" xmlns:p="http://schemas.microsoft.com/office/2006/metadata/properties" xmlns:ns2="6da775cf-d1f5-4eae-929f-a72b3114fcbe" xmlns:ns3="3c9e1ff2-808f-4178-9638-05e4d28a9b67" targetNamespace="http://schemas.microsoft.com/office/2006/metadata/properties" ma:root="true" ma:fieldsID="55583e675e4a983720f512c5d65d7baf" ns2:_="" ns3:_="">
    <xsd:import namespace="6da775cf-d1f5-4eae-929f-a72b3114fcbe"/>
    <xsd:import namespace="3c9e1ff2-808f-4178-9638-05e4d28a9b67"/>
    <xsd:element name="properties">
      <xsd:complexType>
        <xsd:sequence>
          <xsd:element name="documentManagement">
            <xsd:complexType>
              <xsd:all>
                <xsd:element ref="ns2:SharedWithUsers" minOccurs="0"/>
                <xsd:element ref="ns2:SharedWithDetails" minOccurs="0"/>
                <xsd:element ref="ns3:lcf76f155ced4ddcb4097134ff3c332f" minOccurs="0"/>
                <xsd:element ref="ns2:TaxCatchAll" minOccurs="0"/>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a775cf-d1f5-4eae-929f-a72b3114fcb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2" nillable="true" ma:displayName="Taxonomy Catch All Column" ma:hidden="true" ma:list="{79887e05-2253-48ac-976d-d22a002877a9}" ma:internalName="TaxCatchAll" ma:showField="CatchAllData" ma:web="6da775cf-d1f5-4eae-929f-a72b3114fcb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c9e1ff2-808f-4178-9638-05e4d28a9b67" elementFormDefault="qualified">
    <xsd:import namespace="http://schemas.microsoft.com/office/2006/documentManagement/types"/>
    <xsd:import namespace="http://schemas.microsoft.com/office/infopath/2007/PartnerControls"/>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89d5cb5c-2c06-4b03-a7a5-e31b4af0ef7e" ma:termSetId="09814cd3-568e-fe90-9814-8d621ff8fb84" ma:anchorId="fba54fb3-c3e1-fe81-a776-ca4b69148c4d" ma:open="true" ma:isKeyword="false">
      <xsd:complexType>
        <xsd:sequence>
          <xsd:element ref="pc:Terms" minOccurs="0" maxOccurs="1"/>
        </xsd:sequence>
      </xsd:complex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c9e1ff2-808f-4178-9638-05e4d28a9b67">
      <Terms xmlns="http://schemas.microsoft.com/office/infopath/2007/PartnerControls"/>
    </lcf76f155ced4ddcb4097134ff3c332f>
    <TaxCatchAll xmlns="6da775cf-d1f5-4eae-929f-a72b3114fcbe" xsi:nil="true"/>
  </documentManagement>
</p:properties>
</file>

<file path=customXml/itemProps1.xml><?xml version="1.0" encoding="utf-8"?>
<ds:datastoreItem xmlns:ds="http://schemas.openxmlformats.org/officeDocument/2006/customXml" ds:itemID="{A8E5017B-E149-4287-BF71-2B76ACBD058E}">
  <ds:schemaRefs>
    <ds:schemaRef ds:uri="http://schemas.microsoft.com/sharepoint/v3/contenttype/forms"/>
  </ds:schemaRefs>
</ds:datastoreItem>
</file>

<file path=customXml/itemProps2.xml><?xml version="1.0" encoding="utf-8"?>
<ds:datastoreItem xmlns:ds="http://schemas.openxmlformats.org/officeDocument/2006/customXml" ds:itemID="{A0069F94-D1E1-4860-BAFE-10FE744055CE}">
  <ds:schemaRefs>
    <ds:schemaRef ds:uri="3c9e1ff2-808f-4178-9638-05e4d28a9b67"/>
    <ds:schemaRef ds:uri="6da775cf-d1f5-4eae-929f-a72b3114fcb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B44F83A-07EB-48D2-9842-5998DA6117F3}">
  <ds:schemaRefs>
    <ds:schemaRef ds:uri="http://schemas.microsoft.com/office/2006/documentManagement/types"/>
    <ds:schemaRef ds:uri="http://purl.org/dc/elements/1.1/"/>
    <ds:schemaRef ds:uri="http://purl.org/dc/terms/"/>
    <ds:schemaRef ds:uri="http://purl.org/dc/dcmitype/"/>
    <ds:schemaRef ds:uri="http://schemas.microsoft.com/office/infopath/2007/PartnerControls"/>
    <ds:schemaRef ds:uri="3c9e1ff2-808f-4178-9638-05e4d28a9b67"/>
    <ds:schemaRef ds:uri="http://schemas.microsoft.com/office/2006/metadata/properties"/>
    <ds:schemaRef ds:uri="http://schemas.openxmlformats.org/package/2006/metadata/core-properties"/>
    <ds:schemaRef ds:uri="6da775cf-d1f5-4eae-929f-a72b3114fcbe"/>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240322_Simcorp template - GS2024</Template>
  <TotalTime>158</TotalTime>
  <Words>740</Words>
  <Application>Microsoft Office PowerPoint</Application>
  <PresentationFormat>Widescreen</PresentationFormat>
  <Paragraphs>223</Paragraphs>
  <Slides>14</Slides>
  <Notes>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1_Simcorp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Paulo De Leon Diaz</dc:creator>
  <cp:lastModifiedBy>Oleksandr Sharapov</cp:lastModifiedBy>
  <cp:revision>3</cp:revision>
  <dcterms:created xsi:type="dcterms:W3CDTF">2024-04-03T01:15:23Z</dcterms:created>
  <dcterms:modified xsi:type="dcterms:W3CDTF">2025-12-04T13:21:13Z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0x0101009AA9CF1BD7AEC4428038192B45E774E8</vt:lpwstr>
  </property>
  <property fmtid="{D5CDD505-2E9C-101B-9397-08002B2CF9AE}" pid="3" name="MediaServiceImageTags">
    <vt:lpwstr/>
  </property>
  <property fmtid="{D5CDD505-2E9C-101B-9397-08002B2CF9AE}" pid="4" name="MSIP_Label_de25a6c2-9b83-489b-8989-e5857e8e62e7_Enabled">
    <vt:lpwstr>true</vt:lpwstr>
  </property>
  <property fmtid="{D5CDD505-2E9C-101B-9397-08002B2CF9AE}" pid="5" name="MSIP_Label_de25a6c2-9b83-489b-8989-e5857e8e62e7_SetDate">
    <vt:lpwstr>2025-11-24T08:19:51Z</vt:lpwstr>
  </property>
  <property fmtid="{D5CDD505-2E9C-101B-9397-08002B2CF9AE}" pid="6" name="MSIP_Label_de25a6c2-9b83-489b-8989-e5857e8e62e7_Method">
    <vt:lpwstr>Standard</vt:lpwstr>
  </property>
  <property fmtid="{D5CDD505-2E9C-101B-9397-08002B2CF9AE}" pid="7" name="MSIP_Label_de25a6c2-9b83-489b-8989-e5857e8e62e7_Name">
    <vt:lpwstr>Internal</vt:lpwstr>
  </property>
  <property fmtid="{D5CDD505-2E9C-101B-9397-08002B2CF9AE}" pid="8" name="MSIP_Label_de25a6c2-9b83-489b-8989-e5857e8e62e7_SiteId">
    <vt:lpwstr>aa81b43f-3969-4fd4-80c9-84c411508d82</vt:lpwstr>
  </property>
  <property fmtid="{D5CDD505-2E9C-101B-9397-08002B2CF9AE}" pid="9" name="MSIP_Label_de25a6c2-9b83-489b-8989-e5857e8e62e7_ActionId">
    <vt:lpwstr>fa8ef2fa-5f83-4f78-8923-63b09d839146</vt:lpwstr>
  </property>
  <property fmtid="{D5CDD505-2E9C-101B-9397-08002B2CF9AE}" pid="10" name="MSIP_Label_de25a6c2-9b83-489b-8989-e5857e8e62e7_ContentBits">
    <vt:lpwstr>0</vt:lpwstr>
  </property>
  <property fmtid="{D5CDD505-2E9C-101B-9397-08002B2CF9AE}" pid="11" name="MSIP_Label_de25a6c2-9b83-489b-8989-e5857e8e62e7_Tag">
    <vt:lpwstr>10, 3, 0, 1</vt:lpwstr>
  </property>
</Properties>
</file>