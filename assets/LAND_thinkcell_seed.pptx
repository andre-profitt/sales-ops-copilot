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lsb" ContentType="application/vnd.ms-excel.sheet.binary.macroEnabled.12"/>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4285" r:id="rId4"/>
  </p:sldMasterIdLst>
  <p:notesMasterIdLst>
    <p:notesMasterId r:id="rId19"/>
  </p:notesMasterIdLst>
  <p:handoutMasterIdLst>
    <p:handoutMasterId r:id="rId20"/>
  </p:handoutMasterIdLst>
  <p:sldIdLst>
    <p:sldId id="256" r:id="rId18"/>
    <p:sldId id="257" r:id="rId17"/>
    <p:sldId id="258" r:id="rId16"/>
    <p:sldId id="259" r:id="rId15"/>
    <p:sldId id="260" r:id="rId14"/>
    <p:sldId id="261" r:id="rId13"/>
    <p:sldId id="262" r:id="rId12"/>
    <p:sldId id="263" r:id="rId11"/>
    <p:sldId id="264" r:id="rId10"/>
    <p:sldId id="265" r:id="rId9"/>
    <p:sldId id="266" r:id="rId8"/>
    <p:sldId id="267" r:id="rId7"/>
    <p:sldId id="268" r:id="rId6"/>
    <p:sldId id="269" r:id="rId5"/>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Lst>
  <p:sldSz cx="12192000" cy="6858000"/>
  <p:notesSz cx="6858000" cy="9144000"/>
  <p:embeddedFontLst>
    <p:embeddedFont>
      <p:font typeface="GT America" panose="020B0604020202020204" charset="0"/>
      <p:regular r:id="rId21"/>
      <p:bold r:id="rId22"/>
      <p:italic r:id="rId23"/>
      <p:boldItalic r:id="rId24"/>
    </p:embeddedFont>
    <p:embeddedFont>
      <p:font typeface="Microsoft Sans Serif" panose="020B0604020202020204" pitchFamily="34" charset="0"/>
      <p:regular r:id="rId25"/>
    </p:embeddedFont>
  </p:embeddedFontLst>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81"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tags" Target="tags/tag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s>
</file>

<file path=ppt/charts/_rels/chart1.xml.rels><?xml version='1.0' encoding='utf-8'?>
<ns0:Relationships xmlns:ns0="http://schemas.openxmlformats.org/package/2006/relationships"><ns0:Relationship Id="rId1" Type="http://schemas.openxmlformats.org/officeDocument/2006/relationships/package" Target="../embeddings/Microsoft_Excel_Binary_Worksheet.xlsb" /></ns0:Relationships>
</file>

<file path=ppt/charts/_rels/chart2.xml.rels><?xml version='1.0' encoding='utf-8'?>
<ns0:Relationships xmlns:ns0="http://schemas.openxmlformats.org/package/2006/relationships"><ns0:Relationship Id="rId1" Type="http://schemas.openxmlformats.org/officeDocument/2006/relationships/package" Target="../embeddings/Microsoft_Excel_Binary_Worksheet1.xlsb" /></ns0:Relationships>
</file>

<file path=ppt/charts/_rels/chart3.xml.rels><?xml version='1.0' encoding='utf-8'?>
<ns0:Relationships xmlns:ns0="http://schemas.openxmlformats.org/package/2006/relationships"><ns0:Relationship Id="rId1" Type="http://schemas.openxmlformats.org/officeDocument/2006/relationships/package" Target="../embeddings/Microsoft_Excel_Binary_Worksheet2.xlsb" /></ns0:Relationships>
</file>

<file path=ppt/charts/_rels/chart4.xml.rels><?xml version='1.0' encoding='utf-8'?>
<ns0:Relationships xmlns:ns0="http://schemas.openxmlformats.org/package/2006/relationships"><ns0:Relationship Id="rId1" Type="http://schemas.openxmlformats.org/officeDocument/2006/relationships/package" Target="../embeddings/Microsoft_Excel_Binary_Worksheet3.xlsb" /></ns0:Relationships>
</file>

<file path=ppt/charts/_rels/chart5.xml.rels><?xml version='1.0' encoding='utf-8'?>
<ns0:Relationships xmlns:ns0="http://schemas.openxmlformats.org/package/2006/relationships"><ns0:Relationship Id="rId1" Type="http://schemas.openxmlformats.org/officeDocument/2006/relationships/package" Target="../embeddings/Microsoft_Excel_Binary_Worksheet4.xlsb" /></ns0:Relationships>
</file>

<file path=ppt/charts/_rels/chart6.xml.rels><?xml version='1.0' encoding='utf-8'?>
<ns0:Relationships xmlns:ns0="http://schemas.openxmlformats.org/package/2006/relationships"><ns0:Relationship Id="rId1" Type="http://schemas.openxmlformats.org/officeDocument/2006/relationships/package" Target="../embeddings/Microsoft_Excel_Binary_Worksheet5.xlsb" /></ns0:Relationships>
</file>

<file path=ppt/charts/_rels/chart7.xml.rels><?xml version='1.0' encoding='utf-8'?>
<ns0:Relationships xmlns:ns0="http://schemas.openxmlformats.org/package/2006/relationships"><ns0:Relationship Id="rId1" Type="http://schemas.openxmlformats.org/officeDocument/2006/relationships/package" Target="../embeddings/Microsoft_Excel_Binary_Worksheet6.xlsb" /></ns0:Relationships>
</file>

<file path=ppt/charts/_rels/chart8.xml.rels><?xml version='1.0' encoding='utf-8'?>
<ns0:Relationships xmlns:ns0="http://schemas.openxmlformats.org/package/2006/relationships"><ns0:Relationship Id="rId1" Type="http://schemas.openxmlformats.org/officeDocument/2006/relationships/package" Target="../embeddings/Microsoft_Excel_Binary_Worksheet7.xlsb" /></ns0:Relationships>
</file>

<file path=ppt/charts/_rels/chart9.xml.rels><?xml version='1.0' encoding='utf-8'?>
<ns0:Relationships xmlns:ns0="http://schemas.openxmlformats.org/package/2006/relationships"><ns0:Relationship Id="rId1" Type="http://schemas.openxmlformats.org/officeDocument/2006/relationships/package" Target="../embeddings/Microsoft_Excel_Binary_Worksheet8.xlsb" /></ns0:Relationships>
</file>

<file path=ppt/charts/_rels/chart10.xml.rels><?xml version='1.0' encoding='utf-8'?>
<ns0:Relationships xmlns:ns0="http://schemas.openxmlformats.org/package/2006/relationships"><ns0:Relationship Id="rId1" Type="http://schemas.openxmlformats.org/officeDocument/2006/relationships/package" Target="../embeddings/Microsoft_Excel_Binary_Worksheet9.xlsb" /></ns0:Relationships>
</file>

<file path=ppt/charts/_rels/chart11.xml.rels><?xml version='1.0' encoding='utf-8'?>
<ns0:Relationships xmlns:ns0="http://schemas.openxmlformats.org/package/2006/relationships"><ns0:Relationship Id="rId1" Type="http://schemas.openxmlformats.org/officeDocument/2006/relationships/package" Target="../embeddings/Microsoft_Excel_Binary_Worksheet10.xlsb" /></ns0:Relationships>
</file>

<file path=ppt/charts/_rels/chart12.xml.rels><?xml version='1.0' encoding='utf-8'?>
<ns0:Relationships xmlns:ns0="http://schemas.openxmlformats.org/package/2006/relationships"><ns0:Relationship Id="rId1" Type="http://schemas.openxmlformats.org/officeDocument/2006/relationships/package" Target="../embeddings/Microsoft_Excel_Binary_Worksheet11.xlsb" /></ns0: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437662078595649E-2"/>
          <c:y val="9.1599430469862367E-2"/>
          <c:w val="0.92718930779972075"/>
          <c:h val="0.81680113906027529"/>
        </c:manualLayout>
      </c:layout>
      <c:barChart>
        <c:barDir val="col"/>
        <c:grouping val="stacked"/>
        <c:varyColors val="0"/>
        <c:ser>
          <c:idx val="0"/>
          <c:order val="0"/>
          <c:spPr>
            <a:noFill/>
            <a:ln>
              <a:noFill/>
            </a:ln>
          </c:spPr>
          <c:invertIfNegative val="0"/>
          <c:dPt>
            <c:idx val="0"/>
            <c:invertIfNegative val="0"/>
            <c:bubble3D val="0"/>
            <c:spPr>
              <a:solidFill>
                <a:schemeClr val="bg2"/>
              </a:solidFill>
              <a:ln>
                <a:noFill/>
              </a:ln>
            </c:spPr>
            <c:extLst>
              <c:ext xmlns:c16="http://schemas.microsoft.com/office/drawing/2014/chart" uri="{C3380CC4-5D6E-409C-BE32-E72D297353CC}">
                <c16:uniqueId val="{00000000-2612-4E88-A0CF-6C65EEEB5A98}"/>
              </c:ext>
            </c:extLst>
          </c:dPt>
          <c:dPt>
            <c:idx val="5"/>
            <c:invertIfNegative val="0"/>
            <c:bubble3D val="0"/>
            <c:spPr>
              <a:solidFill>
                <a:schemeClr val="accent1"/>
              </a:solidFill>
              <a:ln>
                <a:noFill/>
              </a:ln>
            </c:spPr>
            <c:extLst>
              <c:ext xmlns:c16="http://schemas.microsoft.com/office/drawing/2014/chart" uri="{C3380CC4-5D6E-409C-BE32-E72D297353CC}">
                <c16:uniqueId val="{00000001-2612-4E88-A0CF-6C65EEEB5A98}"/>
              </c:ext>
            </c:extLst>
          </c:dPt>
          <c:dLbls>
            <c:dLbl>
              <c:idx val="0"/>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612-4E88-A0CF-6C65EEEB5A98}"/>
                </c:ext>
              </c:extLst>
            </c:dLbl>
            <c:dLbl>
              <c:idx val="5"/>
              <c:layout>
                <c:manualLayout>
                  <c:x val="0"/>
                  <c:y val="-0.25913621262458469"/>
                </c:manualLayout>
              </c:layout>
              <c:numFmt formatCode="0.0;&quot;-&quot;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612-4E88-A0CF-6C65EEEB5A9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Sheet1!$A$1:$F$1</c:f>
              <c:numCache>
                <c:formatCode>General</c:formatCode>
                <c:ptCount val="6"/>
                <c:pt idx="0">
                  <c:v>15</c:v>
                </c:pt>
                <c:pt idx="1">
                  <c:v>33.200000000000003</c:v>
                </c:pt>
                <c:pt idx="2">
                  <c:v>26.200000000000003</c:v>
                </c:pt>
                <c:pt idx="3">
                  <c:v>22</c:v>
                </c:pt>
                <c:pt idx="4">
                  <c:v>21.549999999999997</c:v>
                </c:pt>
                <c:pt idx="5">
                  <c:v>21.54999999999999</c:v>
                </c:pt>
              </c:numCache>
            </c:numRef>
          </c:val>
          <c:extLst>
            <c:ext xmlns:c16="http://schemas.microsoft.com/office/drawing/2014/chart" uri="{C3380CC4-5D6E-409C-BE32-E72D297353CC}">
              <c16:uniqueId val="{00000002-2612-4E88-A0CF-6C65EEEB5A98}"/>
            </c:ext>
          </c:extLst>
        </c:ser>
        <c:ser>
          <c:idx val="1"/>
          <c:order val="1"/>
          <c:spPr>
            <a:solidFill>
              <a:schemeClr val="bg2"/>
            </a:solidFill>
            <a:ln>
              <a:noFill/>
            </a:ln>
          </c:spPr>
          <c:invertIfNegative val="0"/>
          <c:dPt>
            <c:idx val="0"/>
            <c:invertIfNegative val="0"/>
            <c:bubble3D val="0"/>
            <c:spPr>
              <a:solidFill>
                <a:schemeClr val="accent6"/>
              </a:solidFill>
              <a:ln>
                <a:noFill/>
              </a:ln>
            </c:spPr>
            <c:extLst>
              <c:ext xmlns:c16="http://schemas.microsoft.com/office/drawing/2014/chart" uri="{C3380CC4-5D6E-409C-BE32-E72D297353CC}">
                <c16:uniqueId val="{00000003-2612-4E88-A0CF-6C65EEEB5A98}"/>
              </c:ext>
            </c:extLst>
          </c:dPt>
          <c:dLbls>
            <c:dLbl>
              <c:idx val="0"/>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2612-4E88-A0CF-6C65EEEB5A98}"/>
                </c:ext>
              </c:extLst>
            </c:dLbl>
            <c:dLbl>
              <c:idx val="1"/>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2612-4E88-A0CF-6C65EEEB5A98}"/>
                </c:ext>
              </c:extLst>
            </c:dLbl>
            <c:dLbl>
              <c:idx val="2"/>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2612-4E88-A0CF-6C65EEEB5A98}"/>
                </c:ext>
              </c:extLst>
            </c:dLbl>
            <c:dLbl>
              <c:idx val="3"/>
              <c:layout>
                <c:manualLayout>
                  <c:x val="-2.1344504288848994E-2"/>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2612-4E88-A0CF-6C65EEEB5A98}"/>
                </c:ext>
              </c:extLst>
            </c:dLbl>
            <c:dLbl>
              <c:idx val="4"/>
              <c:layout>
                <c:manualLayout>
                  <c:x val="6.4232994215040889E-2"/>
                  <c:y val="2.5154247745609874E-2"/>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7-2612-4E88-A0CF-6C65EEEB5A9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Sheet1!$A$2:$F$2</c:f>
              <c:numCache>
                <c:formatCode>General</c:formatCode>
                <c:ptCount val="6"/>
                <c:pt idx="0">
                  <c:v>25</c:v>
                </c:pt>
                <c:pt idx="1">
                  <c:v>2.5999999999999943</c:v>
                </c:pt>
                <c:pt idx="2">
                  <c:v>4</c:v>
                </c:pt>
                <c:pt idx="3">
                  <c:v>2.1999999999999993</c:v>
                </c:pt>
                <c:pt idx="4">
                  <c:v>0.25</c:v>
                </c:pt>
              </c:numCache>
            </c:numRef>
          </c:val>
          <c:extLst>
            <c:ext xmlns:c16="http://schemas.microsoft.com/office/drawing/2014/chart" uri="{C3380CC4-5D6E-409C-BE32-E72D297353CC}">
              <c16:uniqueId val="{00000008-2612-4E88-A0CF-6C65EEEB5A98}"/>
            </c:ext>
          </c:extLst>
        </c:ser>
        <c:ser>
          <c:idx val="2"/>
          <c:order val="2"/>
          <c:spPr>
            <a:solidFill>
              <a:schemeClr val="accent6"/>
            </a:solidFill>
            <a:ln>
              <a:noFill/>
            </a:ln>
          </c:spPr>
          <c:invertIfNegative val="0"/>
          <c:dLbls>
            <c:dLbl>
              <c:idx val="1"/>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9-2612-4E88-A0CF-6C65EEEB5A98}"/>
                </c:ext>
              </c:extLst>
            </c:dLbl>
            <c:dLbl>
              <c:idx val="2"/>
              <c:layout>
                <c:manualLayout>
                  <c:x val="0"/>
                  <c:y val="-1.4238253440911248E-3"/>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A-2612-4E88-A0CF-6C65EEEB5A98}"/>
                </c:ext>
              </c:extLst>
            </c:dLbl>
            <c:dLbl>
              <c:idx val="4"/>
              <c:layout>
                <c:manualLayout>
                  <c:x val="6.4232994215040889E-2"/>
                  <c:y val="-2.8001898433792121E-2"/>
                </c:manualLayout>
              </c:layout>
              <c:numFmt formatCode="0.0;0.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B-2612-4E88-A0CF-6C65EEEB5A9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Sheet1!$A$3:$F$3</c:f>
              <c:numCache>
                <c:formatCode>General</c:formatCode>
                <c:ptCount val="6"/>
                <c:pt idx="1">
                  <c:v>4.2000000000000028</c:v>
                </c:pt>
                <c:pt idx="2">
                  <c:v>3</c:v>
                </c:pt>
                <c:pt idx="3">
                  <c:v>2</c:v>
                </c:pt>
                <c:pt idx="4">
                  <c:v>0.19999999999999929</c:v>
                </c:pt>
              </c:numCache>
            </c:numRef>
          </c:val>
          <c:extLst>
            <c:ext xmlns:c16="http://schemas.microsoft.com/office/drawing/2014/chart" uri="{C3380CC4-5D6E-409C-BE32-E72D297353CC}">
              <c16:uniqueId val="{0000000C-2612-4E88-A0CF-6C65EEEB5A98}"/>
            </c:ext>
          </c:extLst>
        </c:ser>
        <c:dLbls>
          <c:showLegendKey val="0"/>
          <c:showVal val="0"/>
          <c:showCatName val="0"/>
          <c:showSerName val="0"/>
          <c:showPercent val="0"/>
          <c:showBubbleSize val="0"/>
        </c:dLbls>
        <c:gapWidth val="80"/>
        <c:overlap val="100"/>
        <c:axId val="449170192"/>
        <c:axId val="1"/>
      </c:barChart>
      <c:catAx>
        <c:axId val="4491701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4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49170192"/>
        <c:crosses val="min"/>
        <c:crossBetween val="between"/>
        <c:majorUnit val="5"/>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296780214652356E-2"/>
          <c:y val="0.12345679012345678"/>
          <c:w val="0.90760615958936075"/>
          <c:h val="0.80208333333333337"/>
        </c:manualLayout>
      </c:layout>
      <c:barChart>
        <c:barDir val="bar"/>
        <c:grouping val="stacked"/>
        <c:varyColors val="0"/>
        <c:ser>
          <c:idx val="0"/>
          <c:order val="0"/>
          <c:spPr>
            <a:solidFill>
              <a:schemeClr val="accent6"/>
            </a:solidFill>
            <a:ln>
              <a:noFill/>
            </a:ln>
          </c:spPr>
          <c:invertIfNegative val="0"/>
          <c:dPt>
            <c:idx val="2"/>
            <c:invertIfNegative val="0"/>
            <c:bubble3D val="0"/>
            <c:spPr>
              <a:solidFill>
                <a:schemeClr val="accent1"/>
              </a:solidFill>
              <a:ln>
                <a:noFill/>
              </a:ln>
            </c:spPr>
            <c:extLst>
              <c:ext xmlns:c16="http://schemas.microsoft.com/office/drawing/2014/chart" uri="{C3380CC4-5D6E-409C-BE32-E72D297353CC}">
                <c16:uniqueId val="{00000000-16CC-4094-B6FC-E2B9F961526D}"/>
              </c:ext>
            </c:extLst>
          </c:dPt>
          <c:dPt>
            <c:idx val="3"/>
            <c:invertIfNegative val="0"/>
            <c:bubble3D val="0"/>
            <c:spPr>
              <a:solidFill>
                <a:schemeClr val="accent1"/>
              </a:solidFill>
              <a:ln>
                <a:noFill/>
              </a:ln>
            </c:spPr>
            <c:extLst>
              <c:ext xmlns:c16="http://schemas.microsoft.com/office/drawing/2014/chart" uri="{C3380CC4-5D6E-409C-BE32-E72D297353CC}">
                <c16:uniqueId val="{00000001-16CC-4094-B6FC-E2B9F961526D}"/>
              </c:ext>
            </c:extLst>
          </c:dPt>
          <c:dLbls>
            <c:dLbl>
              <c:idx val="0"/>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6CC-4094-B6FC-E2B9F961526D}"/>
                </c:ext>
              </c:extLst>
            </c:dLbl>
            <c:dLbl>
              <c:idx val="1"/>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6CC-4094-B6FC-E2B9F961526D}"/>
                </c:ext>
              </c:extLst>
            </c:dLbl>
            <c:dLbl>
              <c:idx val="2"/>
              <c:layout>
                <c:manualLayout>
                  <c:x val="-2.3331777881474569E-4"/>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6CC-4094-B6FC-E2B9F961526D}"/>
                </c:ext>
              </c:extLst>
            </c:dLbl>
            <c:dLbl>
              <c:idx val="3"/>
              <c:layout>
                <c:manualLayout>
                  <c:x val="0"/>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6CC-4094-B6FC-E2B9F961526D}"/>
                </c:ext>
              </c:extLst>
            </c:dLbl>
            <c:dLbl>
              <c:idx val="4"/>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16CC-4094-B6FC-E2B9F961526D}"/>
                </c:ext>
              </c:extLst>
            </c:dLbl>
            <c:dLbl>
              <c:idx val="5"/>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6CC-4094-B6FC-E2B9F961526D}"/>
                </c:ext>
              </c:extLst>
            </c:dLbl>
            <c:dLbl>
              <c:idx val="6"/>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6CC-4094-B6FC-E2B9F961526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44</c:v>
                </c:pt>
                <c:pt idx="1">
                  <c:v>41</c:v>
                </c:pt>
                <c:pt idx="2">
                  <c:v>40</c:v>
                </c:pt>
                <c:pt idx="3">
                  <c:v>48</c:v>
                </c:pt>
                <c:pt idx="4">
                  <c:v>26</c:v>
                </c:pt>
                <c:pt idx="5">
                  <c:v>-12</c:v>
                </c:pt>
                <c:pt idx="6">
                  <c:v>-15</c:v>
                </c:pt>
              </c:numCache>
            </c:numRef>
          </c:val>
          <c:extLst>
            <c:ext xmlns:c16="http://schemas.microsoft.com/office/drawing/2014/chart" uri="{C3380CC4-5D6E-409C-BE32-E72D297353CC}">
              <c16:uniqueId val="{00000007-16CC-4094-B6FC-E2B9F961526D}"/>
            </c:ext>
          </c:extLst>
        </c:ser>
        <c:dLbls>
          <c:showLegendKey val="0"/>
          <c:showVal val="0"/>
          <c:showCatName val="0"/>
          <c:showSerName val="0"/>
          <c:showPercent val="0"/>
          <c:showBubbleSize val="0"/>
        </c:dLbls>
        <c:gapWidth val="80"/>
        <c:overlap val="100"/>
        <c:axId val="456607760"/>
        <c:axId val="1"/>
      </c:barChart>
      <c:catAx>
        <c:axId val="456607760"/>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50"/>
          <c:min val="-20"/>
        </c:scaling>
        <c:delete val="0"/>
        <c:axPos val="t"/>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56607760"/>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0935856992639327E-2"/>
          <c:y val="2.6517083120856707E-2"/>
          <c:w val="0.97812828601472135"/>
          <c:h val="0.94696583375828658"/>
        </c:manualLayout>
      </c:layout>
      <c:barChart>
        <c:barDir val="col"/>
        <c:grouping val="clustered"/>
        <c:varyColors val="0"/>
        <c:ser>
          <c:idx val="0"/>
          <c:order val="0"/>
          <c:spPr>
            <a:solidFill>
              <a:schemeClr val="bg2"/>
            </a:solidFill>
            <a:ln>
              <a:noFill/>
            </a:ln>
          </c:spPr>
          <c:invertIfNegative val="0"/>
          <c:dPt>
            <c:idx val="5"/>
            <c:invertIfNegative val="0"/>
            <c:bubble3D val="0"/>
            <c:spPr>
              <a:solidFill>
                <a:schemeClr val="accent4"/>
              </a:solidFill>
              <a:ln>
                <a:noFill/>
              </a:ln>
            </c:spPr>
            <c:extLst>
              <c:ext xmlns:c16="http://schemas.microsoft.com/office/drawing/2014/chart" uri="{C3380CC4-5D6E-409C-BE32-E72D297353CC}">
                <c16:uniqueId val="{00000000-4416-4434-A0F7-57AFFC7A4D19}"/>
              </c:ext>
            </c:extLst>
          </c:dPt>
          <c:val>
            <c:numRef>
              <c:f>Sheet1!$A$1:$F$1</c:f>
              <c:numCache>
                <c:formatCode>General</c:formatCode>
                <c:ptCount val="6"/>
                <c:pt idx="0">
                  <c:v>15600</c:v>
                </c:pt>
                <c:pt idx="1">
                  <c:v>13630</c:v>
                </c:pt>
                <c:pt idx="2">
                  <c:v>12202</c:v>
                </c:pt>
                <c:pt idx="3">
                  <c:v>15200</c:v>
                </c:pt>
                <c:pt idx="5">
                  <c:v>8660</c:v>
                </c:pt>
              </c:numCache>
            </c:numRef>
          </c:val>
          <c:extLst>
            <c:ext xmlns:c16="http://schemas.microsoft.com/office/drawing/2014/chart" uri="{C3380CC4-5D6E-409C-BE32-E72D297353CC}">
              <c16:uniqueId val="{00000001-4416-4434-A0F7-57AFFC7A4D19}"/>
            </c:ext>
          </c:extLst>
        </c:ser>
        <c:ser>
          <c:idx val="1"/>
          <c:order val="1"/>
          <c:spPr>
            <a:solidFill>
              <a:schemeClr val="accent6"/>
            </a:solidFill>
            <a:ln>
              <a:noFill/>
            </a:ln>
          </c:spPr>
          <c:invertIfNegative val="0"/>
          <c:dPt>
            <c:idx val="5"/>
            <c:invertIfNegative val="0"/>
            <c:bubble3D val="0"/>
            <c:spPr>
              <a:solidFill>
                <a:schemeClr val="accent1"/>
              </a:solidFill>
              <a:ln>
                <a:noFill/>
              </a:ln>
            </c:spPr>
            <c:extLst>
              <c:ext xmlns:c16="http://schemas.microsoft.com/office/drawing/2014/chart" uri="{C3380CC4-5D6E-409C-BE32-E72D297353CC}">
                <c16:uniqueId val="{00000002-4416-4434-A0F7-57AFFC7A4D19}"/>
              </c:ext>
            </c:extLst>
          </c:dPt>
          <c:val>
            <c:numRef>
              <c:f>Sheet1!$A$2:$F$2</c:f>
              <c:numCache>
                <c:formatCode>General</c:formatCode>
                <c:ptCount val="6"/>
                <c:pt idx="0">
                  <c:v>23450</c:v>
                </c:pt>
                <c:pt idx="1">
                  <c:v>14450</c:v>
                </c:pt>
                <c:pt idx="2">
                  <c:v>17300</c:v>
                </c:pt>
                <c:pt idx="3">
                  <c:v>26450</c:v>
                </c:pt>
                <c:pt idx="5">
                  <c:v>13650</c:v>
                </c:pt>
              </c:numCache>
            </c:numRef>
          </c:val>
          <c:extLst>
            <c:ext xmlns:c16="http://schemas.microsoft.com/office/drawing/2014/chart" uri="{C3380CC4-5D6E-409C-BE32-E72D297353CC}">
              <c16:uniqueId val="{00000003-4416-4434-A0F7-57AFFC7A4D19}"/>
            </c:ext>
          </c:extLst>
        </c:ser>
        <c:dLbls>
          <c:showLegendKey val="0"/>
          <c:showVal val="0"/>
          <c:showCatName val="0"/>
          <c:showSerName val="0"/>
          <c:showPercent val="0"/>
          <c:showBubbleSize val="0"/>
        </c:dLbls>
        <c:gapWidth val="80"/>
        <c:axId val="456624560"/>
        <c:axId val="1"/>
      </c:barChart>
      <c:catAx>
        <c:axId val="45662456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0000"/>
          <c:min val="0"/>
        </c:scaling>
        <c:delete val="0"/>
        <c:axPos val="l"/>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400" kern="1200">
                <a:latin typeface="+mn-lt"/>
                <a:ea typeface="+mn-ea"/>
                <a:cs typeface="+mn-cs"/>
              </a:defRPr>
            </a:pPr>
            <a:endParaRPr lang="en-US"/>
          </a:p>
        </c:txPr>
        <c:crossAx val="456624560"/>
        <c:crosses val="min"/>
        <c:crossBetween val="between"/>
        <c:majorUnit val="500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296780214652356E-2"/>
          <c:y val="0.12345679012345678"/>
          <c:w val="0.90760615958936075"/>
          <c:h val="0.80208333333333337"/>
        </c:manualLayout>
      </c:layout>
      <c:barChart>
        <c:barDir val="bar"/>
        <c:grouping val="stacked"/>
        <c:varyColors val="0"/>
        <c:ser>
          <c:idx val="0"/>
          <c:order val="0"/>
          <c:spPr>
            <a:solidFill>
              <a:schemeClr val="accent6"/>
            </a:solidFill>
            <a:ln>
              <a:noFill/>
            </a:ln>
          </c:spPr>
          <c:invertIfNegative val="0"/>
          <c:dPt>
            <c:idx val="2"/>
            <c:invertIfNegative val="0"/>
            <c:bubble3D val="0"/>
            <c:spPr>
              <a:solidFill>
                <a:schemeClr val="accent1"/>
              </a:solidFill>
              <a:ln>
                <a:noFill/>
              </a:ln>
            </c:spPr>
            <c:extLst>
              <c:ext xmlns:c16="http://schemas.microsoft.com/office/drawing/2014/chart" uri="{C3380CC4-5D6E-409C-BE32-E72D297353CC}">
                <c16:uniqueId val="{00000000-16CC-4094-B6FC-E2B9F961526D}"/>
              </c:ext>
            </c:extLst>
          </c:dPt>
          <c:dPt>
            <c:idx val="3"/>
            <c:invertIfNegative val="0"/>
            <c:bubble3D val="0"/>
            <c:spPr>
              <a:solidFill>
                <a:schemeClr val="accent1"/>
              </a:solidFill>
              <a:ln>
                <a:noFill/>
              </a:ln>
            </c:spPr>
            <c:extLst>
              <c:ext xmlns:c16="http://schemas.microsoft.com/office/drawing/2014/chart" uri="{C3380CC4-5D6E-409C-BE32-E72D297353CC}">
                <c16:uniqueId val="{00000001-16CC-4094-B6FC-E2B9F961526D}"/>
              </c:ext>
            </c:extLst>
          </c:dPt>
          <c:dLbls>
            <c:dLbl>
              <c:idx val="0"/>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6CC-4094-B6FC-E2B9F961526D}"/>
                </c:ext>
              </c:extLst>
            </c:dLbl>
            <c:dLbl>
              <c:idx val="1"/>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6CC-4094-B6FC-E2B9F961526D}"/>
                </c:ext>
              </c:extLst>
            </c:dLbl>
            <c:dLbl>
              <c:idx val="2"/>
              <c:layout>
                <c:manualLayout>
                  <c:x val="-2.3331777881474569E-4"/>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6CC-4094-B6FC-E2B9F961526D}"/>
                </c:ext>
              </c:extLst>
            </c:dLbl>
            <c:dLbl>
              <c:idx val="3"/>
              <c:layout>
                <c:manualLayout>
                  <c:x val="0"/>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6CC-4094-B6FC-E2B9F961526D}"/>
                </c:ext>
              </c:extLst>
            </c:dLbl>
            <c:dLbl>
              <c:idx val="4"/>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16CC-4094-B6FC-E2B9F961526D}"/>
                </c:ext>
              </c:extLst>
            </c:dLbl>
            <c:dLbl>
              <c:idx val="5"/>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6CC-4094-B6FC-E2B9F961526D}"/>
                </c:ext>
              </c:extLst>
            </c:dLbl>
            <c:dLbl>
              <c:idx val="6"/>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6CC-4094-B6FC-E2B9F961526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44</c:v>
                </c:pt>
                <c:pt idx="1">
                  <c:v>41</c:v>
                </c:pt>
                <c:pt idx="2">
                  <c:v>40</c:v>
                </c:pt>
                <c:pt idx="3">
                  <c:v>48</c:v>
                </c:pt>
                <c:pt idx="4">
                  <c:v>26</c:v>
                </c:pt>
                <c:pt idx="5">
                  <c:v>-12</c:v>
                </c:pt>
                <c:pt idx="6">
                  <c:v>-15</c:v>
                </c:pt>
              </c:numCache>
            </c:numRef>
          </c:val>
          <c:extLst>
            <c:ext xmlns:c16="http://schemas.microsoft.com/office/drawing/2014/chart" uri="{C3380CC4-5D6E-409C-BE32-E72D297353CC}">
              <c16:uniqueId val="{00000007-16CC-4094-B6FC-E2B9F961526D}"/>
            </c:ext>
          </c:extLst>
        </c:ser>
        <c:dLbls>
          <c:showLegendKey val="0"/>
          <c:showVal val="0"/>
          <c:showCatName val="0"/>
          <c:showSerName val="0"/>
          <c:showPercent val="0"/>
          <c:showBubbleSize val="0"/>
        </c:dLbls>
        <c:gapWidth val="80"/>
        <c:overlap val="100"/>
        <c:axId val="456607760"/>
        <c:axId val="1"/>
      </c:barChart>
      <c:catAx>
        <c:axId val="456607760"/>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50"/>
          <c:min val="-20"/>
        </c:scaling>
        <c:delete val="0"/>
        <c:axPos val="t"/>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56607760"/>
        <c:crosses val="min"/>
        <c:crossBetween val="between"/>
        <c:majorUnit val="10"/>
      </c:valAx>
    </c:plotArea>
    <c:plotVisOnly val="0"/>
    <c:dispBlanksAs val="gap"/>
    <c:showDLblsOverMax val="1"/>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296780214652356E-2"/>
          <c:y val="0.12345679012345678"/>
          <c:w val="0.90760615958936075"/>
          <c:h val="0.80208333333333337"/>
        </c:manualLayout>
      </c:layout>
      <c:barChart>
        <c:barDir val="bar"/>
        <c:grouping val="stacked"/>
        <c:varyColors val="0"/>
        <c:ser>
          <c:idx val="0"/>
          <c:order val="0"/>
          <c:spPr>
            <a:solidFill>
              <a:schemeClr val="accent6"/>
            </a:solidFill>
            <a:ln>
              <a:noFill/>
            </a:ln>
          </c:spPr>
          <c:invertIfNegative val="0"/>
          <c:dPt>
            <c:idx val="2"/>
            <c:invertIfNegative val="0"/>
            <c:bubble3D val="0"/>
            <c:spPr>
              <a:solidFill>
                <a:schemeClr val="accent1"/>
              </a:solidFill>
              <a:ln>
                <a:noFill/>
              </a:ln>
            </c:spPr>
            <c:extLst>
              <c:ext xmlns:c16="http://schemas.microsoft.com/office/drawing/2014/chart" uri="{C3380CC4-5D6E-409C-BE32-E72D297353CC}">
                <c16:uniqueId val="{00000000-16CC-4094-B6FC-E2B9F961526D}"/>
              </c:ext>
            </c:extLst>
          </c:dPt>
          <c:dPt>
            <c:idx val="3"/>
            <c:invertIfNegative val="0"/>
            <c:bubble3D val="0"/>
            <c:spPr>
              <a:solidFill>
                <a:schemeClr val="accent1"/>
              </a:solidFill>
              <a:ln>
                <a:noFill/>
              </a:ln>
            </c:spPr>
            <c:extLst>
              <c:ext xmlns:c16="http://schemas.microsoft.com/office/drawing/2014/chart" uri="{C3380CC4-5D6E-409C-BE32-E72D297353CC}">
                <c16:uniqueId val="{00000001-16CC-4094-B6FC-E2B9F961526D}"/>
              </c:ext>
            </c:extLst>
          </c:dPt>
          <c:dLbls>
            <c:dLbl>
              <c:idx val="0"/>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6CC-4094-B6FC-E2B9F961526D}"/>
                </c:ext>
              </c:extLst>
            </c:dLbl>
            <c:dLbl>
              <c:idx val="1"/>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6CC-4094-B6FC-E2B9F961526D}"/>
                </c:ext>
              </c:extLst>
            </c:dLbl>
            <c:dLbl>
              <c:idx val="2"/>
              <c:layout>
                <c:manualLayout>
                  <c:x val="-2.3331777881474569E-4"/>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6CC-4094-B6FC-E2B9F961526D}"/>
                </c:ext>
              </c:extLst>
            </c:dLbl>
            <c:dLbl>
              <c:idx val="3"/>
              <c:layout>
                <c:manualLayout>
                  <c:x val="0"/>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6CC-4094-B6FC-E2B9F961526D}"/>
                </c:ext>
              </c:extLst>
            </c:dLbl>
            <c:dLbl>
              <c:idx val="4"/>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16CC-4094-B6FC-E2B9F961526D}"/>
                </c:ext>
              </c:extLst>
            </c:dLbl>
            <c:dLbl>
              <c:idx val="5"/>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6CC-4094-B6FC-E2B9F961526D}"/>
                </c:ext>
              </c:extLst>
            </c:dLbl>
            <c:dLbl>
              <c:idx val="6"/>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6CC-4094-B6FC-E2B9F961526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44</c:v>
                </c:pt>
                <c:pt idx="1">
                  <c:v>41</c:v>
                </c:pt>
                <c:pt idx="2">
                  <c:v>40</c:v>
                </c:pt>
                <c:pt idx="3">
                  <c:v>48</c:v>
                </c:pt>
                <c:pt idx="4">
                  <c:v>26</c:v>
                </c:pt>
                <c:pt idx="5">
                  <c:v>-12</c:v>
                </c:pt>
                <c:pt idx="6">
                  <c:v>-15</c:v>
                </c:pt>
              </c:numCache>
            </c:numRef>
          </c:val>
          <c:extLst>
            <c:ext xmlns:c16="http://schemas.microsoft.com/office/drawing/2014/chart" uri="{C3380CC4-5D6E-409C-BE32-E72D297353CC}">
              <c16:uniqueId val="{00000007-16CC-4094-B6FC-E2B9F961526D}"/>
            </c:ext>
          </c:extLst>
        </c:ser>
        <c:dLbls>
          <c:showLegendKey val="0"/>
          <c:showVal val="0"/>
          <c:showCatName val="0"/>
          <c:showSerName val="0"/>
          <c:showPercent val="0"/>
          <c:showBubbleSize val="0"/>
        </c:dLbls>
        <c:gapWidth val="80"/>
        <c:overlap val="100"/>
        <c:axId val="456607760"/>
        <c:axId val="1"/>
      </c:barChart>
      <c:catAx>
        <c:axId val="456607760"/>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50"/>
          <c:min val="-20"/>
        </c:scaling>
        <c:delete val="0"/>
        <c:axPos val="t"/>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56607760"/>
        <c:crosses val="min"/>
        <c:crossBetween val="between"/>
        <c:majorUnit val="10"/>
      </c:valAx>
    </c:plotArea>
    <c:plotVisOnly val="0"/>
    <c:dispBlanksAs val="gap"/>
    <c:showDLblsOverMax val="1"/>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0935856992639327E-2"/>
          <c:y val="2.6517083120856707E-2"/>
          <c:w val="0.97812828601472135"/>
          <c:h val="0.94696583375828658"/>
        </c:manualLayout>
      </c:layout>
      <c:barChart>
        <c:barDir val="col"/>
        <c:grouping val="clustered"/>
        <c:varyColors val="0"/>
        <c:ser>
          <c:idx val="0"/>
          <c:order val="0"/>
          <c:spPr>
            <a:solidFill>
              <a:schemeClr val="bg2"/>
            </a:solidFill>
            <a:ln>
              <a:noFill/>
            </a:ln>
          </c:spPr>
          <c:invertIfNegative val="0"/>
          <c:dPt>
            <c:idx val="5"/>
            <c:invertIfNegative val="0"/>
            <c:bubble3D val="0"/>
            <c:spPr>
              <a:solidFill>
                <a:schemeClr val="accent4"/>
              </a:solidFill>
              <a:ln>
                <a:noFill/>
              </a:ln>
            </c:spPr>
            <c:extLst>
              <c:ext xmlns:c16="http://schemas.microsoft.com/office/drawing/2014/chart" uri="{C3380CC4-5D6E-409C-BE32-E72D297353CC}">
                <c16:uniqueId val="{00000000-4416-4434-A0F7-57AFFC7A4D19}"/>
              </c:ext>
            </c:extLst>
          </c:dPt>
          <c:val>
            <c:numRef>
              <c:f>Sheet1!$A$1:$F$1</c:f>
              <c:numCache>
                <c:formatCode>General</c:formatCode>
                <c:ptCount val="6"/>
                <c:pt idx="0">
                  <c:v>15600</c:v>
                </c:pt>
                <c:pt idx="1">
                  <c:v>13630</c:v>
                </c:pt>
                <c:pt idx="2">
                  <c:v>12202</c:v>
                </c:pt>
                <c:pt idx="3">
                  <c:v>15200</c:v>
                </c:pt>
                <c:pt idx="5">
                  <c:v>8660</c:v>
                </c:pt>
              </c:numCache>
            </c:numRef>
          </c:val>
          <c:extLst>
            <c:ext xmlns:c16="http://schemas.microsoft.com/office/drawing/2014/chart" uri="{C3380CC4-5D6E-409C-BE32-E72D297353CC}">
              <c16:uniqueId val="{00000001-4416-4434-A0F7-57AFFC7A4D19}"/>
            </c:ext>
          </c:extLst>
        </c:ser>
        <c:ser>
          <c:idx val="1"/>
          <c:order val="1"/>
          <c:spPr>
            <a:solidFill>
              <a:schemeClr val="accent6"/>
            </a:solidFill>
            <a:ln>
              <a:noFill/>
            </a:ln>
          </c:spPr>
          <c:invertIfNegative val="0"/>
          <c:dPt>
            <c:idx val="5"/>
            <c:invertIfNegative val="0"/>
            <c:bubble3D val="0"/>
            <c:spPr>
              <a:solidFill>
                <a:schemeClr val="accent1"/>
              </a:solidFill>
              <a:ln>
                <a:noFill/>
              </a:ln>
            </c:spPr>
            <c:extLst>
              <c:ext xmlns:c16="http://schemas.microsoft.com/office/drawing/2014/chart" uri="{C3380CC4-5D6E-409C-BE32-E72D297353CC}">
                <c16:uniqueId val="{00000002-4416-4434-A0F7-57AFFC7A4D19}"/>
              </c:ext>
            </c:extLst>
          </c:dPt>
          <c:val>
            <c:numRef>
              <c:f>Sheet1!$A$2:$F$2</c:f>
              <c:numCache>
                <c:formatCode>General</c:formatCode>
                <c:ptCount val="6"/>
                <c:pt idx="0">
                  <c:v>23450</c:v>
                </c:pt>
                <c:pt idx="1">
                  <c:v>14450</c:v>
                </c:pt>
                <c:pt idx="2">
                  <c:v>17300</c:v>
                </c:pt>
                <c:pt idx="3">
                  <c:v>26450</c:v>
                </c:pt>
                <c:pt idx="5">
                  <c:v>13650</c:v>
                </c:pt>
              </c:numCache>
            </c:numRef>
          </c:val>
          <c:extLst>
            <c:ext xmlns:c16="http://schemas.microsoft.com/office/drawing/2014/chart" uri="{C3380CC4-5D6E-409C-BE32-E72D297353CC}">
              <c16:uniqueId val="{00000003-4416-4434-A0F7-57AFFC7A4D19}"/>
            </c:ext>
          </c:extLst>
        </c:ser>
        <c:dLbls>
          <c:showLegendKey val="0"/>
          <c:showVal val="0"/>
          <c:showCatName val="0"/>
          <c:showSerName val="0"/>
          <c:showPercent val="0"/>
          <c:showBubbleSize val="0"/>
        </c:dLbls>
        <c:gapWidth val="80"/>
        <c:axId val="456624560"/>
        <c:axId val="1"/>
      </c:barChart>
      <c:catAx>
        <c:axId val="45662456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0000"/>
          <c:min val="0"/>
        </c:scaling>
        <c:delete val="0"/>
        <c:axPos val="l"/>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400" kern="1200">
                <a:latin typeface="+mn-lt"/>
                <a:ea typeface="+mn-ea"/>
                <a:cs typeface="+mn-cs"/>
              </a:defRPr>
            </a:pPr>
            <a:endParaRPr lang="en-US"/>
          </a:p>
        </c:txPr>
        <c:crossAx val="456624560"/>
        <c:crosses val="min"/>
        <c:crossBetween val="between"/>
        <c:majorUnit val="5000"/>
      </c:valAx>
    </c:plotArea>
    <c:plotVisOnly val="0"/>
    <c:dispBlanksAs val="gap"/>
    <c:showDLblsOverMax val="1"/>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0935856992639327E-2"/>
          <c:y val="2.6517083120856707E-2"/>
          <c:w val="0.97812828601472135"/>
          <c:h val="0.94696583375828658"/>
        </c:manualLayout>
      </c:layout>
      <c:barChart>
        <c:barDir val="col"/>
        <c:grouping val="clustered"/>
        <c:varyColors val="0"/>
        <c:ser>
          <c:idx val="0"/>
          <c:order val="0"/>
          <c:spPr>
            <a:solidFill>
              <a:schemeClr val="bg2"/>
            </a:solidFill>
            <a:ln>
              <a:noFill/>
            </a:ln>
          </c:spPr>
          <c:invertIfNegative val="0"/>
          <c:dPt>
            <c:idx val="5"/>
            <c:invertIfNegative val="0"/>
            <c:bubble3D val="0"/>
            <c:spPr>
              <a:solidFill>
                <a:schemeClr val="accent4"/>
              </a:solidFill>
              <a:ln>
                <a:noFill/>
              </a:ln>
            </c:spPr>
            <c:extLst>
              <c:ext xmlns:c16="http://schemas.microsoft.com/office/drawing/2014/chart" uri="{C3380CC4-5D6E-409C-BE32-E72D297353CC}">
                <c16:uniqueId val="{00000000-4416-4434-A0F7-57AFFC7A4D19}"/>
              </c:ext>
            </c:extLst>
          </c:dPt>
          <c:val>
            <c:numRef>
              <c:f>Sheet1!$A$1:$F$1</c:f>
              <c:numCache>
                <c:formatCode>General</c:formatCode>
                <c:ptCount val="6"/>
                <c:pt idx="0">
                  <c:v>15600</c:v>
                </c:pt>
                <c:pt idx="1">
                  <c:v>13630</c:v>
                </c:pt>
                <c:pt idx="2">
                  <c:v>12202</c:v>
                </c:pt>
                <c:pt idx="3">
                  <c:v>15200</c:v>
                </c:pt>
                <c:pt idx="5">
                  <c:v>8660</c:v>
                </c:pt>
              </c:numCache>
            </c:numRef>
          </c:val>
          <c:extLst>
            <c:ext xmlns:c16="http://schemas.microsoft.com/office/drawing/2014/chart" uri="{C3380CC4-5D6E-409C-BE32-E72D297353CC}">
              <c16:uniqueId val="{00000001-4416-4434-A0F7-57AFFC7A4D19}"/>
            </c:ext>
          </c:extLst>
        </c:ser>
        <c:ser>
          <c:idx val="1"/>
          <c:order val="1"/>
          <c:spPr>
            <a:solidFill>
              <a:schemeClr val="accent6"/>
            </a:solidFill>
            <a:ln>
              <a:noFill/>
            </a:ln>
          </c:spPr>
          <c:invertIfNegative val="0"/>
          <c:dPt>
            <c:idx val="5"/>
            <c:invertIfNegative val="0"/>
            <c:bubble3D val="0"/>
            <c:spPr>
              <a:solidFill>
                <a:schemeClr val="accent1"/>
              </a:solidFill>
              <a:ln>
                <a:noFill/>
              </a:ln>
            </c:spPr>
            <c:extLst>
              <c:ext xmlns:c16="http://schemas.microsoft.com/office/drawing/2014/chart" uri="{C3380CC4-5D6E-409C-BE32-E72D297353CC}">
                <c16:uniqueId val="{00000002-4416-4434-A0F7-57AFFC7A4D19}"/>
              </c:ext>
            </c:extLst>
          </c:dPt>
          <c:val>
            <c:numRef>
              <c:f>Sheet1!$A$2:$F$2</c:f>
              <c:numCache>
                <c:formatCode>General</c:formatCode>
                <c:ptCount val="6"/>
                <c:pt idx="0">
                  <c:v>23450</c:v>
                </c:pt>
                <c:pt idx="1">
                  <c:v>14450</c:v>
                </c:pt>
                <c:pt idx="2">
                  <c:v>17300</c:v>
                </c:pt>
                <c:pt idx="3">
                  <c:v>26450</c:v>
                </c:pt>
                <c:pt idx="5">
                  <c:v>13650</c:v>
                </c:pt>
              </c:numCache>
            </c:numRef>
          </c:val>
          <c:extLst>
            <c:ext xmlns:c16="http://schemas.microsoft.com/office/drawing/2014/chart" uri="{C3380CC4-5D6E-409C-BE32-E72D297353CC}">
              <c16:uniqueId val="{00000003-4416-4434-A0F7-57AFFC7A4D19}"/>
            </c:ext>
          </c:extLst>
        </c:ser>
        <c:dLbls>
          <c:showLegendKey val="0"/>
          <c:showVal val="0"/>
          <c:showCatName val="0"/>
          <c:showSerName val="0"/>
          <c:showPercent val="0"/>
          <c:showBubbleSize val="0"/>
        </c:dLbls>
        <c:gapWidth val="80"/>
        <c:axId val="456624560"/>
        <c:axId val="1"/>
      </c:barChart>
      <c:catAx>
        <c:axId val="45662456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0000"/>
          <c:min val="0"/>
        </c:scaling>
        <c:delete val="0"/>
        <c:axPos val="l"/>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400" kern="1200">
                <a:latin typeface="+mn-lt"/>
                <a:ea typeface="+mn-ea"/>
                <a:cs typeface="+mn-cs"/>
              </a:defRPr>
            </a:pPr>
            <a:endParaRPr lang="en-US"/>
          </a:p>
        </c:txPr>
        <c:crossAx val="456624560"/>
        <c:crosses val="min"/>
        <c:crossBetween val="between"/>
        <c:majorUnit val="5000"/>
      </c:valAx>
    </c:plotArea>
    <c:plotVisOnly val="0"/>
    <c:dispBlanksAs val="gap"/>
    <c:showDLblsOverMax val="1"/>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0935856992639327E-2"/>
          <c:y val="2.6517083120856707E-2"/>
          <c:w val="0.97812828601472135"/>
          <c:h val="0.94696583375828658"/>
        </c:manualLayout>
      </c:layout>
      <c:barChart>
        <c:barDir val="col"/>
        <c:grouping val="clustered"/>
        <c:varyColors val="0"/>
        <c:ser>
          <c:idx val="0"/>
          <c:order val="0"/>
          <c:spPr>
            <a:solidFill>
              <a:schemeClr val="bg2"/>
            </a:solidFill>
            <a:ln>
              <a:noFill/>
            </a:ln>
          </c:spPr>
          <c:invertIfNegative val="0"/>
          <c:dPt>
            <c:idx val="5"/>
            <c:invertIfNegative val="0"/>
            <c:bubble3D val="0"/>
            <c:spPr>
              <a:solidFill>
                <a:schemeClr val="accent4"/>
              </a:solidFill>
              <a:ln>
                <a:noFill/>
              </a:ln>
            </c:spPr>
            <c:extLst>
              <c:ext xmlns:c16="http://schemas.microsoft.com/office/drawing/2014/chart" uri="{C3380CC4-5D6E-409C-BE32-E72D297353CC}">
                <c16:uniqueId val="{00000000-4416-4434-A0F7-57AFFC7A4D19}"/>
              </c:ext>
            </c:extLst>
          </c:dPt>
          <c:val>
            <c:numRef>
              <c:f>Sheet1!$A$1:$F$1</c:f>
              <c:numCache>
                <c:formatCode>General</c:formatCode>
                <c:ptCount val="6"/>
                <c:pt idx="0">
                  <c:v>15600</c:v>
                </c:pt>
                <c:pt idx="1">
                  <c:v>13630</c:v>
                </c:pt>
                <c:pt idx="2">
                  <c:v>12202</c:v>
                </c:pt>
                <c:pt idx="3">
                  <c:v>15200</c:v>
                </c:pt>
                <c:pt idx="5">
                  <c:v>8660</c:v>
                </c:pt>
              </c:numCache>
            </c:numRef>
          </c:val>
          <c:extLst>
            <c:ext xmlns:c16="http://schemas.microsoft.com/office/drawing/2014/chart" uri="{C3380CC4-5D6E-409C-BE32-E72D297353CC}">
              <c16:uniqueId val="{00000001-4416-4434-A0F7-57AFFC7A4D19}"/>
            </c:ext>
          </c:extLst>
        </c:ser>
        <c:ser>
          <c:idx val="1"/>
          <c:order val="1"/>
          <c:spPr>
            <a:solidFill>
              <a:schemeClr val="accent6"/>
            </a:solidFill>
            <a:ln>
              <a:noFill/>
            </a:ln>
          </c:spPr>
          <c:invertIfNegative val="0"/>
          <c:dPt>
            <c:idx val="5"/>
            <c:invertIfNegative val="0"/>
            <c:bubble3D val="0"/>
            <c:spPr>
              <a:solidFill>
                <a:schemeClr val="accent1"/>
              </a:solidFill>
              <a:ln>
                <a:noFill/>
              </a:ln>
            </c:spPr>
            <c:extLst>
              <c:ext xmlns:c16="http://schemas.microsoft.com/office/drawing/2014/chart" uri="{C3380CC4-5D6E-409C-BE32-E72D297353CC}">
                <c16:uniqueId val="{00000002-4416-4434-A0F7-57AFFC7A4D19}"/>
              </c:ext>
            </c:extLst>
          </c:dPt>
          <c:val>
            <c:numRef>
              <c:f>Sheet1!$A$2:$F$2</c:f>
              <c:numCache>
                <c:formatCode>General</c:formatCode>
                <c:ptCount val="6"/>
                <c:pt idx="0">
                  <c:v>23450</c:v>
                </c:pt>
                <c:pt idx="1">
                  <c:v>14450</c:v>
                </c:pt>
                <c:pt idx="2">
                  <c:v>17300</c:v>
                </c:pt>
                <c:pt idx="3">
                  <c:v>26450</c:v>
                </c:pt>
                <c:pt idx="5">
                  <c:v>13650</c:v>
                </c:pt>
              </c:numCache>
            </c:numRef>
          </c:val>
          <c:extLst>
            <c:ext xmlns:c16="http://schemas.microsoft.com/office/drawing/2014/chart" uri="{C3380CC4-5D6E-409C-BE32-E72D297353CC}">
              <c16:uniqueId val="{00000003-4416-4434-A0F7-57AFFC7A4D19}"/>
            </c:ext>
          </c:extLst>
        </c:ser>
        <c:dLbls>
          <c:showLegendKey val="0"/>
          <c:showVal val="0"/>
          <c:showCatName val="0"/>
          <c:showSerName val="0"/>
          <c:showPercent val="0"/>
          <c:showBubbleSize val="0"/>
        </c:dLbls>
        <c:gapWidth val="80"/>
        <c:axId val="456624560"/>
        <c:axId val="1"/>
      </c:barChart>
      <c:catAx>
        <c:axId val="45662456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0000"/>
          <c:min val="0"/>
        </c:scaling>
        <c:delete val="0"/>
        <c:axPos val="l"/>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400" kern="1200">
                <a:latin typeface="+mn-lt"/>
                <a:ea typeface="+mn-ea"/>
                <a:cs typeface="+mn-cs"/>
              </a:defRPr>
            </a:pPr>
            <a:endParaRPr lang="en-US"/>
          </a:p>
        </c:txPr>
        <c:crossAx val="456624560"/>
        <c:crosses val="min"/>
        <c:crossBetween val="between"/>
        <c:majorUnit val="5000"/>
      </c:valAx>
    </c:plotArea>
    <c:plotVisOnly val="0"/>
    <c:dispBlanksAs val="gap"/>
    <c:showDLblsOverMax val="1"/>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296780214652356E-2"/>
          <c:y val="0.12345679012345678"/>
          <c:w val="0.90760615958936075"/>
          <c:h val="0.80208333333333337"/>
        </c:manualLayout>
      </c:layout>
      <c:barChart>
        <c:barDir val="bar"/>
        <c:grouping val="stacked"/>
        <c:varyColors val="0"/>
        <c:ser>
          <c:idx val="0"/>
          <c:order val="0"/>
          <c:spPr>
            <a:solidFill>
              <a:schemeClr val="accent6"/>
            </a:solidFill>
            <a:ln>
              <a:noFill/>
            </a:ln>
          </c:spPr>
          <c:invertIfNegative val="0"/>
          <c:dPt>
            <c:idx val="2"/>
            <c:invertIfNegative val="0"/>
            <c:bubble3D val="0"/>
            <c:spPr>
              <a:solidFill>
                <a:schemeClr val="accent1"/>
              </a:solidFill>
              <a:ln>
                <a:noFill/>
              </a:ln>
            </c:spPr>
            <c:extLst>
              <c:ext xmlns:c16="http://schemas.microsoft.com/office/drawing/2014/chart" uri="{C3380CC4-5D6E-409C-BE32-E72D297353CC}">
                <c16:uniqueId val="{00000000-16CC-4094-B6FC-E2B9F961526D}"/>
              </c:ext>
            </c:extLst>
          </c:dPt>
          <c:dPt>
            <c:idx val="3"/>
            <c:invertIfNegative val="0"/>
            <c:bubble3D val="0"/>
            <c:spPr>
              <a:solidFill>
                <a:schemeClr val="accent1"/>
              </a:solidFill>
              <a:ln>
                <a:noFill/>
              </a:ln>
            </c:spPr>
            <c:extLst>
              <c:ext xmlns:c16="http://schemas.microsoft.com/office/drawing/2014/chart" uri="{C3380CC4-5D6E-409C-BE32-E72D297353CC}">
                <c16:uniqueId val="{00000001-16CC-4094-B6FC-E2B9F961526D}"/>
              </c:ext>
            </c:extLst>
          </c:dPt>
          <c:dLbls>
            <c:dLbl>
              <c:idx val="0"/>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6CC-4094-B6FC-E2B9F961526D}"/>
                </c:ext>
              </c:extLst>
            </c:dLbl>
            <c:dLbl>
              <c:idx val="1"/>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6CC-4094-B6FC-E2B9F961526D}"/>
                </c:ext>
              </c:extLst>
            </c:dLbl>
            <c:dLbl>
              <c:idx val="2"/>
              <c:layout>
                <c:manualLayout>
                  <c:x val="-2.3331777881474569E-4"/>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6CC-4094-B6FC-E2B9F961526D}"/>
                </c:ext>
              </c:extLst>
            </c:dLbl>
            <c:dLbl>
              <c:idx val="3"/>
              <c:layout>
                <c:manualLayout>
                  <c:x val="0"/>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6CC-4094-B6FC-E2B9F961526D}"/>
                </c:ext>
              </c:extLst>
            </c:dLbl>
            <c:dLbl>
              <c:idx val="4"/>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16CC-4094-B6FC-E2B9F961526D}"/>
                </c:ext>
              </c:extLst>
            </c:dLbl>
            <c:dLbl>
              <c:idx val="5"/>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6CC-4094-B6FC-E2B9F961526D}"/>
                </c:ext>
              </c:extLst>
            </c:dLbl>
            <c:dLbl>
              <c:idx val="6"/>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6CC-4094-B6FC-E2B9F961526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44</c:v>
                </c:pt>
                <c:pt idx="1">
                  <c:v>41</c:v>
                </c:pt>
                <c:pt idx="2">
                  <c:v>40</c:v>
                </c:pt>
                <c:pt idx="3">
                  <c:v>48</c:v>
                </c:pt>
                <c:pt idx="4">
                  <c:v>26</c:v>
                </c:pt>
                <c:pt idx="5">
                  <c:v>-12</c:v>
                </c:pt>
                <c:pt idx="6">
                  <c:v>-15</c:v>
                </c:pt>
              </c:numCache>
            </c:numRef>
          </c:val>
          <c:extLst>
            <c:ext xmlns:c16="http://schemas.microsoft.com/office/drawing/2014/chart" uri="{C3380CC4-5D6E-409C-BE32-E72D297353CC}">
              <c16:uniqueId val="{00000007-16CC-4094-B6FC-E2B9F961526D}"/>
            </c:ext>
          </c:extLst>
        </c:ser>
        <c:dLbls>
          <c:showLegendKey val="0"/>
          <c:showVal val="0"/>
          <c:showCatName val="0"/>
          <c:showSerName val="0"/>
          <c:showPercent val="0"/>
          <c:showBubbleSize val="0"/>
        </c:dLbls>
        <c:gapWidth val="80"/>
        <c:overlap val="100"/>
        <c:axId val="456607760"/>
        <c:axId val="1"/>
      </c:barChart>
      <c:catAx>
        <c:axId val="456607760"/>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50"/>
          <c:min val="-20"/>
        </c:scaling>
        <c:delete val="0"/>
        <c:axPos val="t"/>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56607760"/>
        <c:crosses val="min"/>
        <c:crossBetween val="between"/>
        <c:majorUnit val="10"/>
      </c:valAx>
    </c:plotArea>
    <c:plotVisOnly val="0"/>
    <c:dispBlanksAs val="gap"/>
    <c:showDLblsOverMax val="1"/>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296780214652356E-2"/>
          <c:y val="0.12345679012345678"/>
          <c:w val="0.90760615958936075"/>
          <c:h val="0.80208333333333337"/>
        </c:manualLayout>
      </c:layout>
      <c:barChart>
        <c:barDir val="bar"/>
        <c:grouping val="stacked"/>
        <c:varyColors val="0"/>
        <c:ser>
          <c:idx val="0"/>
          <c:order val="0"/>
          <c:spPr>
            <a:solidFill>
              <a:schemeClr val="accent6"/>
            </a:solidFill>
            <a:ln>
              <a:noFill/>
            </a:ln>
          </c:spPr>
          <c:invertIfNegative val="0"/>
          <c:dPt>
            <c:idx val="2"/>
            <c:invertIfNegative val="0"/>
            <c:bubble3D val="0"/>
            <c:spPr>
              <a:solidFill>
                <a:schemeClr val="accent1"/>
              </a:solidFill>
              <a:ln>
                <a:noFill/>
              </a:ln>
            </c:spPr>
            <c:extLst>
              <c:ext xmlns:c16="http://schemas.microsoft.com/office/drawing/2014/chart" uri="{C3380CC4-5D6E-409C-BE32-E72D297353CC}">
                <c16:uniqueId val="{00000000-16CC-4094-B6FC-E2B9F961526D}"/>
              </c:ext>
            </c:extLst>
          </c:dPt>
          <c:dPt>
            <c:idx val="3"/>
            <c:invertIfNegative val="0"/>
            <c:bubble3D val="0"/>
            <c:spPr>
              <a:solidFill>
                <a:schemeClr val="accent1"/>
              </a:solidFill>
              <a:ln>
                <a:noFill/>
              </a:ln>
            </c:spPr>
            <c:extLst>
              <c:ext xmlns:c16="http://schemas.microsoft.com/office/drawing/2014/chart" uri="{C3380CC4-5D6E-409C-BE32-E72D297353CC}">
                <c16:uniqueId val="{00000001-16CC-4094-B6FC-E2B9F961526D}"/>
              </c:ext>
            </c:extLst>
          </c:dPt>
          <c:dLbls>
            <c:dLbl>
              <c:idx val="0"/>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6CC-4094-B6FC-E2B9F961526D}"/>
                </c:ext>
              </c:extLst>
            </c:dLbl>
            <c:dLbl>
              <c:idx val="1"/>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6CC-4094-B6FC-E2B9F961526D}"/>
                </c:ext>
              </c:extLst>
            </c:dLbl>
            <c:dLbl>
              <c:idx val="2"/>
              <c:layout>
                <c:manualLayout>
                  <c:x val="-2.3331777881474569E-4"/>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6CC-4094-B6FC-E2B9F961526D}"/>
                </c:ext>
              </c:extLst>
            </c:dLbl>
            <c:dLbl>
              <c:idx val="3"/>
              <c:layout>
                <c:manualLayout>
                  <c:x val="0"/>
                  <c:y val="0"/>
                </c:manualLayout>
              </c:layout>
              <c:numFmt formatCode="#,##0;&quot;-&quot;#,##0" sourceLinked="0"/>
              <c:spPr>
                <a:noFill/>
                <a:ln>
                  <a:noFill/>
                </a:ln>
              </c:spPr>
              <c:txPr>
                <a:bodyPr wrap="none"/>
                <a:lstStyle/>
                <a:p>
                  <a:pPr>
                    <a:defRPr sz="14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6CC-4094-B6FC-E2B9F961526D}"/>
                </c:ext>
              </c:extLst>
            </c:dLbl>
            <c:dLbl>
              <c:idx val="4"/>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16CC-4094-B6FC-E2B9F961526D}"/>
                </c:ext>
              </c:extLst>
            </c:dLbl>
            <c:dLbl>
              <c:idx val="5"/>
              <c:layout>
                <c:manualLayout>
                  <c:x val="0"/>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6CC-4094-B6FC-E2B9F961526D}"/>
                </c:ext>
              </c:extLst>
            </c:dLbl>
            <c:dLbl>
              <c:idx val="6"/>
              <c:layout>
                <c:manualLayout>
                  <c:x val="-2.3331777881474569E-4"/>
                  <c:y val="0"/>
                </c:manualLayout>
              </c:layout>
              <c:numFmt formatCode="#,##0;&quot;-&quot;#,##0"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6CC-4094-B6FC-E2B9F961526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Sheet1!$A$1:$G$1</c:f>
              <c:numCache>
                <c:formatCode>General</c:formatCode>
                <c:ptCount val="7"/>
                <c:pt idx="0">
                  <c:v>44</c:v>
                </c:pt>
                <c:pt idx="1">
                  <c:v>41</c:v>
                </c:pt>
                <c:pt idx="2">
                  <c:v>40</c:v>
                </c:pt>
                <c:pt idx="3">
                  <c:v>48</c:v>
                </c:pt>
                <c:pt idx="4">
                  <c:v>26</c:v>
                </c:pt>
                <c:pt idx="5">
                  <c:v>-12</c:v>
                </c:pt>
                <c:pt idx="6">
                  <c:v>-15</c:v>
                </c:pt>
              </c:numCache>
            </c:numRef>
          </c:val>
          <c:extLst>
            <c:ext xmlns:c16="http://schemas.microsoft.com/office/drawing/2014/chart" uri="{C3380CC4-5D6E-409C-BE32-E72D297353CC}">
              <c16:uniqueId val="{00000007-16CC-4094-B6FC-E2B9F961526D}"/>
            </c:ext>
          </c:extLst>
        </c:ser>
        <c:dLbls>
          <c:showLegendKey val="0"/>
          <c:showVal val="0"/>
          <c:showCatName val="0"/>
          <c:showSerName val="0"/>
          <c:showPercent val="0"/>
          <c:showBubbleSize val="0"/>
        </c:dLbls>
        <c:gapWidth val="80"/>
        <c:overlap val="100"/>
        <c:axId val="456607760"/>
        <c:axId val="1"/>
      </c:barChart>
      <c:catAx>
        <c:axId val="456607760"/>
        <c:scaling>
          <c:orientation val="maxMin"/>
        </c:scaling>
        <c:delete val="0"/>
        <c:axPos val="l"/>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50"/>
          <c:min val="-20"/>
        </c:scaling>
        <c:delete val="0"/>
        <c:axPos val="t"/>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400" kern="1200">
                <a:solidFill>
                  <a:schemeClr val="tx1"/>
                </a:solidFill>
                <a:latin typeface="+mn-lt"/>
                <a:ea typeface="+mn-ea"/>
                <a:cs typeface="+mn-cs"/>
              </a:defRPr>
            </a:pPr>
            <a:endParaRPr lang="en-US"/>
          </a:p>
        </c:txPr>
        <c:crossAx val="456607760"/>
        <c:crosses val="min"/>
        <c:crossBetween val="between"/>
        <c:majorUnit val="10"/>
      </c:valAx>
    </c:plotArea>
    <c:plotVisOnly val="0"/>
    <c:dispBlanksAs val="gap"/>
    <c:showDLblsOverMax val="1"/>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0935856992639327E-2"/>
          <c:y val="2.6517083120856707E-2"/>
          <c:w val="0.97812828601472135"/>
          <c:h val="0.94696583375828658"/>
        </c:manualLayout>
      </c:layout>
      <c:barChart>
        <c:barDir val="col"/>
        <c:grouping val="clustered"/>
        <c:varyColors val="0"/>
        <c:ser>
          <c:idx val="0"/>
          <c:order val="0"/>
          <c:spPr>
            <a:solidFill>
              <a:schemeClr val="bg2"/>
            </a:solidFill>
            <a:ln>
              <a:noFill/>
            </a:ln>
          </c:spPr>
          <c:invertIfNegative val="0"/>
          <c:dPt>
            <c:idx val="5"/>
            <c:invertIfNegative val="0"/>
            <c:bubble3D val="0"/>
            <c:spPr>
              <a:solidFill>
                <a:schemeClr val="accent4"/>
              </a:solidFill>
              <a:ln>
                <a:noFill/>
              </a:ln>
            </c:spPr>
            <c:extLst>
              <c:ext xmlns:c16="http://schemas.microsoft.com/office/drawing/2014/chart" uri="{C3380CC4-5D6E-409C-BE32-E72D297353CC}">
                <c16:uniqueId val="{00000000-4416-4434-A0F7-57AFFC7A4D19}"/>
              </c:ext>
            </c:extLst>
          </c:dPt>
          <c:val>
            <c:numRef>
              <c:f>Sheet1!$A$1:$F$1</c:f>
              <c:numCache>
                <c:formatCode>General</c:formatCode>
                <c:ptCount val="6"/>
                <c:pt idx="0">
                  <c:v>15600</c:v>
                </c:pt>
                <c:pt idx="1">
                  <c:v>13630</c:v>
                </c:pt>
                <c:pt idx="2">
                  <c:v>12202</c:v>
                </c:pt>
                <c:pt idx="3">
                  <c:v>15200</c:v>
                </c:pt>
                <c:pt idx="5">
                  <c:v>8660</c:v>
                </c:pt>
              </c:numCache>
            </c:numRef>
          </c:val>
          <c:extLst>
            <c:ext xmlns:c16="http://schemas.microsoft.com/office/drawing/2014/chart" uri="{C3380CC4-5D6E-409C-BE32-E72D297353CC}">
              <c16:uniqueId val="{00000001-4416-4434-A0F7-57AFFC7A4D19}"/>
            </c:ext>
          </c:extLst>
        </c:ser>
        <c:ser>
          <c:idx val="1"/>
          <c:order val="1"/>
          <c:spPr>
            <a:solidFill>
              <a:schemeClr val="accent6"/>
            </a:solidFill>
            <a:ln>
              <a:noFill/>
            </a:ln>
          </c:spPr>
          <c:invertIfNegative val="0"/>
          <c:dPt>
            <c:idx val="5"/>
            <c:invertIfNegative val="0"/>
            <c:bubble3D val="0"/>
            <c:spPr>
              <a:solidFill>
                <a:schemeClr val="accent1"/>
              </a:solidFill>
              <a:ln>
                <a:noFill/>
              </a:ln>
            </c:spPr>
            <c:extLst>
              <c:ext xmlns:c16="http://schemas.microsoft.com/office/drawing/2014/chart" uri="{C3380CC4-5D6E-409C-BE32-E72D297353CC}">
                <c16:uniqueId val="{00000002-4416-4434-A0F7-57AFFC7A4D19}"/>
              </c:ext>
            </c:extLst>
          </c:dPt>
          <c:val>
            <c:numRef>
              <c:f>Sheet1!$A$2:$F$2</c:f>
              <c:numCache>
                <c:formatCode>General</c:formatCode>
                <c:ptCount val="6"/>
                <c:pt idx="0">
                  <c:v>23450</c:v>
                </c:pt>
                <c:pt idx="1">
                  <c:v>14450</c:v>
                </c:pt>
                <c:pt idx="2">
                  <c:v>17300</c:v>
                </c:pt>
                <c:pt idx="3">
                  <c:v>26450</c:v>
                </c:pt>
                <c:pt idx="5">
                  <c:v>13650</c:v>
                </c:pt>
              </c:numCache>
            </c:numRef>
          </c:val>
          <c:extLst>
            <c:ext xmlns:c16="http://schemas.microsoft.com/office/drawing/2014/chart" uri="{C3380CC4-5D6E-409C-BE32-E72D297353CC}">
              <c16:uniqueId val="{00000003-4416-4434-A0F7-57AFFC7A4D19}"/>
            </c:ext>
          </c:extLst>
        </c:ser>
        <c:dLbls>
          <c:showLegendKey val="0"/>
          <c:showVal val="0"/>
          <c:showCatName val="0"/>
          <c:showSerName val="0"/>
          <c:showPercent val="0"/>
          <c:showBubbleSize val="0"/>
        </c:dLbls>
        <c:gapWidth val="80"/>
        <c:axId val="456624560"/>
        <c:axId val="1"/>
      </c:barChart>
      <c:catAx>
        <c:axId val="45662456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0000"/>
          <c:min val="0"/>
        </c:scaling>
        <c:delete val="0"/>
        <c:axPos val="l"/>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400" kern="1200">
                <a:latin typeface="+mn-lt"/>
                <a:ea typeface="+mn-ea"/>
                <a:cs typeface="+mn-cs"/>
              </a:defRPr>
            </a:pPr>
            <a:endParaRPr lang="en-US"/>
          </a:p>
        </c:txPr>
        <c:crossAx val="456624560"/>
        <c:crosses val="min"/>
        <c:crossBetween val="between"/>
        <c:majorUnit val="5000"/>
      </c:valAx>
    </c:plotArea>
    <c:plotVisOnly val="0"/>
    <c:dispBlanksAs val="gap"/>
    <c:showDLblsOverMax val="1"/>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1358671909130624E-2"/>
          <c:y val="6.5202702702702703E-2"/>
          <c:w val="0.97728265618173871"/>
          <c:h val="0.86959459459459465"/>
        </c:manualLayout>
      </c:layout>
      <c:barChart>
        <c:barDir val="bar"/>
        <c:grouping val="stacked"/>
        <c:varyColors val="0"/>
        <c:ser>
          <c:idx val="0"/>
          <c:order val="0"/>
          <c:spPr>
            <a:solidFill>
              <a:schemeClr val="bg2"/>
            </a:solidFill>
            <a:ln>
              <a:noFill/>
            </a:ln>
          </c:spPr>
          <c:invertIfNegative val="0"/>
          <c:dLbls>
            <c:dLbl>
              <c:idx val="0"/>
              <c:layout>
                <c:manualLayout>
                  <c:x val="0"/>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9AD-48EC-BC38-384B2347B690}"/>
                </c:ext>
              </c:extLst>
            </c:dLbl>
            <c:dLbl>
              <c:idx val="1"/>
              <c:layout>
                <c:manualLayout>
                  <c:x val="-2.1843599825251202E-4"/>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9AD-48EC-BC38-384B2347B690}"/>
                </c:ext>
              </c:extLst>
            </c:dLbl>
            <c:dLbl>
              <c:idx val="2"/>
              <c:layout>
                <c:manualLayout>
                  <c:x val="-2.1843599825251202E-4"/>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C9AD-48EC-BC38-384B2347B6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Sheet1!$A$1:$C$1</c:f>
              <c:numCache>
                <c:formatCode>General</c:formatCode>
                <c:ptCount val="3"/>
                <c:pt idx="0">
                  <c:v>20</c:v>
                </c:pt>
                <c:pt idx="1">
                  <c:v>15</c:v>
                </c:pt>
                <c:pt idx="2">
                  <c:v>50</c:v>
                </c:pt>
              </c:numCache>
            </c:numRef>
          </c:val>
          <c:extLst>
            <c:ext xmlns:c16="http://schemas.microsoft.com/office/drawing/2014/chart" uri="{C3380CC4-5D6E-409C-BE32-E72D297353CC}">
              <c16:uniqueId val="{00000003-C9AD-48EC-BC38-384B2347B690}"/>
            </c:ext>
          </c:extLst>
        </c:ser>
        <c:ser>
          <c:idx val="1"/>
          <c:order val="1"/>
          <c:spPr>
            <a:solidFill>
              <a:schemeClr val="accent6"/>
            </a:solidFill>
            <a:ln>
              <a:noFill/>
            </a:ln>
          </c:spPr>
          <c:invertIfNegative val="0"/>
          <c:dLbls>
            <c:dLbl>
              <c:idx val="0"/>
              <c:layout>
                <c:manualLayout>
                  <c:x val="-2.1843599825251202E-4"/>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C9AD-48EC-BC38-384B2347B690}"/>
                </c:ext>
              </c:extLst>
            </c:dLbl>
            <c:dLbl>
              <c:idx val="1"/>
              <c:layout>
                <c:manualLayout>
                  <c:x val="0"/>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C9AD-48EC-BC38-384B2347B690}"/>
                </c:ext>
              </c:extLst>
            </c:dLbl>
            <c:dLbl>
              <c:idx val="2"/>
              <c:layout>
                <c:manualLayout>
                  <c:x val="0"/>
                  <c:y val="0"/>
                </c:manualLayout>
              </c:layout>
              <c:numFmt formatCode="#,##0&quot;%&quot;;&quot;-&quot;#,##0&quot;%&quot;" sourceLinked="0"/>
              <c:spPr>
                <a:noFill/>
                <a:ln>
                  <a:noFill/>
                </a:ln>
              </c:spPr>
              <c:txPr>
                <a:bodyPr wrap="none"/>
                <a:lstStyle/>
                <a:p>
                  <a:pPr>
                    <a:defRPr sz="1400" kern="1200">
                      <a:solidFill>
                        <a:schemeClr val="tx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C9AD-48EC-BC38-384B2347B6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Sheet1!$A$2:$C$2</c:f>
              <c:numCache>
                <c:formatCode>General</c:formatCode>
                <c:ptCount val="3"/>
                <c:pt idx="0">
                  <c:v>40.000000000000007</c:v>
                </c:pt>
                <c:pt idx="1">
                  <c:v>25</c:v>
                </c:pt>
                <c:pt idx="2">
                  <c:v>19.999999999999996</c:v>
                </c:pt>
              </c:numCache>
            </c:numRef>
          </c:val>
          <c:extLst>
            <c:ext xmlns:c16="http://schemas.microsoft.com/office/drawing/2014/chart" uri="{C3380CC4-5D6E-409C-BE32-E72D297353CC}">
              <c16:uniqueId val="{00000007-C9AD-48EC-BC38-384B2347B690}"/>
            </c:ext>
          </c:extLst>
        </c:ser>
        <c:ser>
          <c:idx val="2"/>
          <c:order val="2"/>
          <c:spPr>
            <a:solidFill>
              <a:schemeClr val="accent1"/>
            </a:solidFill>
            <a:ln>
              <a:noFill/>
            </a:ln>
          </c:spPr>
          <c:invertIfNegative val="0"/>
          <c:dLbls>
            <c:dLbl>
              <c:idx val="0"/>
              <c:layout>
                <c:manualLayout>
                  <c:x val="0"/>
                  <c:y val="0"/>
                </c:manualLayout>
              </c:layout>
              <c:numFmt formatCode="#,##0&quot;%&quot;;&quot;-&quot;#,##0&quot;%&quot;" sourceLinked="0"/>
              <c:spPr>
                <a:noFill/>
                <a:ln>
                  <a:noFill/>
                </a:ln>
              </c:spPr>
              <c:txPr>
                <a:bodyPr wrap="none"/>
                <a:lstStyle/>
                <a:p>
                  <a:pPr>
                    <a:defRPr sz="1400" kern="1200">
                      <a:solidFill>
                        <a:schemeClr val="bg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C9AD-48EC-BC38-384B2347B690}"/>
                </c:ext>
              </c:extLst>
            </c:dLbl>
            <c:dLbl>
              <c:idx val="1"/>
              <c:layout>
                <c:manualLayout>
                  <c:x val="0"/>
                  <c:y val="0"/>
                </c:manualLayout>
              </c:layout>
              <c:numFmt formatCode="#,##0&quot;%&quot;;&quot;-&quot;#,##0&quot;%&quot;" sourceLinked="0"/>
              <c:spPr>
                <a:noFill/>
                <a:ln>
                  <a:noFill/>
                </a:ln>
              </c:spPr>
              <c:txPr>
                <a:bodyPr wrap="none"/>
                <a:lstStyle/>
                <a:p>
                  <a:pPr>
                    <a:defRPr sz="1400" kern="1200">
                      <a:solidFill>
                        <a:schemeClr val="bg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9-C9AD-48EC-BC38-384B2347B690}"/>
                </c:ext>
              </c:extLst>
            </c:dLbl>
            <c:dLbl>
              <c:idx val="2"/>
              <c:layout>
                <c:manualLayout>
                  <c:x val="0"/>
                  <c:y val="0"/>
                </c:manualLayout>
              </c:layout>
              <c:numFmt formatCode="#,##0&quot;%&quot;;&quot;-&quot;#,##0&quot;%&quot;" sourceLinked="0"/>
              <c:spPr>
                <a:noFill/>
                <a:ln>
                  <a:noFill/>
                </a:ln>
              </c:spPr>
              <c:txPr>
                <a:bodyPr wrap="none"/>
                <a:lstStyle/>
                <a:p>
                  <a:pPr>
                    <a:defRPr sz="1400" kern="1200">
                      <a:solidFill>
                        <a:schemeClr val="bg1"/>
                      </a:solidFill>
                      <a:latin typeface="+mn-lt"/>
                      <a:ea typeface="+mn-ea"/>
                      <a:cs typeface="+mn-cs"/>
                      <a:sym typeface="+mn-lt"/>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A-C9AD-48EC-BC38-384B2347B6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Sheet1!$A$3:$C$3</c:f>
              <c:numCache>
                <c:formatCode>General</c:formatCode>
                <c:ptCount val="3"/>
                <c:pt idx="0">
                  <c:v>39.999999999999993</c:v>
                </c:pt>
                <c:pt idx="1">
                  <c:v>60</c:v>
                </c:pt>
                <c:pt idx="2">
                  <c:v>30.000000000000004</c:v>
                </c:pt>
              </c:numCache>
            </c:numRef>
          </c:val>
          <c:extLst>
            <c:ext xmlns:c16="http://schemas.microsoft.com/office/drawing/2014/chart" uri="{C3380CC4-5D6E-409C-BE32-E72D297353CC}">
              <c16:uniqueId val="{0000000B-C9AD-48EC-BC38-384B2347B690}"/>
            </c:ext>
          </c:extLst>
        </c:ser>
        <c:dLbls>
          <c:showLegendKey val="0"/>
          <c:showVal val="0"/>
          <c:showCatName val="0"/>
          <c:showSerName val="0"/>
          <c:showPercent val="0"/>
          <c:showBubbleSize val="0"/>
        </c:dLbls>
        <c:gapWidth val="80"/>
        <c:overlap val="100"/>
        <c:axId val="416869440"/>
        <c:axId val="1"/>
      </c:barChart>
      <c:catAx>
        <c:axId val="416869440"/>
        <c:scaling>
          <c:orientation val="maxMin"/>
        </c:scaling>
        <c:delete val="0"/>
        <c:axPos val="l"/>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100"/>
          <c:min val="0"/>
        </c:scaling>
        <c:delete val="1"/>
        <c:axPos val="t"/>
        <c:numFmt formatCode="General" sourceLinked="1"/>
        <c:majorTickMark val="out"/>
        <c:minorTickMark val="none"/>
        <c:tickLblPos val="nextTo"/>
        <c:crossAx val="416869440"/>
        <c:crosses val="min"/>
        <c:crossBetween val="between"/>
      </c:valAx>
    </c:plotArea>
    <c:plotVisOnly val="0"/>
    <c:dispBlanksAs val="gap"/>
    <c:showDLblsOverMax val="1"/>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ns0:Relationships xmlns:ns0="http://schemas.openxmlformats.org/package/2006/relationships"><ns0:Relationship Id="rId13" Type="http://schemas.openxmlformats.org/officeDocument/2006/relationships/tags" Target="../tags/tag16.xml" /><ns0:Relationship Id="rId18" Type="http://schemas.openxmlformats.org/officeDocument/2006/relationships/tags" Target="../tags/tag21.xml" /><ns0:Relationship Id="rId26" Type="http://schemas.openxmlformats.org/officeDocument/2006/relationships/tags" Target="../tags/tag29.xml" /><ns0:Relationship Id="rId3" Type="http://schemas.openxmlformats.org/officeDocument/2006/relationships/tags" Target="../tags/tag6.xml" /><ns0:Relationship Id="rId21" Type="http://schemas.openxmlformats.org/officeDocument/2006/relationships/tags" Target="../tags/tag24.xml" /><ns0:Relationship Id="rId34" Type="http://schemas.openxmlformats.org/officeDocument/2006/relationships/chart" Target="../charts/chart1.xml" /><ns0:Relationship Id="rId7" Type="http://schemas.openxmlformats.org/officeDocument/2006/relationships/tags" Target="../tags/tag10.xml" /><ns0:Relationship Id="rId12" Type="http://schemas.openxmlformats.org/officeDocument/2006/relationships/tags" Target="../tags/tag15.xml" /><ns0:Relationship Id="rId17" Type="http://schemas.openxmlformats.org/officeDocument/2006/relationships/tags" Target="../tags/tag20.xml" /><ns0:Relationship Id="rId25" Type="http://schemas.openxmlformats.org/officeDocument/2006/relationships/tags" Target="../tags/tag28.xml" /><ns0:Relationship Id="rId33" Type="http://schemas.openxmlformats.org/officeDocument/2006/relationships/image" Target="../media/image1.emf" /><ns0:Relationship Id="rId2" Type="http://schemas.openxmlformats.org/officeDocument/2006/relationships/tags" Target="../tags/tag5.xml" /><ns0:Relationship Id="rId16" Type="http://schemas.openxmlformats.org/officeDocument/2006/relationships/tags" Target="../tags/tag19.xml" /><ns0:Relationship Id="rId20" Type="http://schemas.openxmlformats.org/officeDocument/2006/relationships/tags" Target="../tags/tag23.xml" /><ns0:Relationship Id="rId29" Type="http://schemas.openxmlformats.org/officeDocument/2006/relationships/tags" Target="../tags/tag32.xml" /><ns0:Relationship Id="rId1" Type="http://schemas.openxmlformats.org/officeDocument/2006/relationships/tags" Target="../tags/tag4.xml" /><ns0:Relationship Id="rId6" Type="http://schemas.openxmlformats.org/officeDocument/2006/relationships/tags" Target="../tags/tag9.xml" /><ns0:Relationship Id="rId11" Type="http://schemas.openxmlformats.org/officeDocument/2006/relationships/tags" Target="../tags/tag14.xml" /><ns0:Relationship Id="rId24" Type="http://schemas.openxmlformats.org/officeDocument/2006/relationships/tags" Target="../tags/tag27.xml" /><ns0:Relationship Id="rId32" Type="http://schemas.openxmlformats.org/officeDocument/2006/relationships/oleObject" Target="../embeddings/oleObject3.bin" /><ns0:Relationship Id="rId5" Type="http://schemas.openxmlformats.org/officeDocument/2006/relationships/tags" Target="../tags/tag8.xml" /><ns0:Relationship Id="rId15" Type="http://schemas.openxmlformats.org/officeDocument/2006/relationships/tags" Target="../tags/tag18.xml" /><ns0:Relationship Id="rId23" Type="http://schemas.openxmlformats.org/officeDocument/2006/relationships/tags" Target="../tags/tag26.xml" /><ns0:Relationship Id="rId28" Type="http://schemas.openxmlformats.org/officeDocument/2006/relationships/tags" Target="../tags/tag31.xml" /><ns0:Relationship Id="rId10" Type="http://schemas.openxmlformats.org/officeDocument/2006/relationships/tags" Target="../tags/tag13.xml" /><ns0:Relationship Id="rId19" Type="http://schemas.openxmlformats.org/officeDocument/2006/relationships/tags" Target="../tags/tag22.xml" /><ns0:Relationship Id="rId4" Type="http://schemas.openxmlformats.org/officeDocument/2006/relationships/tags" Target="../tags/tag7.xml" /><ns0:Relationship Id="rId9" Type="http://schemas.openxmlformats.org/officeDocument/2006/relationships/tags" Target="../tags/tag12.xml" /><ns0:Relationship Id="rId14" Type="http://schemas.openxmlformats.org/officeDocument/2006/relationships/tags" Target="../tags/tag17.xml" /><ns0:Relationship Id="rId22" Type="http://schemas.openxmlformats.org/officeDocument/2006/relationships/tags" Target="../tags/tag25.xml" /><ns0:Relationship Id="rId27" Type="http://schemas.openxmlformats.org/officeDocument/2006/relationships/tags" Target="../tags/tag30.xml" /><ns0:Relationship Id="rId30" Type="http://schemas.openxmlformats.org/officeDocument/2006/relationships/slideLayout" Target="../slideLayouts/slideLayout7.xml" /><ns0:Relationship Id="rId8" Type="http://schemas.openxmlformats.org/officeDocument/2006/relationships/tags" Target="../tags/tag11.xml" /></ns0:Relationships>
</file>

<file path=ppt/slides/_rels/slide5.xml.rels><?xml version='1.0' encoding='utf-8'?>
<ns0:Relationships xmlns:ns0="http://schemas.openxmlformats.org/package/2006/relationships"><ns0:Relationship Id="rId8" Type="http://schemas.openxmlformats.org/officeDocument/2006/relationships/tags" Target="../tags/tag249.xml" /><ns0:Relationship Id="rId13" Type="http://schemas.openxmlformats.org/officeDocument/2006/relationships/tags" Target="../tags/tag254.xml" /><ns0:Relationship Id="rId18" Type="http://schemas.openxmlformats.org/officeDocument/2006/relationships/tags" Target="../tags/tag259.xml" /><ns0:Relationship Id="rId26" Type="http://schemas.openxmlformats.org/officeDocument/2006/relationships/chart" Target="../charts/chart9.xml" /><ns0:Relationship Id="rId3" Type="http://schemas.openxmlformats.org/officeDocument/2006/relationships/tags" Target="../tags/tag244.xml" /><ns0:Relationship Id="rId21" Type="http://schemas.openxmlformats.org/officeDocument/2006/relationships/tags" Target="../tags/tag262.xml" /><ns0:Relationship Id="rId7" Type="http://schemas.openxmlformats.org/officeDocument/2006/relationships/tags" Target="../tags/tag248.xml" /><ns0:Relationship Id="rId12" Type="http://schemas.openxmlformats.org/officeDocument/2006/relationships/tags" Target="../tags/tag253.xml" /><ns0:Relationship Id="rId17" Type="http://schemas.openxmlformats.org/officeDocument/2006/relationships/tags" Target="../tags/tag258.xml" /><ns0:Relationship Id="rId25" Type="http://schemas.openxmlformats.org/officeDocument/2006/relationships/image" Target="../media/image2.emf" /><ns0:Relationship Id="rId2" Type="http://schemas.openxmlformats.org/officeDocument/2006/relationships/tags" Target="../tags/tag243.xml" /><ns0:Relationship Id="rId16" Type="http://schemas.openxmlformats.org/officeDocument/2006/relationships/tags" Target="../tags/tag257.xml" /><ns0:Relationship Id="rId20" Type="http://schemas.openxmlformats.org/officeDocument/2006/relationships/tags" Target="../tags/tag261.xml" /><ns0:Relationship Id="rId1" Type="http://schemas.openxmlformats.org/officeDocument/2006/relationships/tags" Target="../tags/tag242.xml" /><ns0:Relationship Id="rId6" Type="http://schemas.openxmlformats.org/officeDocument/2006/relationships/tags" Target="../tags/tag247.xml" /><ns0:Relationship Id="rId11" Type="http://schemas.openxmlformats.org/officeDocument/2006/relationships/tags" Target="../tags/tag252.xml" /><ns0:Relationship Id="rId24" Type="http://schemas.openxmlformats.org/officeDocument/2006/relationships/oleObject" Target="../embeddings/oleObject8.bin" /><ns0:Relationship Id="rId5" Type="http://schemas.openxmlformats.org/officeDocument/2006/relationships/tags" Target="../tags/tag246.xml" /><ns0:Relationship Id="rId15" Type="http://schemas.openxmlformats.org/officeDocument/2006/relationships/tags" Target="../tags/tag256.xml" /><ns0:Relationship Id="rId10" Type="http://schemas.openxmlformats.org/officeDocument/2006/relationships/tags" Target="../tags/tag251.xml" /><ns0:Relationship Id="rId19" Type="http://schemas.openxmlformats.org/officeDocument/2006/relationships/tags" Target="../tags/tag260.xml" /><ns0:Relationship Id="rId4" Type="http://schemas.openxmlformats.org/officeDocument/2006/relationships/tags" Target="../tags/tag245.xml" /><ns0:Relationship Id="rId9" Type="http://schemas.openxmlformats.org/officeDocument/2006/relationships/tags" Target="../tags/tag250.xml" /><ns0:Relationship Id="rId14" Type="http://schemas.openxmlformats.org/officeDocument/2006/relationships/tags" Target="../tags/tag255.xml" /><ns0:Relationship Id="rId22" Type="http://schemas.openxmlformats.org/officeDocument/2006/relationships/slideLayout" Target="../slideLayouts/slideLayout7.xml" /></ns0:Relationships>
</file>

<file path=ppt/slides/_rels/slide6.xml.rels><?xml version='1.0' encoding='utf-8'?>
<ns0:Relationships xmlns:ns0="http://schemas.openxmlformats.org/package/2006/relationships"><ns0:Relationship Id="rId8" Type="http://schemas.openxmlformats.org/officeDocument/2006/relationships/tags" Target="../tags/tag2.xml" /><ns0:Relationship Id="rId13" Type="http://schemas.openxmlformats.org/officeDocument/2006/relationships/tags" Target="../tags/tag3.xml" /><ns0:Relationship Id="rId18" Type="http://schemas.openxmlformats.org/officeDocument/2006/relationships/tags" Target="../tags/tag33.xml" /><ns0:Relationship Id="rId26" Type="http://schemas.openxmlformats.org/officeDocument/2006/relationships/chart" Target="../charts/chart2.xml" /><ns0:Relationship Id="rId3" Type="http://schemas.openxmlformats.org/officeDocument/2006/relationships/tags" Target="../tags/tag34.xml" /><ns0:Relationship Id="rId21" Type="http://schemas.openxmlformats.org/officeDocument/2006/relationships/tags" Target="../tags/tag35.xml" /><ns0:Relationship Id="rId7" Type="http://schemas.openxmlformats.org/officeDocument/2006/relationships/tags" Target="../tags/tag36.xml" /><ns0:Relationship Id="rId12" Type="http://schemas.openxmlformats.org/officeDocument/2006/relationships/tags" Target="../tags/tag37.xml" /><ns0:Relationship Id="rId17" Type="http://schemas.openxmlformats.org/officeDocument/2006/relationships/tags" Target="../tags/tag38.xml" /><ns0:Relationship Id="rId25" Type="http://schemas.openxmlformats.org/officeDocument/2006/relationships/image" Target="../media/image3.emf" /><ns0:Relationship Id="rId2" Type="http://schemas.openxmlformats.org/officeDocument/2006/relationships/tags" Target="../tags/tag39.xml" /><ns0:Relationship Id="rId16" Type="http://schemas.openxmlformats.org/officeDocument/2006/relationships/tags" Target="../tags/tag40.xml" /><ns0:Relationship Id="rId20" Type="http://schemas.openxmlformats.org/officeDocument/2006/relationships/tags" Target="../tags/tag41.xml" /><ns0:Relationship Id="rId1" Type="http://schemas.openxmlformats.org/officeDocument/2006/relationships/tags" Target="../tags/tag42.xml" /><ns0:Relationship Id="rId6" Type="http://schemas.openxmlformats.org/officeDocument/2006/relationships/tags" Target="../tags/tag43.xml" /><ns0:Relationship Id="rId11" Type="http://schemas.openxmlformats.org/officeDocument/2006/relationships/tags" Target="../tags/tag44.xml" /><ns0:Relationship Id="rId24" Type="http://schemas.openxmlformats.org/officeDocument/2006/relationships/oleObject" Target="../embeddings/oleObject1.bin" /><ns0:Relationship Id="rId5" Type="http://schemas.openxmlformats.org/officeDocument/2006/relationships/tags" Target="../tags/tag45.xml" /><ns0:Relationship Id="rId15" Type="http://schemas.openxmlformats.org/officeDocument/2006/relationships/tags" Target="../tags/tag46.xml" /><ns0:Relationship Id="rId10" Type="http://schemas.openxmlformats.org/officeDocument/2006/relationships/tags" Target="../tags/tag47.xml" /><ns0:Relationship Id="rId19" Type="http://schemas.openxmlformats.org/officeDocument/2006/relationships/tags" Target="../tags/tag48.xml" /><ns0:Relationship Id="rId4" Type="http://schemas.openxmlformats.org/officeDocument/2006/relationships/tags" Target="../tags/tag49.xml" /><ns0:Relationship Id="rId9" Type="http://schemas.openxmlformats.org/officeDocument/2006/relationships/tags" Target="../tags/tag50.xml" /><ns0:Relationship Id="rId14" Type="http://schemas.openxmlformats.org/officeDocument/2006/relationships/tags" Target="../tags/tag51.xml" /><ns0:Relationship Id="rId22" Type="http://schemas.openxmlformats.org/officeDocument/2006/relationships/slideLayout" Target="../slideLayouts/slideLayout7.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ns0:Relationships xmlns:ns0="http://schemas.openxmlformats.org/package/2006/relationships"><ns0:Relationship Id="rId13" Type="http://schemas.openxmlformats.org/officeDocument/2006/relationships/tags" Target="../tags/tag76.xml" /><ns0:Relationship Id="rId18" Type="http://schemas.openxmlformats.org/officeDocument/2006/relationships/tags" Target="../tags/tag81.xml" /><ns0:Relationship Id="rId26" Type="http://schemas.openxmlformats.org/officeDocument/2006/relationships/tags" Target="../tags/tag89.xml" /><ns0:Relationship Id="rId21" Type="http://schemas.openxmlformats.org/officeDocument/2006/relationships/tags" Target="../tags/tag84.xml" /><ns0:Relationship Id="rId34" Type="http://schemas.openxmlformats.org/officeDocument/2006/relationships/slideLayout" Target="../slideLayouts/slideLayout7.xml" /><ns0:Relationship Id="rId7" Type="http://schemas.openxmlformats.org/officeDocument/2006/relationships/tags" Target="../tags/tag70.xml" /><ns0:Relationship Id="rId12" Type="http://schemas.openxmlformats.org/officeDocument/2006/relationships/tags" Target="../tags/tag75.xml" /><ns0:Relationship Id="rId17" Type="http://schemas.openxmlformats.org/officeDocument/2006/relationships/tags" Target="../tags/tag80.xml" /><ns0:Relationship Id="rId25" Type="http://schemas.openxmlformats.org/officeDocument/2006/relationships/tags" Target="../tags/tag88.xml" /><ns0:Relationship Id="rId33" Type="http://schemas.openxmlformats.org/officeDocument/2006/relationships/tags" Target="../tags/tag96.xml" /><ns0:Relationship Id="rId38" Type="http://schemas.openxmlformats.org/officeDocument/2006/relationships/chart" Target="../charts/chart3.xml" /><ns0:Relationship Id="rId2" Type="http://schemas.openxmlformats.org/officeDocument/2006/relationships/tags" Target="../tags/tag65.xml" /><ns0:Relationship Id="rId16" Type="http://schemas.openxmlformats.org/officeDocument/2006/relationships/tags" Target="../tags/tag79.xml" /><ns0:Relationship Id="rId20" Type="http://schemas.openxmlformats.org/officeDocument/2006/relationships/tags" Target="../tags/tag83.xml" /><ns0:Relationship Id="rId29" Type="http://schemas.openxmlformats.org/officeDocument/2006/relationships/tags" Target="../tags/tag92.xml" /><ns0:Relationship Id="rId1" Type="http://schemas.openxmlformats.org/officeDocument/2006/relationships/tags" Target="../tags/tag64.xml" /><ns0:Relationship Id="rId6" Type="http://schemas.openxmlformats.org/officeDocument/2006/relationships/tags" Target="../tags/tag69.xml" /><ns0:Relationship Id="rId11" Type="http://schemas.openxmlformats.org/officeDocument/2006/relationships/tags" Target="../tags/tag74.xml" /><ns0:Relationship Id="rId24" Type="http://schemas.openxmlformats.org/officeDocument/2006/relationships/tags" Target="../tags/tag87.xml" /><ns0:Relationship Id="rId32" Type="http://schemas.openxmlformats.org/officeDocument/2006/relationships/tags" Target="../tags/tag95.xml" /><ns0:Relationship Id="rId37" Type="http://schemas.openxmlformats.org/officeDocument/2006/relationships/image" Target="../media/image4.emf" /><ns0:Relationship Id="rId5" Type="http://schemas.openxmlformats.org/officeDocument/2006/relationships/tags" Target="../tags/tag68.xml" /><ns0:Relationship Id="rId15" Type="http://schemas.openxmlformats.org/officeDocument/2006/relationships/tags" Target="../tags/tag78.xml" /><ns0:Relationship Id="rId23" Type="http://schemas.openxmlformats.org/officeDocument/2006/relationships/tags" Target="../tags/tag86.xml" /><ns0:Relationship Id="rId28" Type="http://schemas.openxmlformats.org/officeDocument/2006/relationships/tags" Target="../tags/tag91.xml" /><ns0:Relationship Id="rId36" Type="http://schemas.openxmlformats.org/officeDocument/2006/relationships/oleObject" Target="../embeddings/oleObject5.bin" /><ns0:Relationship Id="rId10" Type="http://schemas.openxmlformats.org/officeDocument/2006/relationships/tags" Target="../tags/tag73.xml" /><ns0:Relationship Id="rId19" Type="http://schemas.openxmlformats.org/officeDocument/2006/relationships/tags" Target="../tags/tag82.xml" /><ns0:Relationship Id="rId31" Type="http://schemas.openxmlformats.org/officeDocument/2006/relationships/tags" Target="../tags/tag94.xml" /><ns0:Relationship Id="rId4" Type="http://schemas.openxmlformats.org/officeDocument/2006/relationships/tags" Target="../tags/tag67.xml" /><ns0:Relationship Id="rId9" Type="http://schemas.openxmlformats.org/officeDocument/2006/relationships/tags" Target="../tags/tag72.xml" /><ns0:Relationship Id="rId14" Type="http://schemas.openxmlformats.org/officeDocument/2006/relationships/tags" Target="../tags/tag77.xml" /><ns0:Relationship Id="rId22" Type="http://schemas.openxmlformats.org/officeDocument/2006/relationships/tags" Target="../tags/tag85.xml" /><ns0:Relationship Id="rId27" Type="http://schemas.openxmlformats.org/officeDocument/2006/relationships/tags" Target="../tags/tag90.xml" /><ns0:Relationship Id="rId30" Type="http://schemas.openxmlformats.org/officeDocument/2006/relationships/tags" Target="../tags/tag93.xml" /><ns0:Relationship Id="rId8" Type="http://schemas.openxmlformats.org/officeDocument/2006/relationships/tags" Target="../tags/tag71.xml" /><ns0:Relationship Id="rId3" Type="http://schemas.openxmlformats.org/officeDocument/2006/relationships/tags" Target="../tags/tag66.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ns0:Relationships xmlns:ns0="http://schemas.openxmlformats.org/package/2006/relationships"><ns0:Relationship Id="rId8" Type="http://schemas.openxmlformats.org/officeDocument/2006/relationships/tags" Target="../tags/tag52.xml" /><ns0:Relationship Id="rId13" Type="http://schemas.openxmlformats.org/officeDocument/2006/relationships/tags" Target="../tags/tag53.xml" /><ns0:Relationship Id="rId18" Type="http://schemas.openxmlformats.org/officeDocument/2006/relationships/tags" Target="../tags/tag54.xml" /><ns0:Relationship Id="rId26" Type="http://schemas.openxmlformats.org/officeDocument/2006/relationships/chart" Target="../charts/chart4.xml" /><ns0:Relationship Id="rId3" Type="http://schemas.openxmlformats.org/officeDocument/2006/relationships/tags" Target="../tags/tag55.xml" /><ns0:Relationship Id="rId21" Type="http://schemas.openxmlformats.org/officeDocument/2006/relationships/tags" Target="../tags/tag56.xml" /><ns0:Relationship Id="rId7" Type="http://schemas.openxmlformats.org/officeDocument/2006/relationships/tags" Target="../tags/tag57.xml" /><ns0:Relationship Id="rId12" Type="http://schemas.openxmlformats.org/officeDocument/2006/relationships/tags" Target="../tags/tag58.xml" /><ns0:Relationship Id="rId17" Type="http://schemas.openxmlformats.org/officeDocument/2006/relationships/tags" Target="../tags/tag59.xml" /><ns0:Relationship Id="rId25" Type="http://schemas.openxmlformats.org/officeDocument/2006/relationships/image" Target="../media/image5.emf" /><ns0:Relationship Id="rId2" Type="http://schemas.openxmlformats.org/officeDocument/2006/relationships/tags" Target="../tags/tag60.xml" /><ns0:Relationship Id="rId16" Type="http://schemas.openxmlformats.org/officeDocument/2006/relationships/tags" Target="../tags/tag61.xml" /><ns0:Relationship Id="rId20" Type="http://schemas.openxmlformats.org/officeDocument/2006/relationships/tags" Target="../tags/tag62.xml" /><ns0:Relationship Id="rId1" Type="http://schemas.openxmlformats.org/officeDocument/2006/relationships/tags" Target="../tags/tag63.xml" /><ns0:Relationship Id="rId6" Type="http://schemas.openxmlformats.org/officeDocument/2006/relationships/tags" Target="../tags/tag97.xml" /><ns0:Relationship Id="rId11" Type="http://schemas.openxmlformats.org/officeDocument/2006/relationships/tags" Target="../tags/tag98.xml" /><ns0:Relationship Id="rId24" Type="http://schemas.openxmlformats.org/officeDocument/2006/relationships/oleObject" Target="../embeddings/oleObject2.bin" /><ns0:Relationship Id="rId5" Type="http://schemas.openxmlformats.org/officeDocument/2006/relationships/tags" Target="../tags/tag99.xml" /><ns0:Relationship Id="rId15" Type="http://schemas.openxmlformats.org/officeDocument/2006/relationships/tags" Target="../tags/tag100.xml" /><ns0:Relationship Id="rId10" Type="http://schemas.openxmlformats.org/officeDocument/2006/relationships/tags" Target="../tags/tag101.xml" /><ns0:Relationship Id="rId19" Type="http://schemas.openxmlformats.org/officeDocument/2006/relationships/tags" Target="../tags/tag102.xml" /><ns0:Relationship Id="rId4" Type="http://schemas.openxmlformats.org/officeDocument/2006/relationships/tags" Target="../tags/tag103.xml" /><ns0:Relationship Id="rId9" Type="http://schemas.openxmlformats.org/officeDocument/2006/relationships/tags" Target="../tags/tag104.xml" /><ns0:Relationship Id="rId14" Type="http://schemas.openxmlformats.org/officeDocument/2006/relationships/tags" Target="../tags/tag105.xml" /><ns0:Relationship Id="rId22" Type="http://schemas.openxmlformats.org/officeDocument/2006/relationships/slideLayout" Target="../slideLayouts/slideLayout7.xml" /></ns0:Relationships>
</file>

<file path=ppt/slides/_rels/slide16.xml.rels><?xml version='1.0' encoding='utf-8'?>
<ns0:Relationships xmlns:ns0="http://schemas.openxmlformats.org/package/2006/relationships"><ns0:Relationship Id="rId8" Type="http://schemas.openxmlformats.org/officeDocument/2006/relationships/tags" Target="../tags/tag288.xml" /><ns0:Relationship Id="rId13" Type="http://schemas.openxmlformats.org/officeDocument/2006/relationships/chart" Target="../charts/chart12.xml" /><ns0:Relationship Id="rId3" Type="http://schemas.openxmlformats.org/officeDocument/2006/relationships/tags" Target="../tags/tag283.xml" /><ns0:Relationship Id="rId7" Type="http://schemas.openxmlformats.org/officeDocument/2006/relationships/tags" Target="../tags/tag287.xml" /><ns0:Relationship Id="rId12" Type="http://schemas.openxmlformats.org/officeDocument/2006/relationships/image" Target="../media/image6.emf" /><ns0:Relationship Id="rId2" Type="http://schemas.openxmlformats.org/officeDocument/2006/relationships/tags" Target="../tags/tag282.xml" /><ns0:Relationship Id="rId1" Type="http://schemas.openxmlformats.org/officeDocument/2006/relationships/tags" Target="../tags/tag281.xml" /><ns0:Relationship Id="rId6" Type="http://schemas.openxmlformats.org/officeDocument/2006/relationships/tags" Target="../tags/tag286.xml" /><ns0:Relationship Id="rId11" Type="http://schemas.openxmlformats.org/officeDocument/2006/relationships/oleObject" Target="../embeddings/oleObject10.bin" /><ns0:Relationship Id="rId5" Type="http://schemas.openxmlformats.org/officeDocument/2006/relationships/tags" Target="../tags/tag285.xml" /><ns0:Relationship Id="rId4" Type="http://schemas.openxmlformats.org/officeDocument/2006/relationships/tags" Target="../tags/tag284.xml" /><ns0:Relationship Id="rId9" Type="http://schemas.openxmlformats.org/officeDocument/2006/relationships/slideLayout" Target="../slideLayouts/slideLayout7.xml" /></ns0:Relationships>
</file>

<file path=ppt/slides/_rels/slide17.xml.rels><?xml version='1.0' encoding='utf-8'?>
<ns0:Relationships xmlns:ns0="http://schemas.openxmlformats.org/package/2006/relationships"><ns0:Relationship Id="rId8" Type="http://schemas.openxmlformats.org/officeDocument/2006/relationships/tags" Target="../tags/tag106.xml" /><ns0:Relationship Id="rId13" Type="http://schemas.openxmlformats.org/officeDocument/2006/relationships/tags" Target="../tags/tag107.xml" /><ns0:Relationship Id="rId18" Type="http://schemas.openxmlformats.org/officeDocument/2006/relationships/tags" Target="../tags/tag108.xml" /><ns0:Relationship Id="rId26" Type="http://schemas.openxmlformats.org/officeDocument/2006/relationships/chart" Target="../charts/chart5.xml" /><ns0:Relationship Id="rId3" Type="http://schemas.openxmlformats.org/officeDocument/2006/relationships/tags" Target="../tags/tag109.xml" /><ns0:Relationship Id="rId21" Type="http://schemas.openxmlformats.org/officeDocument/2006/relationships/tags" Target="../tags/tag110.xml" /><ns0:Relationship Id="rId7" Type="http://schemas.openxmlformats.org/officeDocument/2006/relationships/tags" Target="../tags/tag111.xml" /><ns0:Relationship Id="rId12" Type="http://schemas.openxmlformats.org/officeDocument/2006/relationships/tags" Target="../tags/tag112.xml" /><ns0:Relationship Id="rId17" Type="http://schemas.openxmlformats.org/officeDocument/2006/relationships/tags" Target="../tags/tag113.xml" /><ns0:Relationship Id="rId25" Type="http://schemas.openxmlformats.org/officeDocument/2006/relationships/image" Target="../media/image7.emf" /><ns0:Relationship Id="rId2" Type="http://schemas.openxmlformats.org/officeDocument/2006/relationships/tags" Target="../tags/tag114.xml" /><ns0:Relationship Id="rId16" Type="http://schemas.openxmlformats.org/officeDocument/2006/relationships/tags" Target="../tags/tag115.xml" /><ns0:Relationship Id="rId20" Type="http://schemas.openxmlformats.org/officeDocument/2006/relationships/tags" Target="../tags/tag116.xml" /><ns0:Relationship Id="rId1" Type="http://schemas.openxmlformats.org/officeDocument/2006/relationships/tags" Target="../tags/tag117.xml" /><ns0:Relationship Id="rId6" Type="http://schemas.openxmlformats.org/officeDocument/2006/relationships/tags" Target="../tags/tag118.xml" /><ns0:Relationship Id="rId11" Type="http://schemas.openxmlformats.org/officeDocument/2006/relationships/tags" Target="../tags/tag119.xml" /><ns0:Relationship Id="rId24" Type="http://schemas.openxmlformats.org/officeDocument/2006/relationships/oleObject" Target="../embeddings/oleObject4.bin" /><ns0:Relationship Id="rId5" Type="http://schemas.openxmlformats.org/officeDocument/2006/relationships/tags" Target="../tags/tag120.xml" /><ns0:Relationship Id="rId15" Type="http://schemas.openxmlformats.org/officeDocument/2006/relationships/tags" Target="../tags/tag121.xml" /><ns0:Relationship Id="rId10" Type="http://schemas.openxmlformats.org/officeDocument/2006/relationships/tags" Target="../tags/tag122.xml" /><ns0:Relationship Id="rId19" Type="http://schemas.openxmlformats.org/officeDocument/2006/relationships/tags" Target="../tags/tag123.xml" /><ns0:Relationship Id="rId4" Type="http://schemas.openxmlformats.org/officeDocument/2006/relationships/tags" Target="../tags/tag124.xml" /><ns0:Relationship Id="rId9" Type="http://schemas.openxmlformats.org/officeDocument/2006/relationships/tags" Target="../tags/tag125.xml" /><ns0:Relationship Id="rId14" Type="http://schemas.openxmlformats.org/officeDocument/2006/relationships/tags" Target="../tags/tag126.xml" /><ns0:Relationship Id="rId22" Type="http://schemas.openxmlformats.org/officeDocument/2006/relationships/slideLayout" Target="../slideLayouts/slideLayout7.xml" /></ns0:Relationships>
</file>

<file path=ppt/slides/_rels/slide18.xml.rels><?xml version='1.0' encoding='utf-8'?>
<ns0:Relationships xmlns:ns0="http://schemas.openxmlformats.org/package/2006/relationships"><ns0:Relationship Id="rId13" Type="http://schemas.openxmlformats.org/officeDocument/2006/relationships/tags" Target="../tags/tag127.xml" /><ns0:Relationship Id="rId18" Type="http://schemas.openxmlformats.org/officeDocument/2006/relationships/tags" Target="../tags/tag128.xml" /><ns0:Relationship Id="rId26" Type="http://schemas.openxmlformats.org/officeDocument/2006/relationships/tags" Target="../tags/tag129.xml" /><ns0:Relationship Id="rId21" Type="http://schemas.openxmlformats.org/officeDocument/2006/relationships/tags" Target="../tags/tag130.xml" /><ns0:Relationship Id="rId34" Type="http://schemas.openxmlformats.org/officeDocument/2006/relationships/slideLayout" Target="../slideLayouts/slideLayout7.xml" /><ns0:Relationship Id="rId7" Type="http://schemas.openxmlformats.org/officeDocument/2006/relationships/tags" Target="../tags/tag131.xml" /><ns0:Relationship Id="rId12" Type="http://schemas.openxmlformats.org/officeDocument/2006/relationships/tags" Target="../tags/tag132.xml" /><ns0:Relationship Id="rId17" Type="http://schemas.openxmlformats.org/officeDocument/2006/relationships/tags" Target="../tags/tag133.xml" /><ns0:Relationship Id="rId25" Type="http://schemas.openxmlformats.org/officeDocument/2006/relationships/tags" Target="../tags/tag134.xml" /><ns0:Relationship Id="rId33" Type="http://schemas.openxmlformats.org/officeDocument/2006/relationships/tags" Target="../tags/tag135.xml" /><ns0:Relationship Id="rId38" Type="http://schemas.openxmlformats.org/officeDocument/2006/relationships/chart" Target="../charts/chart6.xml" /><ns0:Relationship Id="rId2" Type="http://schemas.openxmlformats.org/officeDocument/2006/relationships/tags" Target="../tags/tag136.xml" /><ns0:Relationship Id="rId16" Type="http://schemas.openxmlformats.org/officeDocument/2006/relationships/tags" Target="../tags/tag137.xml" /><ns0:Relationship Id="rId20" Type="http://schemas.openxmlformats.org/officeDocument/2006/relationships/tags" Target="../tags/tag138.xml" /><ns0:Relationship Id="rId29" Type="http://schemas.openxmlformats.org/officeDocument/2006/relationships/tags" Target="../tags/tag139.xml" /><ns0:Relationship Id="rId1" Type="http://schemas.openxmlformats.org/officeDocument/2006/relationships/tags" Target="../tags/tag140.xml" /><ns0:Relationship Id="rId6" Type="http://schemas.openxmlformats.org/officeDocument/2006/relationships/tags" Target="../tags/tag141.xml" /><ns0:Relationship Id="rId11" Type="http://schemas.openxmlformats.org/officeDocument/2006/relationships/tags" Target="../tags/tag142.xml" /><ns0:Relationship Id="rId24" Type="http://schemas.openxmlformats.org/officeDocument/2006/relationships/tags" Target="../tags/tag143.xml" /><ns0:Relationship Id="rId32" Type="http://schemas.openxmlformats.org/officeDocument/2006/relationships/tags" Target="../tags/tag144.xml" /><ns0:Relationship Id="rId37" Type="http://schemas.openxmlformats.org/officeDocument/2006/relationships/image" Target="../media/image8.emf" /><ns0:Relationship Id="rId5" Type="http://schemas.openxmlformats.org/officeDocument/2006/relationships/tags" Target="../tags/tag145.xml" /><ns0:Relationship Id="rId15" Type="http://schemas.openxmlformats.org/officeDocument/2006/relationships/tags" Target="../tags/tag146.xml" /><ns0:Relationship Id="rId23" Type="http://schemas.openxmlformats.org/officeDocument/2006/relationships/tags" Target="../tags/tag147.xml" /><ns0:Relationship Id="rId28" Type="http://schemas.openxmlformats.org/officeDocument/2006/relationships/tags" Target="../tags/tag148.xml" /><ns0:Relationship Id="rId36" Type="http://schemas.openxmlformats.org/officeDocument/2006/relationships/oleObject" Target="../embeddings/oleObject6.bin" /><ns0:Relationship Id="rId10" Type="http://schemas.openxmlformats.org/officeDocument/2006/relationships/tags" Target="../tags/tag149.xml" /><ns0:Relationship Id="rId19" Type="http://schemas.openxmlformats.org/officeDocument/2006/relationships/tags" Target="../tags/tag150.xml" /><ns0:Relationship Id="rId31" Type="http://schemas.openxmlformats.org/officeDocument/2006/relationships/tags" Target="../tags/tag151.xml" /><ns0:Relationship Id="rId4" Type="http://schemas.openxmlformats.org/officeDocument/2006/relationships/tags" Target="../tags/tag152.xml" /><ns0:Relationship Id="rId9" Type="http://schemas.openxmlformats.org/officeDocument/2006/relationships/tags" Target="../tags/tag153.xml" /><ns0:Relationship Id="rId14" Type="http://schemas.openxmlformats.org/officeDocument/2006/relationships/tags" Target="../tags/tag154.xml" /><ns0:Relationship Id="rId22" Type="http://schemas.openxmlformats.org/officeDocument/2006/relationships/tags" Target="../tags/tag155.xml" /><ns0:Relationship Id="rId27" Type="http://schemas.openxmlformats.org/officeDocument/2006/relationships/tags" Target="../tags/tag156.xml" /><ns0:Relationship Id="rId30" Type="http://schemas.openxmlformats.org/officeDocument/2006/relationships/tags" Target="../tags/tag157.xml" /><ns0:Relationship Id="rId8" Type="http://schemas.openxmlformats.org/officeDocument/2006/relationships/tags" Target="../tags/tag158.xml" /><ns0:Relationship Id="rId3" Type="http://schemas.openxmlformats.org/officeDocument/2006/relationships/tags" Target="../tags/tag159.xml" /></ns0:Relationships>
</file>

<file path=ppt/slides/_rels/slide19.xml.rels><?xml version='1.0' encoding='utf-8'?>
<ns0:Relationships xmlns:ns0="http://schemas.openxmlformats.org/package/2006/relationships"><ns0:Relationship Id="rId13" Type="http://schemas.openxmlformats.org/officeDocument/2006/relationships/tags" Target="../tags/tag160.xml" /><ns0:Relationship Id="rId18" Type="http://schemas.openxmlformats.org/officeDocument/2006/relationships/tags" Target="../tags/tag161.xml" /><ns0:Relationship Id="rId26" Type="http://schemas.openxmlformats.org/officeDocument/2006/relationships/tags" Target="../tags/tag162.xml" /><ns0:Relationship Id="rId21" Type="http://schemas.openxmlformats.org/officeDocument/2006/relationships/tags" Target="../tags/tag163.xml" /><ns0:Relationship Id="rId34" Type="http://schemas.openxmlformats.org/officeDocument/2006/relationships/slideLayout" Target="../slideLayouts/slideLayout7.xml" /><ns0:Relationship Id="rId7" Type="http://schemas.openxmlformats.org/officeDocument/2006/relationships/tags" Target="../tags/tag164.xml" /><ns0:Relationship Id="rId12" Type="http://schemas.openxmlformats.org/officeDocument/2006/relationships/tags" Target="../tags/tag165.xml" /><ns0:Relationship Id="rId17" Type="http://schemas.openxmlformats.org/officeDocument/2006/relationships/tags" Target="../tags/tag166.xml" /><ns0:Relationship Id="rId25" Type="http://schemas.openxmlformats.org/officeDocument/2006/relationships/tags" Target="../tags/tag167.xml" /><ns0:Relationship Id="rId33" Type="http://schemas.openxmlformats.org/officeDocument/2006/relationships/tags" Target="../tags/tag168.xml" /><ns0:Relationship Id="rId38" Type="http://schemas.openxmlformats.org/officeDocument/2006/relationships/chart" Target="../charts/chart7.xml" /><ns0:Relationship Id="rId2" Type="http://schemas.openxmlformats.org/officeDocument/2006/relationships/tags" Target="../tags/tag169.xml" /><ns0:Relationship Id="rId16" Type="http://schemas.openxmlformats.org/officeDocument/2006/relationships/tags" Target="../tags/tag170.xml" /><ns0:Relationship Id="rId20" Type="http://schemas.openxmlformats.org/officeDocument/2006/relationships/tags" Target="../tags/tag171.xml" /><ns0:Relationship Id="rId29" Type="http://schemas.openxmlformats.org/officeDocument/2006/relationships/tags" Target="../tags/tag172.xml" /><ns0:Relationship Id="rId1" Type="http://schemas.openxmlformats.org/officeDocument/2006/relationships/tags" Target="../tags/tag173.xml" /><ns0:Relationship Id="rId6" Type="http://schemas.openxmlformats.org/officeDocument/2006/relationships/tags" Target="../tags/tag174.xml" /><ns0:Relationship Id="rId11" Type="http://schemas.openxmlformats.org/officeDocument/2006/relationships/tags" Target="../tags/tag175.xml" /><ns0:Relationship Id="rId24" Type="http://schemas.openxmlformats.org/officeDocument/2006/relationships/tags" Target="../tags/tag176.xml" /><ns0:Relationship Id="rId32" Type="http://schemas.openxmlformats.org/officeDocument/2006/relationships/tags" Target="../tags/tag177.xml" /><ns0:Relationship Id="rId37" Type="http://schemas.openxmlformats.org/officeDocument/2006/relationships/image" Target="../media/image9.emf" /><ns0:Relationship Id="rId5" Type="http://schemas.openxmlformats.org/officeDocument/2006/relationships/tags" Target="../tags/tag178.xml" /><ns0:Relationship Id="rId15" Type="http://schemas.openxmlformats.org/officeDocument/2006/relationships/tags" Target="../tags/tag179.xml" /><ns0:Relationship Id="rId23" Type="http://schemas.openxmlformats.org/officeDocument/2006/relationships/tags" Target="../tags/tag180.xml" /><ns0:Relationship Id="rId28" Type="http://schemas.openxmlformats.org/officeDocument/2006/relationships/tags" Target="../tags/tag181.xml" /><ns0:Relationship Id="rId36" Type="http://schemas.openxmlformats.org/officeDocument/2006/relationships/oleObject" Target="../embeddings/oleObject7.bin" /><ns0:Relationship Id="rId10" Type="http://schemas.openxmlformats.org/officeDocument/2006/relationships/tags" Target="../tags/tag182.xml" /><ns0:Relationship Id="rId19" Type="http://schemas.openxmlformats.org/officeDocument/2006/relationships/tags" Target="../tags/tag183.xml" /><ns0:Relationship Id="rId31" Type="http://schemas.openxmlformats.org/officeDocument/2006/relationships/tags" Target="../tags/tag184.xml" /><ns0:Relationship Id="rId4" Type="http://schemas.openxmlformats.org/officeDocument/2006/relationships/tags" Target="../tags/tag185.xml" /><ns0:Relationship Id="rId9" Type="http://schemas.openxmlformats.org/officeDocument/2006/relationships/tags" Target="../tags/tag186.xml" /><ns0:Relationship Id="rId14" Type="http://schemas.openxmlformats.org/officeDocument/2006/relationships/tags" Target="../tags/tag187.xml" /><ns0:Relationship Id="rId22" Type="http://schemas.openxmlformats.org/officeDocument/2006/relationships/tags" Target="../tags/tag188.xml" /><ns0:Relationship Id="rId27" Type="http://schemas.openxmlformats.org/officeDocument/2006/relationships/tags" Target="../tags/tag189.xml" /><ns0:Relationship Id="rId30" Type="http://schemas.openxmlformats.org/officeDocument/2006/relationships/tags" Target="../tags/tag190.xml" /><ns0:Relationship Id="rId8" Type="http://schemas.openxmlformats.org/officeDocument/2006/relationships/tags" Target="../tags/tag191.xml" /><ns0:Relationship Id="rId3" Type="http://schemas.openxmlformats.org/officeDocument/2006/relationships/tags" Target="../tags/tag19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ns0:Relationships xmlns:ns0="http://schemas.openxmlformats.org/package/2006/relationships"><ns0:Relationship Id="rId13" Type="http://schemas.openxmlformats.org/officeDocument/2006/relationships/tags" Target="../tags/tag193.xml" /><ns0:Relationship Id="rId18" Type="http://schemas.openxmlformats.org/officeDocument/2006/relationships/tags" Target="../tags/tag194.xml" /><ns0:Relationship Id="rId26" Type="http://schemas.openxmlformats.org/officeDocument/2006/relationships/tags" Target="../tags/tag195.xml" /><ns0:Relationship Id="rId21" Type="http://schemas.openxmlformats.org/officeDocument/2006/relationships/tags" Target="../tags/tag196.xml" /><ns0:Relationship Id="rId34" Type="http://schemas.openxmlformats.org/officeDocument/2006/relationships/slideLayout" Target="../slideLayouts/slideLayout7.xml" /><ns0:Relationship Id="rId7" Type="http://schemas.openxmlformats.org/officeDocument/2006/relationships/tags" Target="../tags/tag197.xml" /><ns0:Relationship Id="rId12" Type="http://schemas.openxmlformats.org/officeDocument/2006/relationships/tags" Target="../tags/tag198.xml" /><ns0:Relationship Id="rId17" Type="http://schemas.openxmlformats.org/officeDocument/2006/relationships/tags" Target="../tags/tag199.xml" /><ns0:Relationship Id="rId25" Type="http://schemas.openxmlformats.org/officeDocument/2006/relationships/tags" Target="../tags/tag200.xml" /><ns0:Relationship Id="rId33" Type="http://schemas.openxmlformats.org/officeDocument/2006/relationships/tags" Target="../tags/tag201.xml" /><ns0:Relationship Id="rId38" Type="http://schemas.openxmlformats.org/officeDocument/2006/relationships/chart" Target="../charts/chart8.xml" /><ns0:Relationship Id="rId2" Type="http://schemas.openxmlformats.org/officeDocument/2006/relationships/tags" Target="../tags/tag202.xml" /><ns0:Relationship Id="rId16" Type="http://schemas.openxmlformats.org/officeDocument/2006/relationships/tags" Target="../tags/tag203.xml" /><ns0:Relationship Id="rId20" Type="http://schemas.openxmlformats.org/officeDocument/2006/relationships/tags" Target="../tags/tag204.xml" /><ns0:Relationship Id="rId29" Type="http://schemas.openxmlformats.org/officeDocument/2006/relationships/tags" Target="../tags/tag205.xml" /><ns0:Relationship Id="rId1" Type="http://schemas.openxmlformats.org/officeDocument/2006/relationships/tags" Target="../tags/tag206.xml" /><ns0:Relationship Id="rId6" Type="http://schemas.openxmlformats.org/officeDocument/2006/relationships/tags" Target="../tags/tag207.xml" /><ns0:Relationship Id="rId11" Type="http://schemas.openxmlformats.org/officeDocument/2006/relationships/tags" Target="../tags/tag208.xml" /><ns0:Relationship Id="rId24" Type="http://schemas.openxmlformats.org/officeDocument/2006/relationships/tags" Target="../tags/tag209.xml" /><ns0:Relationship Id="rId32" Type="http://schemas.openxmlformats.org/officeDocument/2006/relationships/tags" Target="../tags/tag210.xml" /><ns0:Relationship Id="rId37" Type="http://schemas.openxmlformats.org/officeDocument/2006/relationships/image" Target="../media/image10.emf" /><ns0:Relationship Id="rId5" Type="http://schemas.openxmlformats.org/officeDocument/2006/relationships/tags" Target="../tags/tag211.xml" /><ns0:Relationship Id="rId15" Type="http://schemas.openxmlformats.org/officeDocument/2006/relationships/tags" Target="../tags/tag212.xml" /><ns0:Relationship Id="rId23" Type="http://schemas.openxmlformats.org/officeDocument/2006/relationships/tags" Target="../tags/tag213.xml" /><ns0:Relationship Id="rId28" Type="http://schemas.openxmlformats.org/officeDocument/2006/relationships/tags" Target="../tags/tag214.xml" /><ns0:Relationship Id="rId36" Type="http://schemas.openxmlformats.org/officeDocument/2006/relationships/oleObject" Target="../embeddings/oleObject9.bin" /><ns0:Relationship Id="rId10" Type="http://schemas.openxmlformats.org/officeDocument/2006/relationships/tags" Target="../tags/tag215.xml" /><ns0:Relationship Id="rId19" Type="http://schemas.openxmlformats.org/officeDocument/2006/relationships/tags" Target="../tags/tag216.xml" /><ns0:Relationship Id="rId31" Type="http://schemas.openxmlformats.org/officeDocument/2006/relationships/tags" Target="../tags/tag217.xml" /><ns0:Relationship Id="rId4" Type="http://schemas.openxmlformats.org/officeDocument/2006/relationships/tags" Target="../tags/tag218.xml" /><ns0:Relationship Id="rId9" Type="http://schemas.openxmlformats.org/officeDocument/2006/relationships/tags" Target="../tags/tag219.xml" /><ns0:Relationship Id="rId14" Type="http://schemas.openxmlformats.org/officeDocument/2006/relationships/tags" Target="../tags/tag220.xml" /><ns0:Relationship Id="rId22" Type="http://schemas.openxmlformats.org/officeDocument/2006/relationships/tags" Target="../tags/tag221.xml" /><ns0:Relationship Id="rId27" Type="http://schemas.openxmlformats.org/officeDocument/2006/relationships/tags" Target="../tags/tag222.xml" /><ns0:Relationship Id="rId30" Type="http://schemas.openxmlformats.org/officeDocument/2006/relationships/tags" Target="../tags/tag223.xml" /><ns0:Relationship Id="rId8" Type="http://schemas.openxmlformats.org/officeDocument/2006/relationships/tags" Target="../tags/tag224.xml" /><ns0:Relationship Id="rId3" Type="http://schemas.openxmlformats.org/officeDocument/2006/relationships/tags" Target="../tags/tag225.xml" /></ns0:Relationships>
</file>

<file path=ppt/slides/_rels/slide22.xml.rels><?xml version='1.0' encoding='utf-8'?>
<ns0:Relationships xmlns:ns0="http://schemas.openxmlformats.org/package/2006/relationships"><ns0:Relationship Id="rId8" Type="http://schemas.openxmlformats.org/officeDocument/2006/relationships/tags" Target="../tags/tag226.xml" /><ns0:Relationship Id="rId13" Type="http://schemas.openxmlformats.org/officeDocument/2006/relationships/tags" Target="../tags/tag227.xml" /><ns0:Relationship Id="rId18" Type="http://schemas.openxmlformats.org/officeDocument/2006/relationships/tags" Target="../tags/tag228.xml" /><ns0:Relationship Id="rId26" Type="http://schemas.openxmlformats.org/officeDocument/2006/relationships/chart" Target="../charts/chart10.xml" /><ns0:Relationship Id="rId3" Type="http://schemas.openxmlformats.org/officeDocument/2006/relationships/tags" Target="../tags/tag229.xml" /><ns0:Relationship Id="rId21" Type="http://schemas.openxmlformats.org/officeDocument/2006/relationships/tags" Target="../tags/tag230.xml" /><ns0:Relationship Id="rId7" Type="http://schemas.openxmlformats.org/officeDocument/2006/relationships/tags" Target="../tags/tag231.xml" /><ns0:Relationship Id="rId12" Type="http://schemas.openxmlformats.org/officeDocument/2006/relationships/tags" Target="../tags/tag232.xml" /><ns0:Relationship Id="rId17" Type="http://schemas.openxmlformats.org/officeDocument/2006/relationships/tags" Target="../tags/tag233.xml" /><ns0:Relationship Id="rId25" Type="http://schemas.openxmlformats.org/officeDocument/2006/relationships/image" Target="../media/image11.emf" /><ns0:Relationship Id="rId2" Type="http://schemas.openxmlformats.org/officeDocument/2006/relationships/tags" Target="../tags/tag234.xml" /><ns0:Relationship Id="rId16" Type="http://schemas.openxmlformats.org/officeDocument/2006/relationships/tags" Target="../tags/tag235.xml" /><ns0:Relationship Id="rId20" Type="http://schemas.openxmlformats.org/officeDocument/2006/relationships/tags" Target="../tags/tag236.xml" /><ns0:Relationship Id="rId1" Type="http://schemas.openxmlformats.org/officeDocument/2006/relationships/tags" Target="../tags/tag237.xml" /><ns0:Relationship Id="rId6" Type="http://schemas.openxmlformats.org/officeDocument/2006/relationships/tags" Target="../tags/tag238.xml" /><ns0:Relationship Id="rId11" Type="http://schemas.openxmlformats.org/officeDocument/2006/relationships/tags" Target="../tags/tag239.xml" /><ns0:Relationship Id="rId24" Type="http://schemas.openxmlformats.org/officeDocument/2006/relationships/oleObject" Target="../embeddings/oleObject11.bin" /><ns0:Relationship Id="rId5" Type="http://schemas.openxmlformats.org/officeDocument/2006/relationships/tags" Target="../tags/tag240.xml" /><ns0:Relationship Id="rId15" Type="http://schemas.openxmlformats.org/officeDocument/2006/relationships/tags" Target="../tags/tag241.xml" /><ns0:Relationship Id="rId10" Type="http://schemas.openxmlformats.org/officeDocument/2006/relationships/tags" Target="../tags/tag263.xml" /><ns0:Relationship Id="rId19" Type="http://schemas.openxmlformats.org/officeDocument/2006/relationships/tags" Target="../tags/tag264.xml" /><ns0:Relationship Id="rId4" Type="http://schemas.openxmlformats.org/officeDocument/2006/relationships/tags" Target="../tags/tag265.xml" /><ns0:Relationship Id="rId9" Type="http://schemas.openxmlformats.org/officeDocument/2006/relationships/tags" Target="../tags/tag266.xml" /><ns0:Relationship Id="rId14" Type="http://schemas.openxmlformats.org/officeDocument/2006/relationships/tags" Target="../tags/tag267.xml" /><ns0:Relationship Id="rId22" Type="http://schemas.openxmlformats.org/officeDocument/2006/relationships/slideLayout" Target="../slideLayouts/slideLayout7.xml" /></ns0: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ns0:Relationships xmlns:ns0="http://schemas.openxmlformats.org/package/2006/relationships"><ns0:Relationship Id="rId13" Type="http://schemas.openxmlformats.org/officeDocument/2006/relationships/tags" Target="../tags/tag268.xml" /><ns0:Relationship Id="rId18" Type="http://schemas.openxmlformats.org/officeDocument/2006/relationships/tags" Target="../tags/tag269.xml" /><ns0:Relationship Id="rId26" Type="http://schemas.openxmlformats.org/officeDocument/2006/relationships/tags" Target="../tags/tag270.xml" /><ns0:Relationship Id="rId21" Type="http://schemas.openxmlformats.org/officeDocument/2006/relationships/tags" Target="../tags/tag271.xml" /><ns0:Relationship Id="rId34" Type="http://schemas.openxmlformats.org/officeDocument/2006/relationships/slideLayout" Target="../slideLayouts/slideLayout7.xml" /><ns0:Relationship Id="rId7" Type="http://schemas.openxmlformats.org/officeDocument/2006/relationships/tags" Target="../tags/tag272.xml" /><ns0:Relationship Id="rId12" Type="http://schemas.openxmlformats.org/officeDocument/2006/relationships/tags" Target="../tags/tag273.xml" /><ns0:Relationship Id="rId17" Type="http://schemas.openxmlformats.org/officeDocument/2006/relationships/tags" Target="../tags/tag274.xml" /><ns0:Relationship Id="rId25" Type="http://schemas.openxmlformats.org/officeDocument/2006/relationships/tags" Target="../tags/tag275.xml" /><ns0:Relationship Id="rId33" Type="http://schemas.openxmlformats.org/officeDocument/2006/relationships/tags" Target="../tags/tag276.xml" /><ns0:Relationship Id="rId38" Type="http://schemas.openxmlformats.org/officeDocument/2006/relationships/chart" Target="../charts/chart11.xml" /><ns0:Relationship Id="rId2" Type="http://schemas.openxmlformats.org/officeDocument/2006/relationships/tags" Target="../tags/tag277.xml" /><ns0:Relationship Id="rId16" Type="http://schemas.openxmlformats.org/officeDocument/2006/relationships/tags" Target="../tags/tag278.xml" /><ns0:Relationship Id="rId20" Type="http://schemas.openxmlformats.org/officeDocument/2006/relationships/tags" Target="../tags/tag279.xml" /><ns0:Relationship Id="rId29" Type="http://schemas.openxmlformats.org/officeDocument/2006/relationships/tags" Target="../tags/tag280.xml" /><ns0:Relationship Id="rId1" Type="http://schemas.openxmlformats.org/officeDocument/2006/relationships/tags" Target="../tags/tag289.xml" /><ns0:Relationship Id="rId6" Type="http://schemas.openxmlformats.org/officeDocument/2006/relationships/tags" Target="../tags/tag290.xml" /><ns0:Relationship Id="rId11" Type="http://schemas.openxmlformats.org/officeDocument/2006/relationships/tags" Target="../tags/tag291.xml" /><ns0:Relationship Id="rId24" Type="http://schemas.openxmlformats.org/officeDocument/2006/relationships/tags" Target="../tags/tag292.xml" /><ns0:Relationship Id="rId32" Type="http://schemas.openxmlformats.org/officeDocument/2006/relationships/tags" Target="../tags/tag293.xml" /><ns0:Relationship Id="rId37" Type="http://schemas.openxmlformats.org/officeDocument/2006/relationships/image" Target="../media/image12.emf" /><ns0:Relationship Id="rId5" Type="http://schemas.openxmlformats.org/officeDocument/2006/relationships/tags" Target="../tags/tag294.xml" /><ns0:Relationship Id="rId15" Type="http://schemas.openxmlformats.org/officeDocument/2006/relationships/tags" Target="../tags/tag295.xml" /><ns0:Relationship Id="rId23" Type="http://schemas.openxmlformats.org/officeDocument/2006/relationships/tags" Target="../tags/tag296.xml" /><ns0:Relationship Id="rId28" Type="http://schemas.openxmlformats.org/officeDocument/2006/relationships/tags" Target="../tags/tag297.xml" /><ns0:Relationship Id="rId36" Type="http://schemas.openxmlformats.org/officeDocument/2006/relationships/oleObject" Target="../embeddings/oleObject12.bin" /><ns0:Relationship Id="rId10" Type="http://schemas.openxmlformats.org/officeDocument/2006/relationships/tags" Target="../tags/tag298.xml" /><ns0:Relationship Id="rId19" Type="http://schemas.openxmlformats.org/officeDocument/2006/relationships/tags" Target="../tags/tag299.xml" /><ns0:Relationship Id="rId31" Type="http://schemas.openxmlformats.org/officeDocument/2006/relationships/tags" Target="../tags/tag300.xml" /><ns0:Relationship Id="rId4" Type="http://schemas.openxmlformats.org/officeDocument/2006/relationships/tags" Target="../tags/tag301.xml" /><ns0:Relationship Id="rId9" Type="http://schemas.openxmlformats.org/officeDocument/2006/relationships/tags" Target="../tags/tag302.xml" /><ns0:Relationship Id="rId14" Type="http://schemas.openxmlformats.org/officeDocument/2006/relationships/tags" Target="../tags/tag303.xml" /><ns0:Relationship Id="rId22" Type="http://schemas.openxmlformats.org/officeDocument/2006/relationships/tags" Target="../tags/tag304.xml" /><ns0:Relationship Id="rId27" Type="http://schemas.openxmlformats.org/officeDocument/2006/relationships/tags" Target="../tags/tag305.xml" /><ns0:Relationship Id="rId30" Type="http://schemas.openxmlformats.org/officeDocument/2006/relationships/tags" Target="../tags/tag306.xml" /><ns0:Relationship Id="rId8" Type="http://schemas.openxmlformats.org/officeDocument/2006/relationships/tags" Target="../tags/tag307.xml" /><ns0:Relationship Id="rId3" Type="http://schemas.openxmlformats.org/officeDocument/2006/relationships/tags" Target="../tags/tag308.xml" /></ns0: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rPr>
                <a:solidFill>
                  <a:srgbClr val="1A1D31"/>
                </a:solidFill>
              </a:rPr>
              <a:t>LAND review</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rPr>
                <a:solidFill>
                  <a:srgbClr val="1A1D31"/>
                </a:solidFill>
              </a:rPr>
              <a:t/>
            </a:r>
          </a:p>
        </p:txBody>
      </p:sp>
      <p:sp>
        <p:nvSpPr>
          <p:cNvPr id="5" name="tcfield_S01_DirectorName"/>
          <p:cNvSpPr txBox="1"/>
          <p:nvPr/>
        </p:nvSpPr>
        <p:spPr>
          <a:xfrm>
            <a:off x="650000" y="1000000"/>
            <a:ext cx="8000000" cy="430000"/>
          </a:xfrm>
          <a:prstGeom prst="rect">
            <a:avLst/>
          </a:prstGeom>
          <a:noFill/>
          <a:ln>
            <a:noFill/>
          </a:ln>
        </p:spPr>
        <p:txBody>
          <a:bodyPr wrap="square" rtlCol="0">
            <a:spAutoFit/>
          </a:bodyPr>
          <a:lstStyle/>
          <a:p>
            <a:fld id="{EA036DDE-B668-4A44-BDDC-2D5DD9DA1D9A}"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1_DirectorName&lt;/m_strName&gt;&lt;/PersistentType&gt;&lt;/root&gt;">
              <a:rPr lang="en-US" sz="1800">
                <a:solidFill>
                  <a:srgbClr val="083EA7"/>
                </a:solidFill>
              </a:rPr>
              <a:t>&lt;S01_DirectorName&gt;</a:t>
            </a:fld>
            <a:endParaRPr lang="en-US" sz="1800"/>
          </a:p>
        </p:txBody>
      </p:sp>
      <p:sp>
        <p:nvSpPr>
          <p:cNvPr id="6" name="tcfield_S01_Period"/>
          <p:cNvSpPr txBox="1"/>
          <p:nvPr/>
        </p:nvSpPr>
        <p:spPr>
          <a:xfrm>
            <a:off x="650000" y="1520000"/>
            <a:ext cx="8000000" cy="430000"/>
          </a:xfrm>
          <a:prstGeom prst="rect">
            <a:avLst/>
          </a:prstGeom>
          <a:noFill/>
          <a:ln>
            <a:noFill/>
          </a:ln>
        </p:spPr>
        <p:txBody>
          <a:bodyPr wrap="square" rtlCol="0">
            <a:spAutoFit/>
          </a:bodyPr>
          <a:lstStyle/>
          <a:p>
            <a:fld id="{0960BCF5-11D3-4AF0-98E1-A04BFB3F42BB}"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1_Period&lt;/m_strName&gt;&lt;/PersistentType&gt;&lt;/root&gt;">
              <a:rPr lang="en-US" sz="1800">
                <a:solidFill>
                  <a:srgbClr val="083EA7"/>
                </a:solidFill>
              </a:rPr>
              <a:t>&lt;S01_Period&gt;</a:t>
            </a:fld>
            <a:endParaRPr lang="en-US" sz="1800"/>
          </a:p>
        </p:txBody>
      </p:sp>
      <p:sp>
        <p:nvSpPr>
          <p:cNvPr id="7" name="tcfield_S01_ScopeLabel"/>
          <p:cNvSpPr txBox="1"/>
          <p:nvPr/>
        </p:nvSpPr>
        <p:spPr>
          <a:xfrm>
            <a:off x="650000" y="2040000"/>
            <a:ext cx="8000000" cy="430000"/>
          </a:xfrm>
          <a:prstGeom prst="rect">
            <a:avLst/>
          </a:prstGeom>
          <a:noFill/>
          <a:ln>
            <a:noFill/>
          </a:ln>
        </p:spPr>
        <p:txBody>
          <a:bodyPr wrap="square" rtlCol="0">
            <a:spAutoFit/>
          </a:bodyPr>
          <a:lstStyle/>
          <a:p>
            <a:fld id="{ED6A94CB-64C2-4F9E-B00D-08F32A0147B1}"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1_ScopeLabel&lt;/m_strName&gt;&lt;/PersistentType&gt;&lt;/root&gt;">
              <a:rPr lang="en-US" sz="1800">
                <a:solidFill>
                  <a:srgbClr val="083EA7"/>
                </a:solidFill>
              </a:rPr>
              <a:t>&lt;S01_ScopeLabel&gt;</a:t>
            </a:fld>
            <a:endParaRPr lang="en-US" sz="18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Highlights and risks —</a:t>
            </a:r>
          </a:p>
        </p:txBody>
      </p:sp>
      <p:sp>
        <p:nvSpPr>
          <p:cNvPr id="4" name="Content Placeholder 3"/>
          <p:cNvSpPr>
            <a:spLocks noGrp="1"/>
          </p:cNvSpPr>
          <p:nvPr>
            <p:ph idx="55" sz="quarter"/>
          </p:nvPr>
        </p:nvSpPr>
        <p:spPr/>
        <p:txBody>
          <a:bodyPr/>
          <a:lstStyle/>
          <a:p/>
        </p:txBody>
      </p:sp>
      <p:sp>
        <p:nvSpPr>
          <p:cNvPr id="5" name="Text Placeholder 4"/>
          <p:cNvSpPr>
            <a:spLocks noGrp="1"/>
          </p:cNvSpPr>
          <p:nvPr>
            <p:ph type="body" idx="56" sz="quarter"/>
          </p:nvPr>
        </p:nvSpPr>
        <p:spPr/>
        <p:txBody>
          <a:bodyPr/>
          <a:lstStyle/>
          <a:p/>
        </p:txBody>
      </p:sp>
      <p:sp>
        <p:nvSpPr>
          <p:cNvPr id="6" name="Text Placeholder 5"/>
          <p:cNvSpPr>
            <a:spLocks noGrp="1"/>
          </p:cNvSpPr>
          <p:nvPr>
            <p:ph type="body" idx="61" sz="quarter"/>
          </p:nvPr>
        </p:nvSpPr>
        <p:spPr/>
        <p:txBody>
          <a:bodyPr/>
          <a:lstStyle/>
          <a:p/>
        </p:txBody>
      </p:sp>
      <p:sp>
        <p:nvSpPr>
          <p:cNvPr id="7" name="Text Placeholder 6"/>
          <p:cNvSpPr>
            <a:spLocks noGrp="1"/>
          </p:cNvSpPr>
          <p:nvPr>
            <p:ph type="body" idx="62" sz="quarter"/>
          </p:nvPr>
        </p:nvSpPr>
        <p:spPr/>
        <p:txBody>
          <a:bodyPr/>
          <a:lstStyle/>
          <a:p/>
        </p:txBody>
      </p:sp>
      <p:sp>
        <p:nvSpPr>
          <p:cNvPr id="8" name="Text Placeholder 7"/>
          <p:cNvSpPr>
            <a:spLocks noGrp="1"/>
          </p:cNvSpPr>
          <p:nvPr>
            <p:ph type="body" idx="144" sz="quarter"/>
          </p:nvPr>
        </p:nvSpPr>
        <p:spPr/>
        <p:txBody>
          <a:bodyPr/>
          <a:lstStyle/>
          <a:p>
            <a:r>
              <a:rPr>
                <a:solidFill>
                  <a:srgbClr val="1A1D31"/>
                </a:solidFill>
              </a:rPr>
              <a:t>Exec summary</a:t>
            </a:r>
          </a:p>
        </p:txBody>
      </p:sp>
      <p:sp>
        <p:nvSpPr>
          <p:cNvPr id="9" name="Text Placeholder 8"/>
          <p:cNvSpPr>
            <a:spLocks noGrp="1"/>
          </p:cNvSpPr>
          <p:nvPr>
            <p:ph type="body" idx="145" sz="quarter"/>
          </p:nvPr>
        </p:nvSpPr>
        <p:spPr/>
        <p:txBody>
          <a:bodyPr/>
          <a:lstStyle/>
          <a:p/>
        </p:txBody>
      </p:sp>
      <p:sp>
        <p:nvSpPr>
          <p:cNvPr id="10" name="Rectangle 9"/>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[Exec summary — manual paste for Phase 1]</a:t>
            </a:r>
          </a:p>
          <a:p>
            <a:r>
              <a:rPr sz="1100" b="0">
                <a:solidFill>
                  <a:srgbClr val="1A1D31"/>
                </a:solidFill>
                <a:latin typeface="Arial"/>
              </a:rPr>
              <a:t>Source: state/&lt;period&gt;/&lt;director&gt;/trends.json</a:t>
            </a:r>
          </a:p>
          <a:p>
            <a:r>
              <a:rPr sz="1100" b="0">
                <a:solidFill>
                  <a:srgbClr val="1A1D31"/>
                </a:solidFill>
                <a:latin typeface="Arial"/>
              </a:rPr>
              <a:t>  highlights[] (each: claim + rule_id)</a:t>
            </a:r>
          </a:p>
          <a:p>
            <a:r>
              <a:rPr sz="1100" b="0">
                <a:solidFill>
                  <a:srgbClr val="1A1D31"/>
                </a:solidFill>
                <a:latin typeface="Arial"/>
              </a:rPr>
              <a:t>  risks[]      (each: claim + rule_id)</a:t>
            </a:r>
          </a:p>
          <a:p>
            <a:r>
              <a:rPr sz="1100" b="0">
                <a:solidFill>
                  <a:srgbClr val="1A1D31"/>
                </a:solidFill>
                <a:latin typeface="Arial"/>
              </a:rPr>
              <a:t>Phase 1: copy/paste from state/&lt;period&gt;/&lt;director&gt;/brief.md</a:t>
            </a:r>
          </a:p>
          <a:p>
            <a:r>
              <a:rPr sz="1100" b="0">
                <a:solidFill>
                  <a:srgbClr val="1A1D31"/>
                </a:solidFill>
                <a:latin typeface="Arial"/>
              </a:rPr>
              <a:t>  '## Highlights' bullets into the LEFT content column</a:t>
            </a:r>
          </a:p>
          <a:p>
            <a:r>
              <a:rPr sz="1100" b="0">
                <a:solidFill>
                  <a:srgbClr val="1A1D31"/>
                </a:solidFill>
                <a:latin typeface="Arial"/>
              </a:rPr>
              <a:t>  '## Risks' bullets into the RIGHT content column.</a:t>
            </a:r>
          </a:p>
          <a:p>
            <a:r>
              <a:rPr sz="1100" b="0">
                <a:solidFill>
                  <a:srgbClr val="1A1D31"/>
                </a:solidFill>
                <a:latin typeface="Arial"/>
              </a:rPr>
              <a:t>Phase 2: build a HighlightsSummary sheet in model.xlsx that</a:t>
            </a:r>
          </a:p>
          <a:p>
            <a:r>
              <a:rPr sz="1100" b="0">
                <a:solidFill>
                  <a:srgbClr val="1A1D31"/>
                </a:solidFill>
                <a:latin typeface="Arial"/>
              </a:rPr>
              <a:t>materializes the envelope arrays into bindable cells, then</a:t>
            </a:r>
          </a:p>
          <a:p>
            <a:r>
              <a:rPr sz="1100" b="0">
                <a:solidFill>
                  <a:srgbClr val="1A1D31"/>
                </a:solidFill>
                <a:latin typeface="Arial"/>
              </a:rPr>
              <a:t>wire two think-cell 'Text Linked to Excel' bindings here</a:t>
            </a:r>
          </a:p>
          <a:p>
            <a:r>
              <a:rPr sz="1100" b="0">
                <a:solidFill>
                  <a:srgbClr val="1A1D31"/>
                </a:solidFill>
                <a:latin typeface="Arial"/>
              </a:rPr>
              <a:t>(one per column) pointing at HighlightsSummary!A:A and</a:t>
            </a:r>
          </a:p>
          <a:p>
            <a:r>
              <a:rPr sz="1100" b="0">
                <a:solidFill>
                  <a:srgbClr val="1A1D31"/>
                </a:solidFill>
                <a:latin typeface="Arial"/>
              </a:rPr>
              <a:t>HighlightsSummary!B:B.</a:t>
            </a:r>
          </a:p>
        </p:txBody>
      </p:sp>
      <p:sp>
        <p:nvSpPr>
          <p:cNvPr id="11" name="tcfield_S02_ExecSummaryLeft"/>
          <p:cNvSpPr txBox="1"/>
          <p:nvPr/>
        </p:nvSpPr>
        <p:spPr>
          <a:xfrm>
            <a:off x="650000" y="1350000"/>
            <a:ext cx="4200000" cy="2300000"/>
          </a:xfrm>
          <a:prstGeom prst="rect">
            <a:avLst/>
          </a:prstGeom>
          <a:noFill/>
          <a:ln>
            <a:noFill/>
          </a:ln>
        </p:spPr>
        <p:txBody>
          <a:bodyPr wrap="square" rtlCol="0">
            <a:spAutoFit/>
          </a:bodyPr>
          <a:lstStyle/>
          <a:p>
            <a:fld id="{A7E964CE-18E5-41DC-A4CE-3FD616CDE733}"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2_ExecSummaryLeft&lt;/m_strName&gt;&lt;/PersistentType&gt;&lt;/root&gt;">
              <a:rPr lang="en-US" sz="1400">
                <a:solidFill>
                  <a:srgbClr val="083EA7"/>
                </a:solidFill>
              </a:rPr>
              <a:t>&lt;S02_ExecSummaryLeft&gt;</a:t>
            </a:fld>
            <a:endParaRPr lang="en-US" sz="1400"/>
          </a:p>
        </p:txBody>
      </p:sp>
      <p:sp>
        <p:nvSpPr>
          <p:cNvPr id="12" name="tcfield_S02_ExecSummaryRight"/>
          <p:cNvSpPr txBox="1"/>
          <p:nvPr/>
        </p:nvSpPr>
        <p:spPr>
          <a:xfrm>
            <a:off x="5250000" y="1350000"/>
            <a:ext cx="4200000" cy="2300000"/>
          </a:xfrm>
          <a:prstGeom prst="rect">
            <a:avLst/>
          </a:prstGeom>
          <a:noFill/>
          <a:ln>
            <a:noFill/>
          </a:ln>
        </p:spPr>
        <p:txBody>
          <a:bodyPr wrap="square" rtlCol="0">
            <a:spAutoFit/>
          </a:bodyPr>
          <a:lstStyle/>
          <a:p>
            <a:fld id="{2D3CC297-DECF-4F11-98AA-ABB617F5ACA9}"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2_ExecSummaryRight&lt;/m_strName&gt;&lt;/PersistentType&gt;&lt;/root&gt;">
              <a:rPr lang="en-US" sz="1400">
                <a:solidFill>
                  <a:srgbClr val="083EA7"/>
                </a:solidFill>
              </a:rPr>
              <a:t>&lt;S02_ExecSummaryRight&gt;</a:t>
            </a:fld>
            <a:endParaRPr lang="en-US" sz="14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rPr>
                <a:solidFill>
                  <a:srgbClr val="1A1D31"/>
                </a:solidFill>
              </a:rPr>
              <a:t>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C9FF831-1F24-130B-ABA6-61BF709382CC}"/>
            </a:ext>
          </a:extLst>
        </p:cNvPr>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F9B468AF-DEDA-9B09-4D65-7CB0F7D430B7}"/>
              </a:ext>
            </a:extLst>
          </p:cNvPr>
          <p:cNvGraphicFramePr>
            <a:graphicFrameLocks/>
          </p:cNvGraphicFramePr>
          <p:nvPr>
            <p:custDataLst>
              <p:tags r:id="rId1"/>
            </p:custDataLst>
            <p:extLst>
              <p:ext uri="{D42A27DB-BD31-4B8C-83A1-F6EECF244321}">
                <p14:modId xmlns:p14="http://schemas.microsoft.com/office/powerpoint/2010/main" val="102808111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2" imgW="349" imgH="350" progId="TCLayout.ActiveDocument.1">
                  <p:embed/>
                </p:oleObj>
              </mc:Choice>
              <mc:Fallback>
                <p:oleObj name="think-cell Slide" r:id="rId32" imgW="349" imgH="350" progId="TCLayout.ActiveDocument.1">
                  <p:embed/>
                  <p:pic>
                    <p:nvPicPr>
                      <p:cNvPr id="10" name="think-cell data - do not delete" hidden="1">
                        <a:extLst>
                          <a:ext uri="{FF2B5EF4-FFF2-40B4-BE49-F238E27FC236}">
                            <a16:creationId xmlns:a16="http://schemas.microsoft.com/office/drawing/2014/main" id="{F9B468AF-DEDA-9B09-4D65-7CB0F7D430B7}"/>
                          </a:ext>
                        </a:extLst>
                      </p:cNvPr>
                      <p:cNvPicPr/>
                      <p:nvPr/>
                    </p:nvPicPr>
                    <p:blipFill>
                      <a:blip r:embed="rId33"/>
                      <a:stretch>
                        <a:fillRect/>
                      </a:stretch>
                    </p:blipFill>
                    <p:spPr>
                      <a:xfrm>
                        <a:off x="1588" y="1588"/>
                        <a:ext cx="1588" cy="1588"/>
                      </a:xfrm>
                      <a:prstGeom prst="rect">
                        <a:avLst/>
                      </a:prstGeom>
                    </p:spPr>
                  </p:pic>
                </p:oleObj>
              </mc:Fallback>
            </mc:AlternateContent>
          </a:graphicData>
        </a:graphic>
      </p:graphicFrame>
      <p:cxnSp>
        <p:nvCxnSpPr>
          <p:cNvPr id="99" name="Straight Connector 98">
            <a:extLst>
              <a:ext uri="{FF2B5EF4-FFF2-40B4-BE49-F238E27FC236}">
                <a16:creationId xmlns:a16="http://schemas.microsoft.com/office/drawing/2014/main" id="{AB1CA902-74C5-611C-FDFD-6EB84EC4B733}"/>
              </a:ext>
            </a:extLst>
          </p:cNvPr>
          <p:cNvCxnSpPr>
            <a:cxnSpLocks/>
          </p:cNvCxnSpPr>
          <p:nvPr>
            <p:custDataLst>
              <p:tags r:id="rId2"/>
            </p:custDataLst>
          </p:nvPr>
        </p:nvCxnSpPr>
        <p:spPr bwMode="auto">
          <a:xfrm>
            <a:off x="1733549" y="2381250"/>
            <a:ext cx="54610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42A85082-B7AE-0A16-A7FF-C85DBEF62D01}"/>
              </a:ext>
            </a:extLst>
          </p:cNvPr>
          <p:cNvCxnSpPr/>
          <p:nvPr>
            <p:custDataLst>
              <p:tags r:id="rId3"/>
            </p:custDataLst>
          </p:nvPr>
        </p:nvCxnSpPr>
        <p:spPr bwMode="auto">
          <a:xfrm>
            <a:off x="2962275" y="2846388"/>
            <a:ext cx="54610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9" name="Straight Connector 108">
            <a:extLst>
              <a:ext uri="{FF2B5EF4-FFF2-40B4-BE49-F238E27FC236}">
                <a16:creationId xmlns:a16="http://schemas.microsoft.com/office/drawing/2014/main" id="{C658EDFF-CEED-AFA0-44E1-39FD326AE4A5}"/>
              </a:ext>
            </a:extLst>
          </p:cNvPr>
          <p:cNvCxnSpPr/>
          <p:nvPr>
            <p:custDataLst>
              <p:tags r:id="rId4"/>
            </p:custDataLst>
          </p:nvPr>
        </p:nvCxnSpPr>
        <p:spPr bwMode="auto">
          <a:xfrm>
            <a:off x="4192587" y="3324225"/>
            <a:ext cx="54610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7" name="Straight Connector 96">
            <a:extLst>
              <a:ext uri="{FF2B5EF4-FFF2-40B4-BE49-F238E27FC236}">
                <a16:creationId xmlns:a16="http://schemas.microsoft.com/office/drawing/2014/main" id="{BFF9269F-F6D6-CB61-FFB8-5CF09C7A301B}"/>
              </a:ext>
            </a:extLst>
          </p:cNvPr>
          <p:cNvCxnSpPr/>
          <p:nvPr>
            <p:custDataLst>
              <p:tags r:id="rId5"/>
            </p:custDataLst>
          </p:nvPr>
        </p:nvCxnSpPr>
        <p:spPr bwMode="auto">
          <a:xfrm>
            <a:off x="5422900" y="3609975"/>
            <a:ext cx="546100"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4" name="Straight Connector 143">
            <a:extLst>
              <a:ext uri="{FF2B5EF4-FFF2-40B4-BE49-F238E27FC236}">
                <a16:creationId xmlns:a16="http://schemas.microsoft.com/office/drawing/2014/main" id="{A6DF5985-4630-FB17-2323-3CEDF30565FA}"/>
              </a:ext>
            </a:extLst>
          </p:cNvPr>
          <p:cNvCxnSpPr>
            <a:cxnSpLocks/>
          </p:cNvCxnSpPr>
          <p:nvPr>
            <p:custDataLst>
              <p:tags r:id="rId6"/>
            </p:custDataLst>
          </p:nvPr>
        </p:nvCxnSpPr>
        <p:spPr bwMode="auto">
          <a:xfrm>
            <a:off x="6651626" y="3641725"/>
            <a:ext cx="22225"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11" name="Straight Connector 110">
            <a:extLst>
              <a:ext uri="{FF2B5EF4-FFF2-40B4-BE49-F238E27FC236}">
                <a16:creationId xmlns:a16="http://schemas.microsoft.com/office/drawing/2014/main" id="{ABB38B69-6CA2-94FF-AACE-7C76EADAB0AA}"/>
              </a:ext>
            </a:extLst>
          </p:cNvPr>
          <p:cNvCxnSpPr/>
          <p:nvPr>
            <p:custDataLst>
              <p:tags r:id="rId7"/>
            </p:custDataLst>
          </p:nvPr>
        </p:nvCxnSpPr>
        <p:spPr bwMode="auto">
          <a:xfrm>
            <a:off x="6970713" y="3641725"/>
            <a:ext cx="227012" cy="0"/>
          </a:xfrm>
          <a:prstGeom prst="line">
            <a:avLst/>
          </a:prstGeom>
          <a:ln w="317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graphicFrame>
        <p:nvGraphicFramePr>
          <p:cNvPr id="23" name="Chart 22">
            <a:extLst>
              <a:ext uri="{FF2B5EF4-FFF2-40B4-BE49-F238E27FC236}">
                <a16:creationId xmlns:a16="http://schemas.microsoft.com/office/drawing/2014/main" id="{B974DC09-7D53-C17F-8901-78C1476C2F56}"/>
              </a:ext>
            </a:extLst>
          </p:cNvPr>
          <p:cNvGraphicFramePr/>
          <p:nvPr>
            <p:custDataLst>
              <p:tags r:id="rId8"/>
            </p:custDataLst>
            <p:extLst>
              <p:ext uri="{D42A27DB-BD31-4B8C-83A1-F6EECF244321}">
                <p14:modId xmlns:p14="http://schemas.microsoft.com/office/powerpoint/2010/main" val="1331882988"/>
              </p:ext>
            </p:extLst>
          </p:nvPr>
        </p:nvGraphicFramePr>
        <p:xfrm>
          <a:off x="279400" y="2074863"/>
          <a:ext cx="7958138" cy="3344862"/>
        </p:xfrm>
        <a:graphic>
          <a:graphicData uri="http://schemas.openxmlformats.org/drawingml/2006/chart">
            <c:chart xmlns:c="http://schemas.openxmlformats.org/drawingml/2006/chart" xmlns:r="http://schemas.openxmlformats.org/officeDocument/2006/relationships" r:id="rId34"/>
          </a:graphicData>
        </a:graphic>
      </p:graphicFrame>
      <p:cxnSp>
        <p:nvCxnSpPr>
          <p:cNvPr id="27" name="Straight Connector 26">
            <a:extLst>
              <a:ext uri="{FF2B5EF4-FFF2-40B4-BE49-F238E27FC236}">
                <a16:creationId xmlns:a16="http://schemas.microsoft.com/office/drawing/2014/main" id="{4A7BD513-E863-92C7-A3D1-CED4362BB4E4}"/>
              </a:ext>
            </a:extLst>
          </p:cNvPr>
          <p:cNvCxnSpPr>
            <a:cxnSpLocks/>
          </p:cNvCxnSpPr>
          <p:nvPr>
            <p:custDataLst>
              <p:tags r:id="rId9"/>
            </p:custDataLst>
          </p:nvPr>
        </p:nvCxnSpPr>
        <p:spPr bwMode="auto">
          <a:xfrm flipH="1">
            <a:off x="6575425" y="3529013"/>
            <a:ext cx="98425" cy="87313"/>
          </a:xfrm>
          <a:prstGeom prst="line">
            <a:avLst/>
          </a:prstGeom>
          <a:ln w="635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EB9AB67A-A550-9F76-BF0F-AC0E355B4E70}"/>
              </a:ext>
            </a:extLst>
          </p:cNvPr>
          <p:cNvCxnSpPr>
            <a:cxnSpLocks/>
          </p:cNvCxnSpPr>
          <p:nvPr>
            <p:custDataLst>
              <p:tags r:id="rId10"/>
            </p:custDataLst>
          </p:nvPr>
        </p:nvCxnSpPr>
        <p:spPr bwMode="auto">
          <a:xfrm flipH="1" flipV="1">
            <a:off x="6575425" y="3632200"/>
            <a:ext cx="98425" cy="88900"/>
          </a:xfrm>
          <a:prstGeom prst="line">
            <a:avLst/>
          </a:prstGeom>
          <a:ln w="635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8" name="Rectangle 140">
            <a:extLst>
              <a:ext uri="{FF2B5EF4-FFF2-40B4-BE49-F238E27FC236}">
                <a16:creationId xmlns:a16="http://schemas.microsoft.com/office/drawing/2014/main" id="{3CCB1E30-A955-3F6B-4E52-937A5E49640B}"/>
              </a:ext>
            </a:extLst>
          </p:cNvPr>
          <p:cNvSpPr>
            <a:spLocks/>
          </p:cNvSpPr>
          <p:nvPr>
            <p:custDataLst>
              <p:tags r:id="rId11"/>
            </p:custDataLst>
          </p:nvPr>
        </p:nvSpPr>
        <p:spPr bwMode="auto">
          <a:xfrm>
            <a:off x="403225" y="1919288"/>
            <a:ext cx="25542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altLang="en-US" sz="1400" dirty="0">
                <a:solidFill>
                  <a:schemeClr val="tx1"/>
                </a:solidFill>
                <a:effectLst/>
              </a:rPr>
              <a:t>Revenues, costs, </a:t>
            </a:r>
            <a:r>
              <a:rPr lang="en-US" altLang="en-US" sz="1400" dirty="0">
                <a:solidFill>
                  <a:schemeClr val="tx1"/>
                </a:solidFill>
              </a:rPr>
              <a:t>t</a:t>
            </a:r>
            <a:r>
              <a:rPr lang="en-US" altLang="en-US" sz="1400" dirty="0">
                <a:solidFill>
                  <a:schemeClr val="tx1"/>
                </a:solidFill>
                <a:effectLst/>
              </a:rPr>
              <a:t>otals [USD </a:t>
            </a:r>
            <a:r>
              <a:rPr lang="en-US" altLang="en-US" sz="1400" dirty="0">
                <a:solidFill>
                  <a:schemeClr val="tx1"/>
                </a:solidFill>
              </a:rPr>
              <a:t>m</a:t>
            </a:r>
            <a:r>
              <a:rPr lang="en-US" altLang="en-US" sz="1400" dirty="0">
                <a:solidFill>
                  <a:schemeClr val="tx1"/>
                </a:solidFill>
                <a:effectLst/>
              </a:rPr>
              <a:t>]</a:t>
            </a:r>
            <a:endParaRPr lang="en-US" sz="1400" dirty="0">
              <a:solidFill>
                <a:schemeClr val="tx1"/>
              </a:solidFill>
            </a:endParaRPr>
          </a:p>
        </p:txBody>
      </p:sp>
      <p:sp>
        <p:nvSpPr>
          <p:cNvPr id="28" name="Rectangle 47">
            <a:extLst>
              <a:ext uri="{FF2B5EF4-FFF2-40B4-BE49-F238E27FC236}">
                <a16:creationId xmlns:a16="http://schemas.microsoft.com/office/drawing/2014/main" id="{BE6A26F7-37DD-9D24-CFBC-DF825D99B0CD}"/>
              </a:ext>
            </a:extLst>
          </p:cNvPr>
          <p:cNvSpPr>
            <a:spLocks/>
          </p:cNvSpPr>
          <p:nvPr>
            <p:custDataLst>
              <p:tags r:id="rId12"/>
            </p:custDataLst>
          </p:nvPr>
        </p:nvSpPr>
        <p:spPr bwMode="auto">
          <a:xfrm>
            <a:off x="1030288" y="5172075"/>
            <a:ext cx="7223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13B58C1-3C05-4553-959A-BA2DE82E084A}" type="datetime'R''''''''''''''''''''''''''eve''n''ue'''''''''''''''''''">
              <a:rPr lang="en-US" altLang="en-US" sz="1400" smtClean="0">
                <a:solidFill>
                  <a:schemeClr val="tx1"/>
                </a:solidFill>
              </a:rPr>
              <a:pPr algn="ctr">
                <a:spcBef>
                  <a:spcPct val="0"/>
                </a:spcBef>
                <a:spcAft>
                  <a:spcPct val="0"/>
                </a:spcAft>
              </a:pPr>
              <a:t>Revenue</a:t>
            </a:fld>
            <a:endParaRPr lang="en-US" sz="1400">
              <a:solidFill>
                <a:schemeClr val="tx1"/>
              </a:solidFill>
            </a:endParaRPr>
          </a:p>
        </p:txBody>
      </p:sp>
      <p:sp>
        <p:nvSpPr>
          <p:cNvPr id="31" name="Rectangle 48">
            <a:extLst>
              <a:ext uri="{FF2B5EF4-FFF2-40B4-BE49-F238E27FC236}">
                <a16:creationId xmlns:a16="http://schemas.microsoft.com/office/drawing/2014/main" id="{3F4B8C53-3F38-6501-2D4F-3E1A6A4E7219}"/>
              </a:ext>
            </a:extLst>
          </p:cNvPr>
          <p:cNvSpPr>
            <a:spLocks/>
          </p:cNvSpPr>
          <p:nvPr>
            <p:custDataLst>
              <p:tags r:id="rId13"/>
            </p:custDataLst>
          </p:nvPr>
        </p:nvSpPr>
        <p:spPr bwMode="auto">
          <a:xfrm>
            <a:off x="2352675" y="5172075"/>
            <a:ext cx="536575"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B73269A6-A8FD-4AE9-B2DE-CA7E948D3409}" type="datetime'''''''''''''''''''''''''''''C''''''''''O''''''G''''''''S'''''">
              <a:rPr lang="en-US" altLang="en-US" sz="1400" smtClean="0">
                <a:solidFill>
                  <a:schemeClr val="tx1"/>
                </a:solidFill>
              </a:rPr>
              <a:pPr algn="ctr">
                <a:spcBef>
                  <a:spcPct val="0"/>
                </a:spcBef>
                <a:spcAft>
                  <a:spcPct val="0"/>
                </a:spcAft>
              </a:pPr>
              <a:t>COGS</a:t>
            </a:fld>
            <a:endParaRPr lang="en-US" sz="1400">
              <a:solidFill>
                <a:schemeClr val="tx1"/>
              </a:solidFill>
            </a:endParaRPr>
          </a:p>
        </p:txBody>
      </p:sp>
      <p:sp>
        <p:nvSpPr>
          <p:cNvPr id="105" name="Rectangle 48">
            <a:extLst>
              <a:ext uri="{FF2B5EF4-FFF2-40B4-BE49-F238E27FC236}">
                <a16:creationId xmlns:a16="http://schemas.microsoft.com/office/drawing/2014/main" id="{167FD01D-ADD5-57F9-7EFD-3AA94AE5476A}"/>
              </a:ext>
            </a:extLst>
          </p:cNvPr>
          <p:cNvSpPr>
            <a:spLocks/>
          </p:cNvSpPr>
          <p:nvPr>
            <p:custDataLst>
              <p:tags r:id="rId14"/>
            </p:custDataLst>
          </p:nvPr>
        </p:nvSpPr>
        <p:spPr bwMode="auto">
          <a:xfrm>
            <a:off x="3570288" y="5172075"/>
            <a:ext cx="55880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C846FACA-0681-466A-9210-2FED20FDFA0E}" type="datetime'''''W''''''''a''''g''''''''''''e''''''''s'''''''''''''''''''">
              <a:rPr lang="en-US" altLang="en-US" sz="1400" smtClean="0">
                <a:solidFill>
                  <a:schemeClr val="tx1"/>
                </a:solidFill>
              </a:rPr>
              <a:pPr algn="ctr">
                <a:spcBef>
                  <a:spcPct val="0"/>
                </a:spcBef>
                <a:spcAft>
                  <a:spcPct val="0"/>
                </a:spcAft>
              </a:pPr>
              <a:t>Wages</a:t>
            </a:fld>
            <a:endParaRPr lang="en-US" sz="1400">
              <a:solidFill>
                <a:schemeClr val="tx1"/>
              </a:solidFill>
            </a:endParaRPr>
          </a:p>
        </p:txBody>
      </p:sp>
      <p:sp>
        <p:nvSpPr>
          <p:cNvPr id="118" name="Text Placeholder 2">
            <a:extLst>
              <a:ext uri="{FF2B5EF4-FFF2-40B4-BE49-F238E27FC236}">
                <a16:creationId xmlns:a16="http://schemas.microsoft.com/office/drawing/2014/main" id="{A36AD9A7-A470-4248-33C2-9AE6FF8B56DA}"/>
              </a:ext>
            </a:extLst>
          </p:cNvPr>
          <p:cNvSpPr>
            <a:spLocks/>
          </p:cNvSpPr>
          <p:nvPr>
            <p:custDataLst>
              <p:tags r:id="rId15"/>
            </p:custDataLst>
          </p:nvPr>
        </p:nvSpPr>
        <p:spPr bwMode="gray">
          <a:xfrm>
            <a:off x="5103813" y="3297238"/>
            <a:ext cx="296863" cy="192088"/>
          </a:xfrm>
          <a:prstGeom prst="rect">
            <a:avLst/>
          </a:prstGeom>
          <a:solidFill>
            <a:schemeClr val="accent6"/>
          </a:solidFill>
          <a:ln>
            <a:noFill/>
          </a:ln>
          <a:effectLst/>
        </p:spPr>
        <p:txBody>
          <a:bodyPr vert="horz" wrap="none" lIns="25400" tIns="0" rIns="2540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lnSpc>
                <a:spcPct val="90000"/>
              </a:lnSpc>
              <a:spcBef>
                <a:spcPct val="0"/>
              </a:spcBef>
              <a:spcAft>
                <a:spcPct val="0"/>
              </a:spcAft>
              <a:buNone/>
            </a:pPr>
            <a:fld id="{C13CDDB6-2BEA-404E-8479-99FC5A1E8D07}" type="datetime'''''''''''''''''''2''''''''''.''''''0'''''''''''''''">
              <a:rPr lang="en-US" altLang="en-US" sz="1400" smtClean="0">
                <a:effectLst/>
                <a:solidFill>
                  <a:srgbClr val="1A1D31"/>
                </a:solidFill>
              </a:rPr>
              <a:pPr marL="0" lvl="0" indent="0" algn="ctr">
                <a:lnSpc>
                  <a:spcPct val="90000"/>
                </a:lnSpc>
                <a:spcBef>
                  <a:spcPct val="0"/>
                </a:spcBef>
                <a:spcAft>
                  <a:spcPct val="0"/>
                </a:spcAft>
                <a:buNone/>
              </a:pPr>
              <a:t>2.0</a:t>
            </a:fld>
            <a:endParaRPr lang="en-US" sz="1400" dirty="0"/>
          </a:p>
        </p:txBody>
      </p:sp>
      <p:sp>
        <p:nvSpPr>
          <p:cNvPr id="110" name="Rectangle 48">
            <a:extLst>
              <a:ext uri="{FF2B5EF4-FFF2-40B4-BE49-F238E27FC236}">
                <a16:creationId xmlns:a16="http://schemas.microsoft.com/office/drawing/2014/main" id="{4FC410EE-6F8D-F307-2C6E-98D4889A3097}"/>
              </a:ext>
            </a:extLst>
          </p:cNvPr>
          <p:cNvSpPr>
            <a:spLocks/>
          </p:cNvSpPr>
          <p:nvPr>
            <p:custDataLst>
              <p:tags r:id="rId16"/>
            </p:custDataLst>
          </p:nvPr>
        </p:nvSpPr>
        <p:spPr bwMode="auto">
          <a:xfrm>
            <a:off x="4684713" y="5172075"/>
            <a:ext cx="790575" cy="425450"/>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spcCol="0" rtlCol="0" anchor="t" anchorCtr="0">
            <a:noAutofit/>
          </a:bodyPr>
          <a:lstStyle/>
          <a:p>
            <a:pPr algn="ctr">
              <a:spcBef>
                <a:spcPct val="0"/>
              </a:spcBef>
              <a:spcAft>
                <a:spcPct val="0"/>
              </a:spcAft>
            </a:pPr>
            <a:fld id="{3B8D2C3E-E0F3-471C-97A5-0BB97FECDEC6}" type="datetime'Op''''''''er''a''ti''''''''''''''n''g'' c''''''o''s''''ts'''">
              <a:rPr lang="en-US" altLang="en-US" sz="1400" smtClean="0">
                <a:solidFill>
                  <a:schemeClr val="tx1"/>
                </a:solidFill>
              </a:rPr>
              <a:pPr algn="ctr">
                <a:spcBef>
                  <a:spcPct val="0"/>
                </a:spcBef>
                <a:spcAft>
                  <a:spcPct val="0"/>
                </a:spcAft>
              </a:pPr>
              <a:t>Operating costs</a:t>
            </a:fld>
            <a:endParaRPr lang="en-US" sz="1400">
              <a:solidFill>
                <a:schemeClr val="tx1"/>
              </a:solidFill>
            </a:endParaRPr>
          </a:p>
        </p:txBody>
      </p:sp>
      <p:sp>
        <p:nvSpPr>
          <p:cNvPr id="117" name="Rectangle 48">
            <a:extLst>
              <a:ext uri="{FF2B5EF4-FFF2-40B4-BE49-F238E27FC236}">
                <a16:creationId xmlns:a16="http://schemas.microsoft.com/office/drawing/2014/main" id="{F63AA08A-9837-A292-9B5E-EA56C6656319}"/>
              </a:ext>
            </a:extLst>
          </p:cNvPr>
          <p:cNvSpPr>
            <a:spLocks/>
          </p:cNvSpPr>
          <p:nvPr>
            <p:custDataLst>
              <p:tags r:id="rId17"/>
            </p:custDataLst>
          </p:nvPr>
        </p:nvSpPr>
        <p:spPr bwMode="auto">
          <a:xfrm>
            <a:off x="5915025" y="5172075"/>
            <a:ext cx="790575"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C1518976-9009-4B89-832F-4167B2792417}" type="datetime'''''M''''ar''''ke''''''''''''''ti''''''''''''n''g'">
              <a:rPr lang="en-US" altLang="en-US" sz="1400" smtClean="0">
                <a:solidFill>
                  <a:schemeClr val="tx1"/>
                </a:solidFill>
              </a:rPr>
              <a:pPr algn="ctr">
                <a:spcBef>
                  <a:spcPct val="0"/>
                </a:spcBef>
                <a:spcAft>
                  <a:spcPct val="0"/>
                </a:spcAft>
              </a:pPr>
              <a:t>Marketing</a:t>
            </a:fld>
            <a:endParaRPr lang="en-US" sz="1400">
              <a:solidFill>
                <a:schemeClr val="tx1"/>
              </a:solidFill>
            </a:endParaRPr>
          </a:p>
        </p:txBody>
      </p:sp>
      <p:sp>
        <p:nvSpPr>
          <p:cNvPr id="141" name="Rectangle 48">
            <a:extLst>
              <a:ext uri="{FF2B5EF4-FFF2-40B4-BE49-F238E27FC236}">
                <a16:creationId xmlns:a16="http://schemas.microsoft.com/office/drawing/2014/main" id="{B50AD9A2-643D-9C14-89AF-10E5585FA536}"/>
              </a:ext>
            </a:extLst>
          </p:cNvPr>
          <p:cNvSpPr>
            <a:spLocks/>
          </p:cNvSpPr>
          <p:nvPr>
            <p:custDataLst>
              <p:tags r:id="rId18"/>
            </p:custDataLst>
          </p:nvPr>
        </p:nvSpPr>
        <p:spPr bwMode="auto">
          <a:xfrm>
            <a:off x="7085013" y="5172075"/>
            <a:ext cx="90963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75B6920D-08EE-4C12-B144-2564E5650645}" type="datetime'''''''''N''''''''''e''t'''''''''' ''''in''c''o''m''''''e'''''">
              <a:rPr lang="en-US" altLang="en-US" sz="1400" smtClean="0">
                <a:solidFill>
                  <a:schemeClr val="tx1"/>
                </a:solidFill>
              </a:rPr>
              <a:pPr algn="ctr">
                <a:spcBef>
                  <a:spcPct val="0"/>
                </a:spcBef>
                <a:spcAft>
                  <a:spcPct val="0"/>
                </a:spcAft>
              </a:pPr>
              <a:t>Net income</a:t>
            </a:fld>
            <a:endParaRPr lang="en-US" sz="1400" dirty="0">
              <a:solidFill>
                <a:schemeClr val="tx1"/>
              </a:solidFill>
            </a:endParaRPr>
          </a:p>
        </p:txBody>
      </p:sp>
      <p:sp>
        <p:nvSpPr>
          <p:cNvPr id="41" name="Rectangle 60">
            <a:extLst>
              <a:ext uri="{FF2B5EF4-FFF2-40B4-BE49-F238E27FC236}">
                <a16:creationId xmlns:a16="http://schemas.microsoft.com/office/drawing/2014/main" id="{48892C81-8003-8517-2754-349647CF85F4}"/>
              </a:ext>
            </a:extLst>
          </p:cNvPr>
          <p:cNvSpPr>
            <a:spLocks/>
          </p:cNvSpPr>
          <p:nvPr>
            <p:custDataLst>
              <p:tags r:id="rId19"/>
            </p:custDataLst>
          </p:nvPr>
        </p:nvSpPr>
        <p:spPr bwMode="gray">
          <a:xfrm>
            <a:off x="1193800" y="2163763"/>
            <a:ext cx="395288"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970AD857-A022-4F23-B0BC-3FB30D30E548}" type="datetime'''''4''0''''''''''''''''''''''''.''''''''0'''''">
              <a:rPr lang="en-US" altLang="en-US" sz="1400" smtClean="0">
                <a:solidFill>
                  <a:schemeClr val="tx1"/>
                </a:solidFill>
              </a:rPr>
              <a:pPr/>
              <a:t>40.0</a:t>
            </a:fld>
            <a:endParaRPr lang="en-US" sz="1400" dirty="0">
              <a:solidFill>
                <a:schemeClr val="tx1"/>
              </a:solidFill>
            </a:endParaRPr>
          </a:p>
        </p:txBody>
      </p:sp>
      <p:sp>
        <p:nvSpPr>
          <p:cNvPr id="42" name="Rectangle 61">
            <a:extLst>
              <a:ext uri="{FF2B5EF4-FFF2-40B4-BE49-F238E27FC236}">
                <a16:creationId xmlns:a16="http://schemas.microsoft.com/office/drawing/2014/main" id="{10DDCD0E-F8E9-EF16-5145-84546E18DC40}"/>
              </a:ext>
            </a:extLst>
          </p:cNvPr>
          <p:cNvSpPr>
            <a:spLocks/>
          </p:cNvSpPr>
          <p:nvPr>
            <p:custDataLst>
              <p:tags r:id="rId20"/>
            </p:custDataLst>
          </p:nvPr>
        </p:nvSpPr>
        <p:spPr bwMode="gray">
          <a:xfrm>
            <a:off x="2443163" y="2871788"/>
            <a:ext cx="35560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t" anchorCtr="0">
            <a:noAutofit/>
          </a:bodyPr>
          <a:lstStyle/>
          <a:p>
            <a:pPr algn="ctr">
              <a:lnSpc>
                <a:spcPct val="90000"/>
              </a:lnSpc>
              <a:spcBef>
                <a:spcPct val="0"/>
              </a:spcBef>
              <a:spcAft>
                <a:spcPct val="0"/>
              </a:spcAft>
            </a:pPr>
            <a:fld id="{8A9B7A91-3F07-4A0E-A838-24619F6B83FB}" type="datetime'-''''''''''''''''6''''.''''''''8'''''''''''">
              <a:rPr lang="en-US" altLang="en-US" sz="1400" smtClean="0">
                <a:solidFill>
                  <a:schemeClr val="tx1"/>
                </a:solidFill>
              </a:rPr>
              <a:pPr/>
              <a:t>-6.8</a:t>
            </a:fld>
            <a:endParaRPr lang="en-US" sz="1400">
              <a:solidFill>
                <a:schemeClr val="tx1"/>
              </a:solidFill>
            </a:endParaRPr>
          </a:p>
        </p:txBody>
      </p:sp>
      <p:sp>
        <p:nvSpPr>
          <p:cNvPr id="126" name="Rectangle 61">
            <a:extLst>
              <a:ext uri="{FF2B5EF4-FFF2-40B4-BE49-F238E27FC236}">
                <a16:creationId xmlns:a16="http://schemas.microsoft.com/office/drawing/2014/main" id="{BFBDFAB1-A5F8-2E8F-F5F8-65436934188E}"/>
              </a:ext>
            </a:extLst>
          </p:cNvPr>
          <p:cNvSpPr>
            <a:spLocks/>
          </p:cNvSpPr>
          <p:nvPr>
            <p:custDataLst>
              <p:tags r:id="rId21"/>
            </p:custDataLst>
          </p:nvPr>
        </p:nvSpPr>
        <p:spPr bwMode="gray">
          <a:xfrm>
            <a:off x="3671888" y="3349625"/>
            <a:ext cx="35560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t" anchorCtr="0">
            <a:noAutofit/>
          </a:bodyPr>
          <a:lstStyle/>
          <a:p>
            <a:pPr algn="ctr">
              <a:lnSpc>
                <a:spcPct val="90000"/>
              </a:lnSpc>
              <a:spcBef>
                <a:spcPct val="0"/>
              </a:spcBef>
              <a:spcAft>
                <a:spcPct val="0"/>
              </a:spcAft>
            </a:pPr>
            <a:fld id="{4CFC117F-577F-4C1B-B194-9BCDF0B4EDDF}" type="datetime'''''''''''''-''7''''''''''''''.''0'''''''''''''">
              <a:rPr lang="en-US" altLang="en-US" sz="1400" smtClean="0">
                <a:solidFill>
                  <a:schemeClr val="tx1"/>
                </a:solidFill>
              </a:rPr>
              <a:pPr/>
              <a:t>-7.0</a:t>
            </a:fld>
            <a:endParaRPr lang="en-US" sz="1400" dirty="0">
              <a:solidFill>
                <a:schemeClr val="tx1"/>
              </a:solidFill>
            </a:endParaRPr>
          </a:p>
        </p:txBody>
      </p:sp>
      <p:sp>
        <p:nvSpPr>
          <p:cNvPr id="163" name="Rectangle 61">
            <a:extLst>
              <a:ext uri="{FF2B5EF4-FFF2-40B4-BE49-F238E27FC236}">
                <a16:creationId xmlns:a16="http://schemas.microsoft.com/office/drawing/2014/main" id="{2E719C97-885A-3053-EAC9-2E743BDAD770}"/>
              </a:ext>
            </a:extLst>
          </p:cNvPr>
          <p:cNvSpPr>
            <a:spLocks/>
          </p:cNvSpPr>
          <p:nvPr>
            <p:custDataLst>
              <p:tags r:id="rId22"/>
            </p:custDataLst>
          </p:nvPr>
        </p:nvSpPr>
        <p:spPr bwMode="gray">
          <a:xfrm>
            <a:off x="4902200" y="3635375"/>
            <a:ext cx="35560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t" anchorCtr="0">
            <a:noAutofit/>
          </a:bodyPr>
          <a:lstStyle/>
          <a:p>
            <a:pPr algn="ctr">
              <a:lnSpc>
                <a:spcPct val="90000"/>
              </a:lnSpc>
              <a:spcBef>
                <a:spcPct val="0"/>
              </a:spcBef>
              <a:spcAft>
                <a:spcPct val="0"/>
              </a:spcAft>
            </a:pPr>
            <a:fld id="{DFF31C7F-AD4C-4F03-AA0A-1B9FB340F736}" type="datetime'''''''''''-4''''''''''.''''''''''''''''''2'''''''''''">
              <a:rPr lang="en-US" altLang="en-US" sz="1400" smtClean="0">
                <a:solidFill>
                  <a:schemeClr val="tx1"/>
                </a:solidFill>
              </a:rPr>
              <a:pPr/>
              <a:t>-4.2</a:t>
            </a:fld>
            <a:endParaRPr lang="en-US" sz="1400">
              <a:solidFill>
                <a:schemeClr val="tx1"/>
              </a:solidFill>
            </a:endParaRPr>
          </a:p>
        </p:txBody>
      </p:sp>
      <p:sp>
        <p:nvSpPr>
          <p:cNvPr id="135" name="Rectangle 61">
            <a:extLst>
              <a:ext uri="{FF2B5EF4-FFF2-40B4-BE49-F238E27FC236}">
                <a16:creationId xmlns:a16="http://schemas.microsoft.com/office/drawing/2014/main" id="{6C5CFC8A-F1E1-B3C3-F425-C6A64066EB0C}"/>
              </a:ext>
            </a:extLst>
          </p:cNvPr>
          <p:cNvSpPr>
            <a:spLocks/>
          </p:cNvSpPr>
          <p:nvPr>
            <p:custDataLst>
              <p:tags r:id="rId23"/>
            </p:custDataLst>
          </p:nvPr>
        </p:nvSpPr>
        <p:spPr bwMode="gray">
          <a:xfrm>
            <a:off x="6132513" y="3667125"/>
            <a:ext cx="35560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t" anchorCtr="0">
            <a:noAutofit/>
          </a:bodyPr>
          <a:lstStyle/>
          <a:p>
            <a:pPr algn="ctr">
              <a:lnSpc>
                <a:spcPct val="90000"/>
              </a:lnSpc>
              <a:spcBef>
                <a:spcPct val="0"/>
              </a:spcBef>
              <a:spcAft>
                <a:spcPct val="0"/>
              </a:spcAft>
            </a:pPr>
            <a:fld id="{C3EA75AA-76F4-4576-9C52-D66D6B36AB45}" type="datetime'''''-''''''''0''''.''''''''''''''''''''''''''''5'''">
              <a:rPr lang="en-US" altLang="en-US" sz="1400" smtClean="0">
                <a:solidFill>
                  <a:schemeClr val="tx1"/>
                </a:solidFill>
              </a:rPr>
              <a:pPr/>
              <a:t>-0.5</a:t>
            </a:fld>
            <a:endParaRPr lang="en-US" sz="1400">
              <a:solidFill>
                <a:schemeClr val="tx1"/>
              </a:solidFill>
            </a:endParaRPr>
          </a:p>
        </p:txBody>
      </p:sp>
      <p:sp>
        <p:nvSpPr>
          <p:cNvPr id="47" name="Rectangle 6">
            <a:extLst>
              <a:ext uri="{FF2B5EF4-FFF2-40B4-BE49-F238E27FC236}">
                <a16:creationId xmlns:a16="http://schemas.microsoft.com/office/drawing/2014/main" id="{1A821689-3F0B-471B-740D-801E43B4C178}"/>
              </a:ext>
            </a:extLst>
          </p:cNvPr>
          <p:cNvSpPr>
            <a:spLocks/>
          </p:cNvSpPr>
          <p:nvPr>
            <p:custDataLst>
              <p:tags r:id="rId24"/>
            </p:custDataLst>
          </p:nvPr>
        </p:nvSpPr>
        <p:spPr bwMode="auto">
          <a:xfrm>
            <a:off x="33337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30">
            <a:extLst>
              <a:ext uri="{FF2B5EF4-FFF2-40B4-BE49-F238E27FC236}">
                <a16:creationId xmlns:a16="http://schemas.microsoft.com/office/drawing/2014/main" id="{974BFE12-C505-5A79-BCC9-81A717221668}"/>
              </a:ext>
            </a:extLst>
          </p:cNvPr>
          <p:cNvSpPr>
            <a:spLocks/>
          </p:cNvSpPr>
          <p:nvPr>
            <p:custDataLst>
              <p:tags r:id="rId25"/>
            </p:custDataLst>
          </p:nvPr>
        </p:nvSpPr>
        <p:spPr bwMode="auto">
          <a:xfrm>
            <a:off x="4083050"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10">
            <a:extLst>
              <a:ext uri="{FF2B5EF4-FFF2-40B4-BE49-F238E27FC236}">
                <a16:creationId xmlns:a16="http://schemas.microsoft.com/office/drawing/2014/main" id="{AF4F247E-87F1-7458-6A31-4EFD5F4F803F}"/>
              </a:ext>
            </a:extLst>
          </p:cNvPr>
          <p:cNvSpPr>
            <a:spLocks/>
          </p:cNvSpPr>
          <p:nvPr>
            <p:custDataLst>
              <p:tags r:id="rId26"/>
            </p:custDataLst>
          </p:nvPr>
        </p:nvSpPr>
        <p:spPr bwMode="auto">
          <a:xfrm>
            <a:off x="4832350" y="5778500"/>
            <a:ext cx="250825" cy="187325"/>
          </a:xfrm>
          <a:prstGeom prst="rect">
            <a:avLst/>
          </a:prstGeom>
          <a:solidFill>
            <a:schemeClr val="accent1"/>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1">
            <a:extLst>
              <a:ext uri="{FF2B5EF4-FFF2-40B4-BE49-F238E27FC236}">
                <a16:creationId xmlns:a16="http://schemas.microsoft.com/office/drawing/2014/main" id="{C62F821E-2F86-2EE4-2676-E7516E43A273}"/>
              </a:ext>
            </a:extLst>
          </p:cNvPr>
          <p:cNvSpPr>
            <a:spLocks/>
          </p:cNvSpPr>
          <p:nvPr>
            <p:custDataLst>
              <p:tags r:id="rId27"/>
            </p:custDataLst>
          </p:nvPr>
        </p:nvSpPr>
        <p:spPr bwMode="auto">
          <a:xfrm>
            <a:off x="3635375" y="5773738"/>
            <a:ext cx="346075"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07028A10-4DC0-4EB3-B377-522D24522D91}" type="datetime'''B''''''''''U1'''''''''''''''''''''''''''''''''''''''''''''''">
              <a:rPr lang="en-US" altLang="en-US" sz="1400" smtClean="0">
                <a:solidFill>
                  <a:schemeClr val="tx1"/>
                </a:solidFill>
              </a:rPr>
              <a:pPr>
                <a:spcBef>
                  <a:spcPct val="0"/>
                </a:spcBef>
                <a:spcAft>
                  <a:spcPct val="0"/>
                </a:spcAft>
              </a:pPr>
              <a:t>Additions</a:t>
            </a:fld>
            <a:endParaRPr lang="en-US" sz="1400">
              <a:solidFill>
                <a:schemeClr val="tx1"/>
              </a:solidFill>
            </a:endParaRPr>
          </a:p>
        </p:txBody>
      </p:sp>
      <p:sp>
        <p:nvSpPr>
          <p:cNvPr id="54" name="Rectangle 26">
            <a:extLst>
              <a:ext uri="{FF2B5EF4-FFF2-40B4-BE49-F238E27FC236}">
                <a16:creationId xmlns:a16="http://schemas.microsoft.com/office/drawing/2014/main" id="{A1D3298E-F556-0113-AA75-97E0E65AB597}"/>
              </a:ext>
            </a:extLst>
          </p:cNvPr>
          <p:cNvSpPr>
            <a:spLocks/>
          </p:cNvSpPr>
          <p:nvPr>
            <p:custDataLst>
              <p:tags r:id="rId28"/>
            </p:custDataLst>
          </p:nvPr>
        </p:nvSpPr>
        <p:spPr bwMode="auto">
          <a:xfrm>
            <a:off x="4384675" y="5773738"/>
            <a:ext cx="346075"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FF9FCBA8-48E6-4D7C-AD27-F9568F1B0B17}" type="datetime'''''''''''''''''''''''B''''''U''''''''''2'''''''''''''''''''''">
              <a:rPr lang="en-US" altLang="en-US" sz="1400" smtClean="0">
                <a:solidFill>
                  <a:schemeClr val="tx1"/>
                </a:solidFill>
              </a:rPr>
              <a:pPr>
                <a:spcBef>
                  <a:spcPct val="0"/>
                </a:spcBef>
                <a:spcAft>
                  <a:spcPct val="0"/>
                </a:spcAft>
              </a:pPr>
              <a:t>Outflows</a:t>
            </a:fld>
            <a:endParaRPr lang="en-US" sz="1400" dirty="0">
              <a:solidFill>
                <a:schemeClr val="tx1"/>
              </a:solidFill>
            </a:endParaRPr>
          </a:p>
        </p:txBody>
      </p:sp>
      <p:sp>
        <p:nvSpPr>
          <p:cNvPr id="55" name="Rectangle 3">
            <a:extLst>
              <a:ext uri="{FF2B5EF4-FFF2-40B4-BE49-F238E27FC236}">
                <a16:creationId xmlns:a16="http://schemas.microsoft.com/office/drawing/2014/main" id="{D2B08500-5573-0211-3A75-DD892D8533AD}"/>
              </a:ext>
            </a:extLst>
          </p:cNvPr>
          <p:cNvSpPr>
            <a:spLocks/>
          </p:cNvSpPr>
          <p:nvPr>
            <p:custDataLst>
              <p:tags r:id="rId29"/>
            </p:custDataLst>
          </p:nvPr>
        </p:nvSpPr>
        <p:spPr bwMode="auto">
          <a:xfrm>
            <a:off x="5133975" y="5773738"/>
            <a:ext cx="4635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47D6A284-C9E4-46A7-8BED-A1121107C9D5}" type="datetime'''T''''o''t''''''''''''''''a''''''''''''''''''l''s'''">
              <a:rPr lang="en-US" altLang="en-US" sz="1400" smtClean="0">
                <a:solidFill>
                  <a:schemeClr val="tx1"/>
                </a:solidFill>
              </a:rPr>
              <a:pPr>
                <a:spcBef>
                  <a:spcPct val="0"/>
                </a:spcBef>
                <a:spcAft>
                  <a:spcPct val="0"/>
                </a:spcAft>
              </a:pPr>
              <a:t>Total</a:t>
            </a:fld>
            <a:endParaRPr lang="en-US" sz="1400" dirty="0">
              <a:solidFill>
                <a:schemeClr val="tx1"/>
              </a:solidFill>
            </a:endParaRPr>
          </a:p>
        </p:txBody>
      </p:sp>
      <p:sp>
        <p:nvSpPr>
          <p:cNvPr id="6" name="Text Placeholder 15">
            <a:extLst>
              <a:ext uri="{FF2B5EF4-FFF2-40B4-BE49-F238E27FC236}">
                <a16:creationId xmlns:a16="http://schemas.microsoft.com/office/drawing/2014/main" id="{2C43E47E-BCAD-9E22-6F6E-1D7E5C2A7652}"/>
              </a:ext>
            </a:extLst>
          </p:cNvPr>
          <p:cNvSpPr txBox="1">
            <a:spLocks/>
          </p:cNvSpPr>
          <p:nvPr/>
        </p:nvSpPr>
        <p:spPr>
          <a:xfrm>
            <a:off x="407988" y="6215906"/>
            <a:ext cx="3361498" cy="153888"/>
          </a:xfrm>
          <a:prstGeom prst="rect">
            <a:avLst/>
          </a:prstGeom>
        </p:spPr>
        <p:txBody>
          <a:bodyPr vert="horz" wrap="none" lIns="0" tIns="0" rIns="0" bIns="0" rtlCol="0">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000" kern="1200">
                <a:solidFill>
                  <a:schemeClr val="accent6"/>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000" kern="1200">
                <a:solidFill>
                  <a:schemeClr val="accent6"/>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000" kern="1200">
                <a:solidFill>
                  <a:schemeClr val="accent6"/>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000" kern="1200">
                <a:solidFill>
                  <a:schemeClr val="accent6"/>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0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a:solidFill>
                  <a:schemeClr val="tx2"/>
                </a:solidFill>
              </a:rPr>
              <a:t>Keywords: think-cell, chart, charts, graph, graphs, comment</a:t>
            </a:r>
          </a:p>
        </p:txBody>
      </p:sp>
      <p:sp>
        <p:nvSpPr>
          <p:cNvPr id="4" name="tc_columnhead">
            <a:extLst>
              <a:ext uri="{FF2B5EF4-FFF2-40B4-BE49-F238E27FC236}">
                <a16:creationId xmlns:a16="http://schemas.microsoft.com/office/drawing/2014/main" id="{D3246310-F1D8-721B-18FE-080B42943DCA}"/>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7" name="tc_columnheadline">
            <a:extLst>
              <a:ext uri="{FF2B5EF4-FFF2-40B4-BE49-F238E27FC236}">
                <a16:creationId xmlns:a16="http://schemas.microsoft.com/office/drawing/2014/main" id="{766F9AD6-9102-EA60-82A3-A2D4DFDFF754}"/>
              </a:ext>
            </a:extLst>
          </p:cNvPr>
          <p:cNvCxnSpPr>
            <a:cxnSpLocks/>
            <a:stCxn id="4" idx="4"/>
            <a:endCxn id="4"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c_columnhead">
            <a:extLst>
              <a:ext uri="{FF2B5EF4-FFF2-40B4-BE49-F238E27FC236}">
                <a16:creationId xmlns:a16="http://schemas.microsoft.com/office/drawing/2014/main" id="{7BEBA024-3FD8-516B-730C-A9466159D34F}"/>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9" name="tc_columnheadline">
            <a:extLst>
              <a:ext uri="{FF2B5EF4-FFF2-40B4-BE49-F238E27FC236}">
                <a16:creationId xmlns:a16="http://schemas.microsoft.com/office/drawing/2014/main" id="{7E563DB4-BDD0-B222-365D-460065DE0353}"/>
              </a:ext>
            </a:extLst>
          </p:cNvPr>
          <p:cNvCxnSpPr>
            <a:cxnSpLocks/>
            <a:stCxn id="8" idx="4"/>
            <a:endCxn id="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Rectangle 18">
            <a:extLst>
              <a:ext uri="{FF2B5EF4-FFF2-40B4-BE49-F238E27FC236}">
                <a16:creationId xmlns:a16="http://schemas.microsoft.com/office/drawing/2014/main" id="{EE6D84F9-7F0D-D642-3E81-3B069D883107}"/>
              </a:ext>
            </a:extLst>
          </p:cNvPr>
          <p:cNvSpPr>
            <a:spLocks/>
          </p:cNvSpPr>
          <p:nvPr/>
        </p:nvSpPr>
        <p:spPr>
          <a:xfrm>
            <a:off x="8811106" y="-805994"/>
            <a:ext cx="4575600" cy="1365365"/>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open the chart's internal datasheet</a:t>
            </a:r>
            <a:r>
              <a:rPr lang="en-US" sz="1200" dirty="0">
                <a:solidFill>
                  <a:schemeClr val="tx1"/>
                </a:solidFill>
              </a:rPr>
              <a:t>, double-click any empty space in the chart.</a:t>
            </a: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labels), right-click the chart or a chart feature to open the context menu.</a:t>
            </a: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 </a:t>
            </a:r>
            <a:r>
              <a:rPr lang="en-US" sz="1200" dirty="0">
                <a:solidFill>
                  <a:schemeClr val="tx1"/>
                </a:solidFill>
              </a:rPr>
              <a:t>of the chart or a feature, click the chart or feature to open the mini toolbar.</a:t>
            </a:r>
          </a:p>
        </p:txBody>
      </p:sp>
    </p:spTree>
    <p:extLst>
      <p:ext uri="{BB962C8B-B14F-4D97-AF65-F5344CB8AC3E}">
        <p14:creationId xmlns:p14="http://schemas.microsoft.com/office/powerpoint/2010/main" val="2024364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1135903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349" imgH="350" progId="TCLayout.ActiveDocument.1">
                  <p:embed/>
                </p:oleObj>
              </mc:Choice>
              <mc:Fallback>
                <p:oleObj name="think-cell Slide" r:id="rId24"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3" name="Rectangle 18">
            <a:extLst>
              <a:ext uri="{FF2B5EF4-FFF2-40B4-BE49-F238E27FC236}">
                <a16:creationId xmlns:a16="http://schemas.microsoft.com/office/drawing/2014/main" id="{7F4EBA3E-1547-3489-3D2C-A48BCEF28565}"/>
              </a:ext>
            </a:extLst>
          </p:cNvPr>
          <p:cNvSpPr>
            <a:spLocks/>
          </p:cNvSpPr>
          <p:nvPr/>
        </p:nvSpPr>
        <p:spPr>
          <a:xfrm>
            <a:off x="8811106" y="-1175326"/>
            <a:ext cx="4575600" cy="1734697"/>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value lines, difference arrows),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p>
          <a:p>
            <a:pPr marL="140400" indent="-140400">
              <a:buFont typeface="Arial" panose="020B0604020202020204" pitchFamily="34" charset="0"/>
              <a:buChar char="•"/>
            </a:pPr>
            <a:r>
              <a:rPr lang="en-US" sz="1200" dirty="0">
                <a:solidFill>
                  <a:schemeClr val="tx1"/>
                </a:solidFill>
                <a:cs typeface="Arial"/>
              </a:rPr>
              <a:t>To </a:t>
            </a:r>
            <a:r>
              <a:rPr lang="en-US" sz="1200" b="1" dirty="0">
                <a:solidFill>
                  <a:schemeClr val="tx1"/>
                </a:solidFill>
                <a:cs typeface="Arial"/>
              </a:rPr>
              <a:t>sort the bars</a:t>
            </a:r>
            <a:r>
              <a:rPr lang="en-US" sz="1200" dirty="0">
                <a:solidFill>
                  <a:schemeClr val="tx1"/>
                </a:solidFill>
                <a:cs typeface="Arial"/>
              </a:rPr>
              <a:t> from highest to lowest, in the mini toolbar, select </a:t>
            </a:r>
            <a:r>
              <a:rPr lang="en-US" sz="1200" b="1" dirty="0">
                <a:solidFill>
                  <a:schemeClr val="tx1"/>
                </a:solidFill>
                <a:cs typeface="Arial"/>
              </a:rPr>
              <a:t>Categories in Descending Y Extent Order</a:t>
            </a:r>
            <a:r>
              <a:rPr lang="en-US" sz="1200" dirty="0">
                <a:solidFill>
                  <a:schemeClr val="tx1"/>
                </a:solidFill>
                <a:cs typeface="Arial"/>
              </a:rPr>
              <a:t>.</a:t>
            </a:r>
          </a:p>
        </p:txBody>
      </p:sp>
      <p:graphicFrame>
        <p:nvGraphicFramePr>
          <p:cNvPr id="9" name="Chart 8">
            <a:extLst>
              <a:ext uri="{FF2B5EF4-FFF2-40B4-BE49-F238E27FC236}">
                <a16:creationId xmlns:a16="http://schemas.microsoft.com/office/drawing/2014/main" id="{CBD56CE7-10C6-CF16-4B7A-CD2E5C99D3FE}"/>
              </a:ext>
            </a:extLst>
          </p:cNvPr>
          <p:cNvGraphicFramePr/>
          <p:nvPr>
            <p:custDataLst>
              <p:tags r:id="rId2"/>
            </p:custDataLst>
            <p:extLst>
              <p:ext uri="{D42A27DB-BD31-4B8C-83A1-F6EECF244321}">
                <p14:modId xmlns:p14="http://schemas.microsoft.com/office/powerpoint/2010/main" val="3042036561"/>
              </p:ext>
            </p:extLst>
          </p:nvPr>
        </p:nvGraphicFramePr>
        <p:xfrm>
          <a:off x="812800" y="2249488"/>
          <a:ext cx="6804025" cy="4114800"/>
        </p:xfrm>
        <a:graphic>
          <a:graphicData uri="http://schemas.openxmlformats.org/drawingml/2006/chart">
            <c:chart xmlns:c="http://schemas.openxmlformats.org/drawingml/2006/chart" xmlns:r="http://schemas.openxmlformats.org/officeDocument/2006/relationships" r:id="rId26"/>
          </a:graphicData>
        </a:graphic>
      </p:graphicFrame>
      <p:sp>
        <p:nvSpPr>
          <p:cNvPr id="21" name="Arrow: Right 20">
            <a:extLst>
              <a:ext uri="{FF2B5EF4-FFF2-40B4-BE49-F238E27FC236}">
                <a16:creationId xmlns:a16="http://schemas.microsoft.com/office/drawing/2014/main" id="{C825AC13-30B3-F273-0862-975E9BD50234}"/>
              </a:ext>
            </a:extLst>
          </p:cNvPr>
          <p:cNvSpPr>
            <a:spLocks/>
          </p:cNvSpPr>
          <p:nvPr>
            <p:custDataLst>
              <p:tags r:id="rId3"/>
            </p:custDataLst>
          </p:nvPr>
        </p:nvSpPr>
        <p:spPr bwMode="auto">
          <a:xfrm rot="5400000">
            <a:off x="5010150"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356" name="Straight Connector 355">
            <a:extLst>
              <a:ext uri="{FF2B5EF4-FFF2-40B4-BE49-F238E27FC236}">
                <a16:creationId xmlns:a16="http://schemas.microsoft.com/office/drawing/2014/main" id="{934AA6D2-1DFC-3C1F-AF13-57F06750C6BB}"/>
              </a:ext>
            </a:extLst>
          </p:cNvPr>
          <p:cNvCxnSpPr/>
          <p:nvPr>
            <p:custDataLst>
              <p:tags r:id="rId4"/>
            </p:custDataLst>
          </p:nvPr>
        </p:nvCxnSpPr>
        <p:spPr bwMode="auto">
          <a:xfrm flipV="1">
            <a:off x="5073650" y="4513263"/>
            <a:ext cx="0" cy="1544638"/>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2" name="Straight Connector 361">
            <a:extLst>
              <a:ext uri="{FF2B5EF4-FFF2-40B4-BE49-F238E27FC236}">
                <a16:creationId xmlns:a16="http://schemas.microsoft.com/office/drawing/2014/main" id="{8A799DCC-6AD1-F5DE-9DE9-5EAE89C72688}"/>
              </a:ext>
            </a:extLst>
          </p:cNvPr>
          <p:cNvCxnSpPr/>
          <p:nvPr>
            <p:custDataLst>
              <p:tags r:id="rId5"/>
            </p:custDataLst>
          </p:nvPr>
        </p:nvCxnSpPr>
        <p:spPr bwMode="auto">
          <a:xfrm flipV="1">
            <a:off x="5073650" y="2757488"/>
            <a:ext cx="0" cy="1543050"/>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5" name="Arrow: Right 54">
            <a:extLst>
              <a:ext uri="{FF2B5EF4-FFF2-40B4-BE49-F238E27FC236}">
                <a16:creationId xmlns:a16="http://schemas.microsoft.com/office/drawing/2014/main" id="{6227B2AA-AA04-C8F9-65BC-DC85CA80B33D}"/>
              </a:ext>
            </a:extLst>
          </p:cNvPr>
          <p:cNvSpPr/>
          <p:nvPr>
            <p:custDataLst>
              <p:tags r:id="rId6"/>
            </p:custDataLst>
          </p:nvPr>
        </p:nvSpPr>
        <p:spPr bwMode="auto">
          <a:xfrm rot="5400000">
            <a:off x="6018213"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56" name="Straight Connector 55">
            <a:extLst>
              <a:ext uri="{FF2B5EF4-FFF2-40B4-BE49-F238E27FC236}">
                <a16:creationId xmlns:a16="http://schemas.microsoft.com/office/drawing/2014/main" id="{54C474CB-78C2-3A26-CF08-CFBBD02A0CFA}"/>
              </a:ext>
            </a:extLst>
          </p:cNvPr>
          <p:cNvCxnSpPr>
            <a:cxnSpLocks/>
          </p:cNvCxnSpPr>
          <p:nvPr>
            <p:custDataLst>
              <p:tags r:id="rId7"/>
            </p:custDataLst>
          </p:nvPr>
        </p:nvCxnSpPr>
        <p:spPr bwMode="auto">
          <a:xfrm flipV="1">
            <a:off x="6081713" y="2757488"/>
            <a:ext cx="0" cy="3300413"/>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 Placeholder 2">
            <a:extLst>
              <a:ext uri="{FF2B5EF4-FFF2-40B4-BE49-F238E27FC236}">
                <a16:creationId xmlns:a16="http://schemas.microsoft.com/office/drawing/2014/main" id="{0E8F8D5C-1491-8981-3D5A-0B42E45A1311}"/>
              </a:ext>
            </a:extLst>
          </p:cNvPr>
          <p:cNvSpPr>
            <a:spLocks/>
          </p:cNvSpPr>
          <p:nvPr>
            <p:custDataLst>
              <p:tags r:id="rId8"/>
            </p:custDataLst>
          </p:nvPr>
        </p:nvSpPr>
        <p:spPr bwMode="auto">
          <a:xfrm>
            <a:off x="7558088" y="2544762"/>
            <a:ext cx="5905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ct val="0"/>
              </a:spcBef>
              <a:spcAft>
                <a:spcPct val="0"/>
              </a:spcAft>
              <a:buNone/>
            </a:pPr>
            <a:r>
              <a:rPr lang="en-US" altLang="en-US" sz="1400">
                <a:solidFill>
                  <a:schemeClr val="tx1"/>
                </a:solidFill>
                <a:effectLst/>
                <a:sym typeface="+mn-lt"/>
              </a:rPr>
              <a:t>Margin</a:t>
            </a:r>
            <a:br>
              <a:rPr lang="en-US" altLang="en-US" sz="1400">
                <a:solidFill>
                  <a:schemeClr val="tx1"/>
                </a:solidFill>
                <a:effectLst/>
                <a:sym typeface="+mn-lt"/>
              </a:rPr>
            </a:br>
            <a:r>
              <a:rPr lang="en-US" altLang="en-US" sz="1400">
                <a:solidFill>
                  <a:schemeClr val="tx1"/>
                </a:solidFill>
                <a:effectLst/>
                <a:sym typeface="+mn-lt"/>
              </a:rPr>
              <a:t>p</a:t>
            </a:r>
            <a:r>
              <a:rPr lang="en-US" sz="1400">
                <a:sym typeface="+mn-lt"/>
                <a:solidFill>
                  <a:srgbClr val="1A1D31"/>
                </a:solidFill>
              </a:rPr>
              <a:t>er unit</a:t>
            </a:r>
            <a:endParaRPr lang="en-US" sz="1400">
              <a:solidFill>
                <a:schemeClr val="tx1"/>
              </a:solidFill>
              <a:sym typeface="+mn-lt"/>
            </a:endParaRPr>
          </a:p>
        </p:txBody>
      </p:sp>
      <p:sp>
        <p:nvSpPr>
          <p:cNvPr id="24" name="Text Placeholder 2">
            <a:extLst>
              <a:ext uri="{FF2B5EF4-FFF2-40B4-BE49-F238E27FC236}">
                <a16:creationId xmlns:a16="http://schemas.microsoft.com/office/drawing/2014/main" id="{8A4D44A3-DF10-DFD0-EE66-C96264BE5B68}"/>
              </a:ext>
            </a:extLst>
          </p:cNvPr>
          <p:cNvSpPr>
            <a:spLocks/>
          </p:cNvSpPr>
          <p:nvPr>
            <p:custDataLst>
              <p:tags r:id="rId9"/>
            </p:custDataLst>
          </p:nvPr>
        </p:nvSpPr>
        <p:spPr bwMode="auto">
          <a:xfrm>
            <a:off x="403225" y="288607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5BA8B82-2C5E-446B-AE5B-7515A83038B1}" type="datetime'''B''r''an''''''''''''''''''''''''''d'''''''' ''''1'">
              <a:rPr lang="en-US" altLang="en-US" sz="1400" smtClean="0">
                <a:solidFill>
                  <a:srgbClr val="1A1D31"/>
                </a:solidFill>
              </a:rPr>
              <a:pPr marL="0" lvl="0" indent="0" algn="r">
                <a:spcBef>
                  <a:spcPct val="0"/>
                </a:spcBef>
                <a:spcAft>
                  <a:spcPct val="0"/>
                </a:spcAft>
                <a:buNone/>
              </a:pPr>
              <a:t>Brand 1</a:t>
            </a:fld>
            <a:endParaRPr lang="en-US" sz="1400"/>
          </a:p>
        </p:txBody>
      </p:sp>
      <p:sp>
        <p:nvSpPr>
          <p:cNvPr id="26" name="Text Placeholder 2">
            <a:extLst>
              <a:ext uri="{FF2B5EF4-FFF2-40B4-BE49-F238E27FC236}">
                <a16:creationId xmlns:a16="http://schemas.microsoft.com/office/drawing/2014/main" id="{A3D46989-DB07-AF83-390A-708F0554011E}"/>
              </a:ext>
            </a:extLst>
          </p:cNvPr>
          <p:cNvSpPr>
            <a:spLocks/>
          </p:cNvSpPr>
          <p:nvPr>
            <p:custDataLst>
              <p:tags r:id="rId10"/>
            </p:custDataLst>
          </p:nvPr>
        </p:nvSpPr>
        <p:spPr bwMode="auto">
          <a:xfrm>
            <a:off x="403225" y="335756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0A6ECC6-4287-4547-BFCA-64B9A0539B5E}" type="datetime'''''''''B''''''r''a''''n''''d'''''''' ''''''2'''''">
              <a:rPr lang="en-US" altLang="en-US" sz="1400" smtClean="0">
                <a:solidFill>
                  <a:srgbClr val="1A1D31"/>
                </a:solidFill>
              </a:rPr>
              <a:pPr marL="0" lvl="0" indent="0" algn="r">
                <a:spcBef>
                  <a:spcPct val="0"/>
                </a:spcBef>
                <a:spcAft>
                  <a:spcPct val="0"/>
                </a:spcAft>
                <a:buNone/>
              </a:pPr>
              <a:t>Brand 2</a:t>
            </a:fld>
            <a:endParaRPr lang="en-US" sz="1400"/>
          </a:p>
        </p:txBody>
      </p:sp>
      <p:sp>
        <p:nvSpPr>
          <p:cNvPr id="27" name="Text Placeholder 2">
            <a:extLst>
              <a:ext uri="{FF2B5EF4-FFF2-40B4-BE49-F238E27FC236}">
                <a16:creationId xmlns:a16="http://schemas.microsoft.com/office/drawing/2014/main" id="{E88BD066-4908-0B00-E9CE-64681E72D930}"/>
              </a:ext>
            </a:extLst>
          </p:cNvPr>
          <p:cNvSpPr>
            <a:spLocks/>
          </p:cNvSpPr>
          <p:nvPr>
            <p:custDataLst>
              <p:tags r:id="rId11"/>
            </p:custDataLst>
          </p:nvPr>
        </p:nvSpPr>
        <p:spPr bwMode="auto">
          <a:xfrm>
            <a:off x="403225" y="382905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0D3C9C3-D821-42CA-83DB-48FA5BABAA52}" type="datetime'''''''''B''''''''''''r''''an''d'''''' ''''''''''3'''''''">
              <a:rPr lang="en-US" altLang="en-US" sz="1400" smtClean="0">
                <a:solidFill>
                  <a:srgbClr val="1A1D31"/>
                </a:solidFill>
              </a:rPr>
              <a:pPr marL="0" lvl="0" indent="0" algn="r">
                <a:spcBef>
                  <a:spcPct val="0"/>
                </a:spcBef>
                <a:spcAft>
                  <a:spcPct val="0"/>
                </a:spcAft>
                <a:buNone/>
              </a:pPr>
              <a:t>Brand 3</a:t>
            </a:fld>
            <a:endParaRPr lang="en-US" sz="1400"/>
          </a:p>
        </p:txBody>
      </p:sp>
      <p:sp>
        <p:nvSpPr>
          <p:cNvPr id="28" name="Text Placeholder 2">
            <a:extLst>
              <a:ext uri="{FF2B5EF4-FFF2-40B4-BE49-F238E27FC236}">
                <a16:creationId xmlns:a16="http://schemas.microsoft.com/office/drawing/2014/main" id="{CA9671B0-D91D-6C8A-3F88-EAD87348508B}"/>
              </a:ext>
            </a:extLst>
          </p:cNvPr>
          <p:cNvSpPr>
            <a:spLocks/>
          </p:cNvSpPr>
          <p:nvPr>
            <p:custDataLst>
              <p:tags r:id="rId12"/>
            </p:custDataLst>
          </p:nvPr>
        </p:nvSpPr>
        <p:spPr bwMode="auto">
          <a:xfrm>
            <a:off x="403225" y="4300538"/>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41EDE958-AF08-42F2-87AE-C4F05609F1DF}" type="datetime'''B''r''''''''''''''''''''''''''''''''an''''''''d'''' 4'''">
              <a:rPr lang="en-US" altLang="en-US" sz="1400" smtClean="0">
                <a:solidFill>
                  <a:srgbClr val="1A1D31"/>
                </a:solidFill>
              </a:rPr>
              <a:pPr marL="0" lvl="0" indent="0" algn="r">
                <a:spcBef>
                  <a:spcPct val="0"/>
                </a:spcBef>
                <a:spcAft>
                  <a:spcPct val="0"/>
                </a:spcAft>
                <a:buNone/>
              </a:pPr>
              <a:t>Brand 4</a:t>
            </a:fld>
            <a:endParaRPr lang="en-US" sz="1400"/>
          </a:p>
        </p:txBody>
      </p:sp>
      <p:sp>
        <p:nvSpPr>
          <p:cNvPr id="31" name="Text Placeholder 2">
            <a:extLst>
              <a:ext uri="{FF2B5EF4-FFF2-40B4-BE49-F238E27FC236}">
                <a16:creationId xmlns:a16="http://schemas.microsoft.com/office/drawing/2014/main" id="{49CF8985-4D3C-EFA2-B457-B43029BBF799}"/>
              </a:ext>
            </a:extLst>
          </p:cNvPr>
          <p:cNvSpPr>
            <a:spLocks/>
          </p:cNvSpPr>
          <p:nvPr>
            <p:custDataLst>
              <p:tags r:id="rId13"/>
            </p:custDataLst>
          </p:nvPr>
        </p:nvSpPr>
        <p:spPr bwMode="auto">
          <a:xfrm>
            <a:off x="403225" y="477202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D3BF212-0685-4A0F-9AC7-E70BADFD212A}" type="datetime'''''B''''r''''''''''a''''''nd'''''''''''''''''''''''' ''''5'">
              <a:rPr lang="en-US" altLang="en-US" sz="1400" smtClean="0">
                <a:solidFill>
                  <a:srgbClr val="1A1D31"/>
                </a:solidFill>
              </a:rPr>
              <a:pPr marL="0" lvl="0" indent="0" algn="r">
                <a:spcBef>
                  <a:spcPct val="0"/>
                </a:spcBef>
                <a:spcAft>
                  <a:spcPct val="0"/>
                </a:spcAft>
                <a:buNone/>
              </a:pPr>
              <a:t>Brand 5</a:t>
            </a:fld>
            <a:endParaRPr lang="en-US" sz="1400"/>
          </a:p>
        </p:txBody>
      </p:sp>
      <p:sp>
        <p:nvSpPr>
          <p:cNvPr id="32" name="Text Placeholder 2">
            <a:extLst>
              <a:ext uri="{FF2B5EF4-FFF2-40B4-BE49-F238E27FC236}">
                <a16:creationId xmlns:a16="http://schemas.microsoft.com/office/drawing/2014/main" id="{51F04605-7815-7E0B-4DC4-560BDAA83566}"/>
              </a:ext>
            </a:extLst>
          </p:cNvPr>
          <p:cNvSpPr>
            <a:spLocks/>
          </p:cNvSpPr>
          <p:nvPr>
            <p:custDataLst>
              <p:tags r:id="rId14"/>
            </p:custDataLst>
          </p:nvPr>
        </p:nvSpPr>
        <p:spPr bwMode="auto">
          <a:xfrm>
            <a:off x="403225" y="524351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AE7C7A1-A1D0-4339-8750-60CC335B06A9}" type="datetime'''''''B''r''a''''''n''''''''''''''''''''''d'''' 6'''''''''">
              <a:rPr lang="en-US" altLang="en-US" sz="1400" smtClean="0">
                <a:solidFill>
                  <a:srgbClr val="1A1D31"/>
                </a:solidFill>
              </a:rPr>
              <a:pPr marL="0" lvl="0" indent="0" algn="r">
                <a:spcBef>
                  <a:spcPct val="0"/>
                </a:spcBef>
                <a:spcAft>
                  <a:spcPct val="0"/>
                </a:spcAft>
                <a:buNone/>
              </a:pPr>
              <a:t>Brand 6</a:t>
            </a:fld>
            <a:endParaRPr lang="en-US" sz="1400"/>
          </a:p>
        </p:txBody>
      </p:sp>
      <p:sp>
        <p:nvSpPr>
          <p:cNvPr id="33" name="Text Placeholder 2">
            <a:extLst>
              <a:ext uri="{FF2B5EF4-FFF2-40B4-BE49-F238E27FC236}">
                <a16:creationId xmlns:a16="http://schemas.microsoft.com/office/drawing/2014/main" id="{29C42B69-C377-A7D0-1496-F526CCD0FA80}"/>
              </a:ext>
            </a:extLst>
          </p:cNvPr>
          <p:cNvSpPr>
            <a:spLocks/>
          </p:cNvSpPr>
          <p:nvPr>
            <p:custDataLst>
              <p:tags r:id="rId15"/>
            </p:custDataLst>
          </p:nvPr>
        </p:nvSpPr>
        <p:spPr bwMode="auto">
          <a:xfrm>
            <a:off x="403225" y="571500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7E460325-25F0-4177-96C3-6527D19F6B4D}" type="datetime'B''''''''''''''''r''''''''''''''''''''a''nd ''''''''''''7'">
              <a:rPr lang="en-US" altLang="en-US" sz="1400" smtClean="0">
                <a:solidFill>
                  <a:srgbClr val="1A1D31"/>
                </a:solidFill>
              </a:rPr>
              <a:pPr marL="0" lvl="0" indent="0" algn="r">
                <a:spcBef>
                  <a:spcPct val="0"/>
                </a:spcBef>
                <a:spcAft>
                  <a:spcPct val="0"/>
                </a:spcAft>
                <a:buNone/>
              </a:pPr>
              <a:t>Brand 7</a:t>
            </a:fld>
            <a:endParaRPr lang="en-US" sz="1400"/>
          </a:p>
        </p:txBody>
      </p:sp>
      <p:sp>
        <p:nvSpPr>
          <p:cNvPr id="39" name="Text Placeholder 2">
            <a:extLst>
              <a:ext uri="{FF2B5EF4-FFF2-40B4-BE49-F238E27FC236}">
                <a16:creationId xmlns:a16="http://schemas.microsoft.com/office/drawing/2014/main" id="{E14C730E-1CFD-BB90-D92D-5E530FD0B2B5}"/>
              </a:ext>
            </a:extLst>
          </p:cNvPr>
          <p:cNvSpPr>
            <a:spLocks/>
          </p:cNvSpPr>
          <p:nvPr>
            <p:custDataLst>
              <p:tags r:id="rId16"/>
            </p:custDataLst>
          </p:nvPr>
        </p:nvSpPr>
        <p:spPr bwMode="auto">
          <a:xfrm>
            <a:off x="4586288" y="1974850"/>
            <a:ext cx="974725"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r>
              <a:rPr lang="en-US" altLang="en-US" sz="1400" b="1">
                <a:solidFill>
                  <a:srgbClr val="1A1D31"/>
                </a:solidFill>
              </a:rPr>
              <a:t>Market avg.</a:t>
            </a:r>
            <a:endParaRPr lang="en-US" altLang="en-US" sz="1400" b="1">
              <a:effectLst/>
            </a:endParaRPr>
          </a:p>
          <a:p>
            <a:pPr marL="0" lvl="0" indent="0" algn="ctr">
              <a:spcBef>
                <a:spcPct val="0"/>
              </a:spcBef>
              <a:spcAft>
                <a:spcPct val="0"/>
              </a:spcAft>
              <a:buNone/>
            </a:pPr>
            <a:fld id="{38244F02-4612-42C9-9C12-F3FE8B86482B}" type="datetime'''2''''''''''''''''''''''5'''''''''''''''''''''">
              <a:rPr lang="en-US" altLang="en-US" sz="1400" smtClean="0">
                <a:solidFill>
                  <a:srgbClr val="1A1D31"/>
                </a:solidFill>
              </a:rPr>
              <a:pPr marL="0" lvl="0" indent="0" algn="ctr">
                <a:spcBef>
                  <a:spcPct val="0"/>
                </a:spcBef>
                <a:spcAft>
                  <a:spcPct val="0"/>
                </a:spcAft>
                <a:buNone/>
              </a:pPr>
              <a:t>25</a:t>
            </a:fld>
            <a:endParaRPr lang="en-US" sz="1400"/>
          </a:p>
        </p:txBody>
      </p:sp>
      <p:sp>
        <p:nvSpPr>
          <p:cNvPr id="54" name="Text Placeholder 2">
            <a:extLst>
              <a:ext uri="{FF2B5EF4-FFF2-40B4-BE49-F238E27FC236}">
                <a16:creationId xmlns:a16="http://schemas.microsoft.com/office/drawing/2014/main" id="{A36AD9A7-A470-4248-33C2-9AE6FF8B56DA}"/>
              </a:ext>
            </a:extLst>
          </p:cNvPr>
          <p:cNvSpPr>
            <a:spLocks/>
          </p:cNvSpPr>
          <p:nvPr>
            <p:custDataLst>
              <p:tags r:id="rId17"/>
            </p:custDataLst>
          </p:nvPr>
        </p:nvSpPr>
        <p:spPr bwMode="auto">
          <a:xfrm>
            <a:off x="5653088" y="1974850"/>
            <a:ext cx="8572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r>
              <a:rPr lang="en-US" altLang="en-US" sz="1400" b="1">
                <a:solidFill>
                  <a:srgbClr val="1A1D31"/>
                </a:solidFill>
              </a:rPr>
              <a:t>Our target</a:t>
            </a:r>
          </a:p>
          <a:p>
            <a:pPr marL="0" lvl="0" indent="0" algn="ctr">
              <a:spcBef>
                <a:spcPct val="0"/>
              </a:spcBef>
              <a:spcAft>
                <a:spcPct val="0"/>
              </a:spcAft>
              <a:buNone/>
            </a:pPr>
            <a:fld id="{B7B99715-CCEA-4008-B7DC-47D60E750A8C}" type="datetime'''''''''''''''''''''3''''''''6'''''''''''''''''">
              <a:rPr lang="en-US" altLang="en-US" sz="1400" smtClean="0">
                <a:solidFill>
                  <a:srgbClr val="1A1D31"/>
                </a:solidFill>
              </a:rPr>
              <a:pPr marL="0" lvl="0" indent="0" algn="ctr">
                <a:spcBef>
                  <a:spcPct val="0"/>
                </a:spcBef>
                <a:spcAft>
                  <a:spcPct val="0"/>
                </a:spcAft>
                <a:buNone/>
              </a:pPr>
              <a:t>36</a:t>
            </a:fld>
            <a:endParaRPr lang="en-US" sz="1400"/>
          </a:p>
        </p:txBody>
      </p:sp>
      <p:sp>
        <p:nvSpPr>
          <p:cNvPr id="125" name="Rectangle 124">
            <a:extLst>
              <a:ext uri="{FF2B5EF4-FFF2-40B4-BE49-F238E27FC236}">
                <a16:creationId xmlns:a16="http://schemas.microsoft.com/office/drawing/2014/main" id="{24AF8FE4-3A25-7F92-FA57-D7436F27B24F}"/>
              </a:ext>
            </a:extLst>
          </p:cNvPr>
          <p:cNvSpPr/>
          <p:nvPr>
            <p:custDataLst>
              <p:tags r:id="rId18"/>
            </p:custDataLst>
          </p:nvPr>
        </p:nvSpPr>
        <p:spPr bwMode="auto">
          <a:xfrm>
            <a:off x="474663" y="1974850"/>
            <a:ext cx="250825" cy="187325"/>
          </a:xfrm>
          <a:prstGeom prst="rect">
            <a:avLst/>
          </a:prstGeom>
          <a:solidFill>
            <a:schemeClr val="accent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chemeClr val="bg1"/>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124" name="Rectangle 123">
            <a:extLst>
              <a:ext uri="{FF2B5EF4-FFF2-40B4-BE49-F238E27FC236}">
                <a16:creationId xmlns:a16="http://schemas.microsoft.com/office/drawing/2014/main" id="{8F71070C-E52C-D998-EC41-3DB65A967EF7}"/>
              </a:ext>
            </a:extLst>
          </p:cNvPr>
          <p:cNvSpPr/>
          <p:nvPr>
            <p:custDataLst>
              <p:tags r:id="rId19"/>
            </p:custDataLst>
          </p:nvPr>
        </p:nvSpPr>
        <p:spPr bwMode="auto">
          <a:xfrm>
            <a:off x="1674813" y="197485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71" name="Text Placeholder 2">
            <a:extLst>
              <a:ext uri="{FF2B5EF4-FFF2-40B4-BE49-F238E27FC236}">
                <a16:creationId xmlns:a16="http://schemas.microsoft.com/office/drawing/2014/main" id="{03B45610-B3C0-1D08-1D95-95FF6C013374}"/>
              </a:ext>
            </a:extLst>
          </p:cNvPr>
          <p:cNvSpPr>
            <a:spLocks/>
          </p:cNvSpPr>
          <p:nvPr>
            <p:custDataLst>
              <p:tags r:id="rId20"/>
            </p:custDataLst>
          </p:nvPr>
        </p:nvSpPr>
        <p:spPr bwMode="auto">
          <a:xfrm>
            <a:off x="776288" y="1970088"/>
            <a:ext cx="7969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0AB0605-8D71-4CE9-92CF-791AE4211A99}" type="datetime'O''u''''''''''''''r'''' ''''''b''''''r''''''a''''''nd'">
              <a:rPr lang="en-US" altLang="en-US" sz="1400" smtClean="0">
                <a:solidFill>
                  <a:srgbClr val="1A1D31"/>
                </a:solidFill>
              </a:rPr>
              <a:pPr marL="0" lvl="0" indent="0">
                <a:spcBef>
                  <a:spcPct val="0"/>
                </a:spcBef>
                <a:spcAft>
                  <a:spcPct val="0"/>
                </a:spcAft>
                <a:buNone/>
              </a:pPr>
              <a:t>Our brand</a:t>
            </a:fld>
            <a:endParaRPr lang="en-US" sz="1400"/>
          </a:p>
        </p:txBody>
      </p:sp>
      <p:sp>
        <p:nvSpPr>
          <p:cNvPr id="68" name="Text Placeholder 2">
            <a:extLst>
              <a:ext uri="{FF2B5EF4-FFF2-40B4-BE49-F238E27FC236}">
                <a16:creationId xmlns:a16="http://schemas.microsoft.com/office/drawing/2014/main" id="{A36AD9A7-A470-4248-33C2-9AE6FF8B56DA}"/>
              </a:ext>
            </a:extLst>
          </p:cNvPr>
          <p:cNvSpPr>
            <a:spLocks/>
          </p:cNvSpPr>
          <p:nvPr>
            <p:custDataLst>
              <p:tags r:id="rId21"/>
            </p:custDataLst>
          </p:nvPr>
        </p:nvSpPr>
        <p:spPr bwMode="auto">
          <a:xfrm>
            <a:off x="1976438" y="1970088"/>
            <a:ext cx="9556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6FBF1B3-9BFC-4E0D-8B82-E2C6FF0E38B7}" type="datetime'''C''''o''''''m''''p''''et''''i''''''t''''''''o''''rs'''''''''">
              <a:rPr lang="en-US" altLang="en-US" sz="1400" smtClean="0">
                <a:solidFill>
                  <a:srgbClr val="1A1D31"/>
                </a:solidFill>
              </a:rPr>
              <a:pPr marL="0" lvl="0" indent="0">
                <a:spcBef>
                  <a:spcPct val="0"/>
                </a:spcBef>
                <a:spcAft>
                  <a:spcPct val="0"/>
                </a:spcAft>
                <a:buNone/>
              </a:pPr>
              <a:t>Competitors</a:t>
            </a:fld>
            <a:endParaRPr lang="en-US" sz="1400"/>
          </a:p>
        </p:txBody>
      </p:sp>
      <p:sp>
        <p:nvSpPr>
          <p:cNvPr id="6" name="tc_columnhead">
            <a:extLst>
              <a:ext uri="{FF2B5EF4-FFF2-40B4-BE49-F238E27FC236}">
                <a16:creationId xmlns:a16="http://schemas.microsoft.com/office/drawing/2014/main" id="{DD8B1446-4C6B-3F84-1547-B2F5067DF169}"/>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8" name="tc_columnheadline">
            <a:extLst>
              <a:ext uri="{FF2B5EF4-FFF2-40B4-BE49-F238E27FC236}">
                <a16:creationId xmlns:a16="http://schemas.microsoft.com/office/drawing/2014/main" id="{C95042D1-A540-5ADE-F6A4-9668F6EA2130}"/>
              </a:ext>
            </a:extLst>
          </p:cNvPr>
          <p:cNvCxnSpPr>
            <a:cxnSpLocks/>
            <a:stCxn id="6" idx="4"/>
            <a:endCxn id="6"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c_columnhead">
            <a:extLst>
              <a:ext uri="{FF2B5EF4-FFF2-40B4-BE49-F238E27FC236}">
                <a16:creationId xmlns:a16="http://schemas.microsoft.com/office/drawing/2014/main" id="{7C88D92E-A6CE-ADA2-BF37-DBB878DC12FC}"/>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4" name="tc_columnheadline">
            <a:extLst>
              <a:ext uri="{FF2B5EF4-FFF2-40B4-BE49-F238E27FC236}">
                <a16:creationId xmlns:a16="http://schemas.microsoft.com/office/drawing/2014/main" id="{4672D726-8B34-C51E-E021-BE9CC02D9934}"/>
              </a:ext>
            </a:extLst>
          </p:cNvPr>
          <p:cNvCxnSpPr>
            <a:cxnSpLocks/>
            <a:stCxn id="11" idx="4"/>
            <a:endCxn id="11"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Text Placeholder 15">
            <a:extLst>
              <a:ext uri="{FF2B5EF4-FFF2-40B4-BE49-F238E27FC236}">
                <a16:creationId xmlns:a16="http://schemas.microsoft.com/office/drawing/2014/main" id="{A2E4A1B7-8BBA-7E58-A088-FD226839ED9B}"/>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 columns, bars, think-cell, chart, charts, graph, graphs, comment</a:t>
            </a:r>
          </a:p>
        </p:txBody>
      </p:sp>
    </p:spTree>
    <p:extLst>
      <p:ext uri="{BB962C8B-B14F-4D97-AF65-F5344CB8AC3E}">
        <p14:creationId xmlns:p14="http://schemas.microsoft.com/office/powerpoint/2010/main" val="832147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1135903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349" imgH="350" progId="TCLayout.ActiveDocument.1">
                  <p:embed/>
                </p:oleObj>
              </mc:Choice>
              <mc:Fallback>
                <p:oleObj name="think-cell Slide" r:id="rId24"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3" name="Rectangle 18">
            <a:extLst>
              <a:ext uri="{FF2B5EF4-FFF2-40B4-BE49-F238E27FC236}">
                <a16:creationId xmlns:a16="http://schemas.microsoft.com/office/drawing/2014/main" id="{7F4EBA3E-1547-3489-3D2C-A48BCEF28565}"/>
              </a:ext>
            </a:extLst>
          </p:cNvPr>
          <p:cNvSpPr>
            <a:spLocks/>
          </p:cNvSpPr>
          <p:nvPr/>
        </p:nvSpPr>
        <p:spPr>
          <a:xfrm>
            <a:off x="8811106" y="-1175326"/>
            <a:ext cx="4575600" cy="1734697"/>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value lines, difference arrows),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p>
          <a:p>
            <a:pPr marL="140400" indent="-140400">
              <a:buFont typeface="Arial" panose="020B0604020202020204" pitchFamily="34" charset="0"/>
              <a:buChar char="•"/>
            </a:pPr>
            <a:r>
              <a:rPr lang="en-US" sz="1200" dirty="0">
                <a:solidFill>
                  <a:schemeClr val="tx1"/>
                </a:solidFill>
                <a:cs typeface="Arial"/>
              </a:rPr>
              <a:t>To </a:t>
            </a:r>
            <a:r>
              <a:rPr lang="en-US" sz="1200" b="1" dirty="0">
                <a:solidFill>
                  <a:schemeClr val="tx1"/>
                </a:solidFill>
                <a:cs typeface="Arial"/>
              </a:rPr>
              <a:t>sort the bars</a:t>
            </a:r>
            <a:r>
              <a:rPr lang="en-US" sz="1200" dirty="0">
                <a:solidFill>
                  <a:schemeClr val="tx1"/>
                </a:solidFill>
                <a:cs typeface="Arial"/>
              </a:rPr>
              <a:t> from highest to lowest, in the mini toolbar, select </a:t>
            </a:r>
            <a:r>
              <a:rPr lang="en-US" sz="1200" b="1" dirty="0">
                <a:solidFill>
                  <a:schemeClr val="tx1"/>
                </a:solidFill>
                <a:cs typeface="Arial"/>
              </a:rPr>
              <a:t>Categories in Descending Y Extent Order</a:t>
            </a:r>
            <a:r>
              <a:rPr lang="en-US" sz="1200" dirty="0">
                <a:solidFill>
                  <a:schemeClr val="tx1"/>
                </a:solidFill>
                <a:cs typeface="Arial"/>
              </a:rPr>
              <a:t>.</a:t>
            </a:r>
          </a:p>
        </p:txBody>
      </p:sp>
      <p:graphicFrame>
        <p:nvGraphicFramePr>
          <p:cNvPr id="9" name="Chart 8">
            <a:extLst>
              <a:ext uri="{FF2B5EF4-FFF2-40B4-BE49-F238E27FC236}">
                <a16:creationId xmlns:a16="http://schemas.microsoft.com/office/drawing/2014/main" id="{CBD56CE7-10C6-CF16-4B7A-CD2E5C99D3FE}"/>
              </a:ext>
            </a:extLst>
          </p:cNvPr>
          <p:cNvGraphicFramePr/>
          <p:nvPr>
            <p:custDataLst>
              <p:tags r:id="rId2"/>
            </p:custDataLst>
            <p:extLst>
              <p:ext uri="{D42A27DB-BD31-4B8C-83A1-F6EECF244321}">
                <p14:modId xmlns:p14="http://schemas.microsoft.com/office/powerpoint/2010/main" val="3042036561"/>
              </p:ext>
            </p:extLst>
          </p:nvPr>
        </p:nvGraphicFramePr>
        <p:xfrm>
          <a:off x="812800" y="2249488"/>
          <a:ext cx="6804025" cy="4114800"/>
        </p:xfrm>
        <a:graphic>
          <a:graphicData uri="http://schemas.openxmlformats.org/drawingml/2006/chart">
            <c:chart xmlns:c="http://schemas.openxmlformats.org/drawingml/2006/chart" xmlns:r="http://schemas.openxmlformats.org/officeDocument/2006/relationships" r:id="rId26"/>
          </a:graphicData>
        </a:graphic>
      </p:graphicFrame>
      <p:sp>
        <p:nvSpPr>
          <p:cNvPr id="21" name="Arrow: Right 20">
            <a:extLst>
              <a:ext uri="{FF2B5EF4-FFF2-40B4-BE49-F238E27FC236}">
                <a16:creationId xmlns:a16="http://schemas.microsoft.com/office/drawing/2014/main" id="{C825AC13-30B3-F273-0862-975E9BD50234}"/>
              </a:ext>
            </a:extLst>
          </p:cNvPr>
          <p:cNvSpPr>
            <a:spLocks/>
          </p:cNvSpPr>
          <p:nvPr>
            <p:custDataLst>
              <p:tags r:id="rId3"/>
            </p:custDataLst>
          </p:nvPr>
        </p:nvSpPr>
        <p:spPr bwMode="auto">
          <a:xfrm rot="5400000">
            <a:off x="5010150"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356" name="Straight Connector 355">
            <a:extLst>
              <a:ext uri="{FF2B5EF4-FFF2-40B4-BE49-F238E27FC236}">
                <a16:creationId xmlns:a16="http://schemas.microsoft.com/office/drawing/2014/main" id="{934AA6D2-1DFC-3C1F-AF13-57F06750C6BB}"/>
              </a:ext>
            </a:extLst>
          </p:cNvPr>
          <p:cNvCxnSpPr/>
          <p:nvPr>
            <p:custDataLst>
              <p:tags r:id="rId4"/>
            </p:custDataLst>
          </p:nvPr>
        </p:nvCxnSpPr>
        <p:spPr bwMode="auto">
          <a:xfrm flipV="1">
            <a:off x="5073650" y="4513263"/>
            <a:ext cx="0" cy="1544638"/>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2" name="Straight Connector 361">
            <a:extLst>
              <a:ext uri="{FF2B5EF4-FFF2-40B4-BE49-F238E27FC236}">
                <a16:creationId xmlns:a16="http://schemas.microsoft.com/office/drawing/2014/main" id="{8A799DCC-6AD1-F5DE-9DE9-5EAE89C72688}"/>
              </a:ext>
            </a:extLst>
          </p:cNvPr>
          <p:cNvCxnSpPr/>
          <p:nvPr>
            <p:custDataLst>
              <p:tags r:id="rId5"/>
            </p:custDataLst>
          </p:nvPr>
        </p:nvCxnSpPr>
        <p:spPr bwMode="auto">
          <a:xfrm flipV="1">
            <a:off x="5073650" y="2757488"/>
            <a:ext cx="0" cy="1543050"/>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5" name="Arrow: Right 54">
            <a:extLst>
              <a:ext uri="{FF2B5EF4-FFF2-40B4-BE49-F238E27FC236}">
                <a16:creationId xmlns:a16="http://schemas.microsoft.com/office/drawing/2014/main" id="{6227B2AA-AA04-C8F9-65BC-DC85CA80B33D}"/>
              </a:ext>
            </a:extLst>
          </p:cNvPr>
          <p:cNvSpPr/>
          <p:nvPr>
            <p:custDataLst>
              <p:tags r:id="rId6"/>
            </p:custDataLst>
          </p:nvPr>
        </p:nvSpPr>
        <p:spPr bwMode="auto">
          <a:xfrm rot="5400000">
            <a:off x="6018213"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56" name="Straight Connector 55">
            <a:extLst>
              <a:ext uri="{FF2B5EF4-FFF2-40B4-BE49-F238E27FC236}">
                <a16:creationId xmlns:a16="http://schemas.microsoft.com/office/drawing/2014/main" id="{54C474CB-78C2-3A26-CF08-CFBBD02A0CFA}"/>
              </a:ext>
            </a:extLst>
          </p:cNvPr>
          <p:cNvCxnSpPr>
            <a:cxnSpLocks/>
          </p:cNvCxnSpPr>
          <p:nvPr>
            <p:custDataLst>
              <p:tags r:id="rId7"/>
            </p:custDataLst>
          </p:nvPr>
        </p:nvCxnSpPr>
        <p:spPr bwMode="auto">
          <a:xfrm flipV="1">
            <a:off x="6081713" y="2757488"/>
            <a:ext cx="0" cy="3300413"/>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 Placeholder 2">
            <a:extLst>
              <a:ext uri="{FF2B5EF4-FFF2-40B4-BE49-F238E27FC236}">
                <a16:creationId xmlns:a16="http://schemas.microsoft.com/office/drawing/2014/main" id="{0E8F8D5C-1491-8981-3D5A-0B42E45A1311}"/>
              </a:ext>
            </a:extLst>
          </p:cNvPr>
          <p:cNvSpPr>
            <a:spLocks/>
          </p:cNvSpPr>
          <p:nvPr>
            <p:custDataLst>
              <p:tags r:id="rId8"/>
            </p:custDataLst>
          </p:nvPr>
        </p:nvSpPr>
        <p:spPr bwMode="auto">
          <a:xfrm>
            <a:off x="7558088" y="2544762"/>
            <a:ext cx="5905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ct val="0"/>
              </a:spcBef>
              <a:spcAft>
                <a:spcPct val="0"/>
              </a:spcAft>
              <a:buNone/>
            </a:pPr>
            <a:r>
              <a:rPr lang="en-US" altLang="en-US" sz="1400">
                <a:solidFill>
                  <a:schemeClr val="tx1"/>
                </a:solidFill>
                <a:effectLst/>
                <a:sym typeface="+mn-lt"/>
              </a:rPr>
              <a:t>Margin</a:t>
            </a:r>
            <a:br>
              <a:rPr lang="en-US" altLang="en-US" sz="1400">
                <a:solidFill>
                  <a:schemeClr val="tx1"/>
                </a:solidFill>
                <a:effectLst/>
                <a:sym typeface="+mn-lt"/>
              </a:rPr>
            </a:br>
            <a:r>
              <a:rPr lang="en-US" altLang="en-US" sz="1400">
                <a:solidFill>
                  <a:schemeClr val="tx1"/>
                </a:solidFill>
                <a:effectLst/>
                <a:sym typeface="+mn-lt"/>
              </a:rPr>
              <a:t>p</a:t>
            </a:r>
            <a:r>
              <a:rPr lang="en-US" sz="1400">
                <a:sym typeface="+mn-lt"/>
                <a:solidFill>
                  <a:srgbClr val="1A1D31"/>
                </a:solidFill>
              </a:rPr>
              <a:t>er unit</a:t>
            </a:r>
            <a:endParaRPr lang="en-US" sz="1400">
              <a:solidFill>
                <a:schemeClr val="tx1"/>
              </a:solidFill>
              <a:sym typeface="+mn-lt"/>
            </a:endParaRPr>
          </a:p>
        </p:txBody>
      </p:sp>
      <p:sp>
        <p:nvSpPr>
          <p:cNvPr id="24" name="Text Placeholder 2">
            <a:extLst>
              <a:ext uri="{FF2B5EF4-FFF2-40B4-BE49-F238E27FC236}">
                <a16:creationId xmlns:a16="http://schemas.microsoft.com/office/drawing/2014/main" id="{8A4D44A3-DF10-DFD0-EE66-C96264BE5B68}"/>
              </a:ext>
            </a:extLst>
          </p:cNvPr>
          <p:cNvSpPr>
            <a:spLocks/>
          </p:cNvSpPr>
          <p:nvPr>
            <p:custDataLst>
              <p:tags r:id="rId9"/>
            </p:custDataLst>
          </p:nvPr>
        </p:nvSpPr>
        <p:spPr bwMode="auto">
          <a:xfrm>
            <a:off x="403225" y="288607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5BA8B82-2C5E-446B-AE5B-7515A83038B1}" type="datetime'''B''r''an''''''''''''''''''''''''''d'''''''' ''''1'">
              <a:rPr lang="en-US" altLang="en-US" sz="1400" smtClean="0">
                <a:solidFill>
                  <a:srgbClr val="1A1D31"/>
                </a:solidFill>
              </a:rPr>
              <a:pPr marL="0" lvl="0" indent="0" algn="r">
                <a:spcBef>
                  <a:spcPct val="0"/>
                </a:spcBef>
                <a:spcAft>
                  <a:spcPct val="0"/>
                </a:spcAft>
                <a:buNone/>
              </a:pPr>
              <a:t>Brand 1</a:t>
            </a:fld>
            <a:endParaRPr lang="en-US" sz="1400"/>
          </a:p>
        </p:txBody>
      </p:sp>
      <p:sp>
        <p:nvSpPr>
          <p:cNvPr id="26" name="Text Placeholder 2">
            <a:extLst>
              <a:ext uri="{FF2B5EF4-FFF2-40B4-BE49-F238E27FC236}">
                <a16:creationId xmlns:a16="http://schemas.microsoft.com/office/drawing/2014/main" id="{A3D46989-DB07-AF83-390A-708F0554011E}"/>
              </a:ext>
            </a:extLst>
          </p:cNvPr>
          <p:cNvSpPr>
            <a:spLocks/>
          </p:cNvSpPr>
          <p:nvPr>
            <p:custDataLst>
              <p:tags r:id="rId10"/>
            </p:custDataLst>
          </p:nvPr>
        </p:nvSpPr>
        <p:spPr bwMode="auto">
          <a:xfrm>
            <a:off x="403225" y="335756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0A6ECC6-4287-4547-BFCA-64B9A0539B5E}" type="datetime'''''''''B''''''r''a''''n''''d'''''''' ''''''2'''''">
              <a:rPr lang="en-US" altLang="en-US" sz="1400" smtClean="0">
                <a:solidFill>
                  <a:srgbClr val="1A1D31"/>
                </a:solidFill>
              </a:rPr>
              <a:pPr marL="0" lvl="0" indent="0" algn="r">
                <a:spcBef>
                  <a:spcPct val="0"/>
                </a:spcBef>
                <a:spcAft>
                  <a:spcPct val="0"/>
                </a:spcAft>
                <a:buNone/>
              </a:pPr>
              <a:t>Brand 2</a:t>
            </a:fld>
            <a:endParaRPr lang="en-US" sz="1400"/>
          </a:p>
        </p:txBody>
      </p:sp>
      <p:sp>
        <p:nvSpPr>
          <p:cNvPr id="27" name="Text Placeholder 2">
            <a:extLst>
              <a:ext uri="{FF2B5EF4-FFF2-40B4-BE49-F238E27FC236}">
                <a16:creationId xmlns:a16="http://schemas.microsoft.com/office/drawing/2014/main" id="{E88BD066-4908-0B00-E9CE-64681E72D930}"/>
              </a:ext>
            </a:extLst>
          </p:cNvPr>
          <p:cNvSpPr>
            <a:spLocks/>
          </p:cNvSpPr>
          <p:nvPr>
            <p:custDataLst>
              <p:tags r:id="rId11"/>
            </p:custDataLst>
          </p:nvPr>
        </p:nvSpPr>
        <p:spPr bwMode="auto">
          <a:xfrm>
            <a:off x="403225" y="382905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0D3C9C3-D821-42CA-83DB-48FA5BABAA52}" type="datetime'''''''''B''''''''''''r''''an''d'''''' ''''''''''3'''''''">
              <a:rPr lang="en-US" altLang="en-US" sz="1400" smtClean="0">
                <a:solidFill>
                  <a:srgbClr val="1A1D31"/>
                </a:solidFill>
              </a:rPr>
              <a:pPr marL="0" lvl="0" indent="0" algn="r">
                <a:spcBef>
                  <a:spcPct val="0"/>
                </a:spcBef>
                <a:spcAft>
                  <a:spcPct val="0"/>
                </a:spcAft>
                <a:buNone/>
              </a:pPr>
              <a:t>Brand 3</a:t>
            </a:fld>
            <a:endParaRPr lang="en-US" sz="1400"/>
          </a:p>
        </p:txBody>
      </p:sp>
      <p:sp>
        <p:nvSpPr>
          <p:cNvPr id="28" name="Text Placeholder 2">
            <a:extLst>
              <a:ext uri="{FF2B5EF4-FFF2-40B4-BE49-F238E27FC236}">
                <a16:creationId xmlns:a16="http://schemas.microsoft.com/office/drawing/2014/main" id="{CA9671B0-D91D-6C8A-3F88-EAD87348508B}"/>
              </a:ext>
            </a:extLst>
          </p:cNvPr>
          <p:cNvSpPr>
            <a:spLocks/>
          </p:cNvSpPr>
          <p:nvPr>
            <p:custDataLst>
              <p:tags r:id="rId12"/>
            </p:custDataLst>
          </p:nvPr>
        </p:nvSpPr>
        <p:spPr bwMode="auto">
          <a:xfrm>
            <a:off x="403225" y="4300538"/>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41EDE958-AF08-42F2-87AE-C4F05609F1DF}" type="datetime'''B''r''''''''''''''''''''''''''''''''an''''''''d'''' 4'''">
              <a:rPr lang="en-US" altLang="en-US" sz="1400" smtClean="0">
                <a:solidFill>
                  <a:srgbClr val="1A1D31"/>
                </a:solidFill>
              </a:rPr>
              <a:pPr marL="0" lvl="0" indent="0" algn="r">
                <a:spcBef>
                  <a:spcPct val="0"/>
                </a:spcBef>
                <a:spcAft>
                  <a:spcPct val="0"/>
                </a:spcAft>
                <a:buNone/>
              </a:pPr>
              <a:t>Brand 4</a:t>
            </a:fld>
            <a:endParaRPr lang="en-US" sz="1400"/>
          </a:p>
        </p:txBody>
      </p:sp>
      <p:sp>
        <p:nvSpPr>
          <p:cNvPr id="31" name="Text Placeholder 2">
            <a:extLst>
              <a:ext uri="{FF2B5EF4-FFF2-40B4-BE49-F238E27FC236}">
                <a16:creationId xmlns:a16="http://schemas.microsoft.com/office/drawing/2014/main" id="{49CF8985-4D3C-EFA2-B457-B43029BBF799}"/>
              </a:ext>
            </a:extLst>
          </p:cNvPr>
          <p:cNvSpPr>
            <a:spLocks/>
          </p:cNvSpPr>
          <p:nvPr>
            <p:custDataLst>
              <p:tags r:id="rId13"/>
            </p:custDataLst>
          </p:nvPr>
        </p:nvSpPr>
        <p:spPr bwMode="auto">
          <a:xfrm>
            <a:off x="403225" y="477202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D3BF212-0685-4A0F-9AC7-E70BADFD212A}" type="datetime'''''B''''r''''''''''a''''''nd'''''''''''''''''''''''' ''''5'">
              <a:rPr lang="en-US" altLang="en-US" sz="1400" smtClean="0">
                <a:solidFill>
                  <a:srgbClr val="1A1D31"/>
                </a:solidFill>
              </a:rPr>
              <a:pPr marL="0" lvl="0" indent="0" algn="r">
                <a:spcBef>
                  <a:spcPct val="0"/>
                </a:spcBef>
                <a:spcAft>
                  <a:spcPct val="0"/>
                </a:spcAft>
                <a:buNone/>
              </a:pPr>
              <a:t>Brand 5</a:t>
            </a:fld>
            <a:endParaRPr lang="en-US" sz="1400"/>
          </a:p>
        </p:txBody>
      </p:sp>
      <p:sp>
        <p:nvSpPr>
          <p:cNvPr id="32" name="Text Placeholder 2">
            <a:extLst>
              <a:ext uri="{FF2B5EF4-FFF2-40B4-BE49-F238E27FC236}">
                <a16:creationId xmlns:a16="http://schemas.microsoft.com/office/drawing/2014/main" id="{51F04605-7815-7E0B-4DC4-560BDAA83566}"/>
              </a:ext>
            </a:extLst>
          </p:cNvPr>
          <p:cNvSpPr>
            <a:spLocks/>
          </p:cNvSpPr>
          <p:nvPr>
            <p:custDataLst>
              <p:tags r:id="rId14"/>
            </p:custDataLst>
          </p:nvPr>
        </p:nvSpPr>
        <p:spPr bwMode="auto">
          <a:xfrm>
            <a:off x="403225" y="524351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AE7C7A1-A1D0-4339-8750-60CC335B06A9}" type="datetime'''''''B''r''a''''''n''''''''''''''''''''''d'''' 6'''''''''">
              <a:rPr lang="en-US" altLang="en-US" sz="1400" smtClean="0">
                <a:solidFill>
                  <a:srgbClr val="1A1D31"/>
                </a:solidFill>
              </a:rPr>
              <a:pPr marL="0" lvl="0" indent="0" algn="r">
                <a:spcBef>
                  <a:spcPct val="0"/>
                </a:spcBef>
                <a:spcAft>
                  <a:spcPct val="0"/>
                </a:spcAft>
                <a:buNone/>
              </a:pPr>
              <a:t>Brand 6</a:t>
            </a:fld>
            <a:endParaRPr lang="en-US" sz="1400"/>
          </a:p>
        </p:txBody>
      </p:sp>
      <p:sp>
        <p:nvSpPr>
          <p:cNvPr id="33" name="Text Placeholder 2">
            <a:extLst>
              <a:ext uri="{FF2B5EF4-FFF2-40B4-BE49-F238E27FC236}">
                <a16:creationId xmlns:a16="http://schemas.microsoft.com/office/drawing/2014/main" id="{29C42B69-C377-A7D0-1496-F526CCD0FA80}"/>
              </a:ext>
            </a:extLst>
          </p:cNvPr>
          <p:cNvSpPr>
            <a:spLocks/>
          </p:cNvSpPr>
          <p:nvPr>
            <p:custDataLst>
              <p:tags r:id="rId15"/>
            </p:custDataLst>
          </p:nvPr>
        </p:nvSpPr>
        <p:spPr bwMode="auto">
          <a:xfrm>
            <a:off x="403225" y="571500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7E460325-25F0-4177-96C3-6527D19F6B4D}" type="datetime'B''''''''''''''''r''''''''''''''''''''a''nd ''''''''''''7'">
              <a:rPr lang="en-US" altLang="en-US" sz="1400" smtClean="0">
                <a:solidFill>
                  <a:srgbClr val="1A1D31"/>
                </a:solidFill>
              </a:rPr>
              <a:pPr marL="0" lvl="0" indent="0" algn="r">
                <a:spcBef>
                  <a:spcPct val="0"/>
                </a:spcBef>
                <a:spcAft>
                  <a:spcPct val="0"/>
                </a:spcAft>
                <a:buNone/>
              </a:pPr>
              <a:t>Brand 7</a:t>
            </a:fld>
            <a:endParaRPr lang="en-US" sz="1400"/>
          </a:p>
        </p:txBody>
      </p:sp>
      <p:sp>
        <p:nvSpPr>
          <p:cNvPr id="39" name="Text Placeholder 2">
            <a:extLst>
              <a:ext uri="{FF2B5EF4-FFF2-40B4-BE49-F238E27FC236}">
                <a16:creationId xmlns:a16="http://schemas.microsoft.com/office/drawing/2014/main" id="{E14C730E-1CFD-BB90-D92D-5E530FD0B2B5}"/>
              </a:ext>
            </a:extLst>
          </p:cNvPr>
          <p:cNvSpPr>
            <a:spLocks/>
          </p:cNvSpPr>
          <p:nvPr>
            <p:custDataLst>
              <p:tags r:id="rId16"/>
            </p:custDataLst>
          </p:nvPr>
        </p:nvSpPr>
        <p:spPr bwMode="auto">
          <a:xfrm>
            <a:off x="4586288" y="1974850"/>
            <a:ext cx="974725"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r>
              <a:rPr lang="en-US" altLang="en-US" sz="1400" b="1">
                <a:solidFill>
                  <a:srgbClr val="1A1D31"/>
                </a:solidFill>
              </a:rPr>
              <a:t>Market avg.</a:t>
            </a:r>
            <a:endParaRPr lang="en-US" altLang="en-US" sz="1400" b="1">
              <a:effectLst/>
            </a:endParaRPr>
          </a:p>
          <a:p>
            <a:pPr marL="0" lvl="0" indent="0" algn="ctr">
              <a:spcBef>
                <a:spcPct val="0"/>
              </a:spcBef>
              <a:spcAft>
                <a:spcPct val="0"/>
              </a:spcAft>
              <a:buNone/>
            </a:pPr>
            <a:fld id="{38244F02-4612-42C9-9C12-F3FE8B86482B}" type="datetime'''2''''''''''''''''''''''5'''''''''''''''''''''">
              <a:rPr lang="en-US" altLang="en-US" sz="1400" smtClean="0">
                <a:solidFill>
                  <a:srgbClr val="1A1D31"/>
                </a:solidFill>
              </a:rPr>
              <a:pPr marL="0" lvl="0" indent="0" algn="ctr">
                <a:spcBef>
                  <a:spcPct val="0"/>
                </a:spcBef>
                <a:spcAft>
                  <a:spcPct val="0"/>
                </a:spcAft>
                <a:buNone/>
              </a:pPr>
              <a:t>25</a:t>
            </a:fld>
            <a:endParaRPr lang="en-US" sz="1400"/>
          </a:p>
        </p:txBody>
      </p:sp>
      <p:sp>
        <p:nvSpPr>
          <p:cNvPr id="54" name="Text Placeholder 2">
            <a:extLst>
              <a:ext uri="{FF2B5EF4-FFF2-40B4-BE49-F238E27FC236}">
                <a16:creationId xmlns:a16="http://schemas.microsoft.com/office/drawing/2014/main" id="{A36AD9A7-A470-4248-33C2-9AE6FF8B56DA}"/>
              </a:ext>
            </a:extLst>
          </p:cNvPr>
          <p:cNvSpPr>
            <a:spLocks/>
          </p:cNvSpPr>
          <p:nvPr>
            <p:custDataLst>
              <p:tags r:id="rId17"/>
            </p:custDataLst>
          </p:nvPr>
        </p:nvSpPr>
        <p:spPr bwMode="auto">
          <a:xfrm>
            <a:off x="5653088" y="1974850"/>
            <a:ext cx="8572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r>
              <a:rPr lang="en-US" altLang="en-US" sz="1400" b="1">
                <a:solidFill>
                  <a:srgbClr val="1A1D31"/>
                </a:solidFill>
              </a:rPr>
              <a:t>Our target</a:t>
            </a:r>
          </a:p>
          <a:p>
            <a:pPr marL="0" lvl="0" indent="0" algn="ctr">
              <a:spcBef>
                <a:spcPct val="0"/>
              </a:spcBef>
              <a:spcAft>
                <a:spcPct val="0"/>
              </a:spcAft>
              <a:buNone/>
            </a:pPr>
            <a:fld id="{B7B99715-CCEA-4008-B7DC-47D60E750A8C}" type="datetime'''''''''''''''''''''3''''''''6'''''''''''''''''">
              <a:rPr lang="en-US" altLang="en-US" sz="1400" smtClean="0">
                <a:solidFill>
                  <a:srgbClr val="1A1D31"/>
                </a:solidFill>
              </a:rPr>
              <a:pPr marL="0" lvl="0" indent="0" algn="ctr">
                <a:spcBef>
                  <a:spcPct val="0"/>
                </a:spcBef>
                <a:spcAft>
                  <a:spcPct val="0"/>
                </a:spcAft>
                <a:buNone/>
              </a:pPr>
              <a:t>36</a:t>
            </a:fld>
            <a:endParaRPr lang="en-US" sz="1400"/>
          </a:p>
        </p:txBody>
      </p:sp>
      <p:sp>
        <p:nvSpPr>
          <p:cNvPr id="125" name="Rectangle 124">
            <a:extLst>
              <a:ext uri="{FF2B5EF4-FFF2-40B4-BE49-F238E27FC236}">
                <a16:creationId xmlns:a16="http://schemas.microsoft.com/office/drawing/2014/main" id="{24AF8FE4-3A25-7F92-FA57-D7436F27B24F}"/>
              </a:ext>
            </a:extLst>
          </p:cNvPr>
          <p:cNvSpPr/>
          <p:nvPr>
            <p:custDataLst>
              <p:tags r:id="rId18"/>
            </p:custDataLst>
          </p:nvPr>
        </p:nvSpPr>
        <p:spPr bwMode="auto">
          <a:xfrm>
            <a:off x="474663" y="1974850"/>
            <a:ext cx="250825" cy="187325"/>
          </a:xfrm>
          <a:prstGeom prst="rect">
            <a:avLst/>
          </a:prstGeom>
          <a:solidFill>
            <a:schemeClr val="accent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chemeClr val="bg1"/>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124" name="Rectangle 123">
            <a:extLst>
              <a:ext uri="{FF2B5EF4-FFF2-40B4-BE49-F238E27FC236}">
                <a16:creationId xmlns:a16="http://schemas.microsoft.com/office/drawing/2014/main" id="{8F71070C-E52C-D998-EC41-3DB65A967EF7}"/>
              </a:ext>
            </a:extLst>
          </p:cNvPr>
          <p:cNvSpPr/>
          <p:nvPr>
            <p:custDataLst>
              <p:tags r:id="rId19"/>
            </p:custDataLst>
          </p:nvPr>
        </p:nvSpPr>
        <p:spPr bwMode="auto">
          <a:xfrm>
            <a:off x="1674813" y="197485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71" name="Text Placeholder 2">
            <a:extLst>
              <a:ext uri="{FF2B5EF4-FFF2-40B4-BE49-F238E27FC236}">
                <a16:creationId xmlns:a16="http://schemas.microsoft.com/office/drawing/2014/main" id="{03B45610-B3C0-1D08-1D95-95FF6C013374}"/>
              </a:ext>
            </a:extLst>
          </p:cNvPr>
          <p:cNvSpPr>
            <a:spLocks/>
          </p:cNvSpPr>
          <p:nvPr>
            <p:custDataLst>
              <p:tags r:id="rId20"/>
            </p:custDataLst>
          </p:nvPr>
        </p:nvSpPr>
        <p:spPr bwMode="auto">
          <a:xfrm>
            <a:off x="776288" y="1970088"/>
            <a:ext cx="7969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0AB0605-8D71-4CE9-92CF-791AE4211A99}" type="datetime'O''u''''''''''''''r'''' ''''''b''''''r''''''a''''''nd'">
              <a:rPr lang="en-US" altLang="en-US" sz="1400" smtClean="0">
                <a:solidFill>
                  <a:srgbClr val="1A1D31"/>
                </a:solidFill>
              </a:rPr>
              <a:pPr marL="0" lvl="0" indent="0">
                <a:spcBef>
                  <a:spcPct val="0"/>
                </a:spcBef>
                <a:spcAft>
                  <a:spcPct val="0"/>
                </a:spcAft>
                <a:buNone/>
              </a:pPr>
              <a:t>Our brand</a:t>
            </a:fld>
            <a:endParaRPr lang="en-US" sz="1400"/>
          </a:p>
        </p:txBody>
      </p:sp>
      <p:sp>
        <p:nvSpPr>
          <p:cNvPr id="68" name="Text Placeholder 2">
            <a:extLst>
              <a:ext uri="{FF2B5EF4-FFF2-40B4-BE49-F238E27FC236}">
                <a16:creationId xmlns:a16="http://schemas.microsoft.com/office/drawing/2014/main" id="{A36AD9A7-A470-4248-33C2-9AE6FF8B56DA}"/>
              </a:ext>
            </a:extLst>
          </p:cNvPr>
          <p:cNvSpPr>
            <a:spLocks/>
          </p:cNvSpPr>
          <p:nvPr>
            <p:custDataLst>
              <p:tags r:id="rId21"/>
            </p:custDataLst>
          </p:nvPr>
        </p:nvSpPr>
        <p:spPr bwMode="auto">
          <a:xfrm>
            <a:off x="1976438" y="1970088"/>
            <a:ext cx="9556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6FBF1B3-9BFC-4E0D-8B82-E2C6FF0E38B7}" type="datetime'''C''''o''''''m''''p''''et''''i''''''t''''''''o''''rs'''''''''">
              <a:rPr lang="en-US" altLang="en-US" sz="1400" smtClean="0">
                <a:solidFill>
                  <a:srgbClr val="1A1D31"/>
                </a:solidFill>
              </a:rPr>
              <a:pPr marL="0" lvl="0" indent="0">
                <a:spcBef>
                  <a:spcPct val="0"/>
                </a:spcBef>
                <a:spcAft>
                  <a:spcPct val="0"/>
                </a:spcAft>
                <a:buNone/>
              </a:pPr>
              <a:t>Competitors</a:t>
            </a:fld>
            <a:endParaRPr lang="en-US" sz="1400"/>
          </a:p>
        </p:txBody>
      </p:sp>
      <p:sp>
        <p:nvSpPr>
          <p:cNvPr id="6" name="tc_columnhead">
            <a:extLst>
              <a:ext uri="{FF2B5EF4-FFF2-40B4-BE49-F238E27FC236}">
                <a16:creationId xmlns:a16="http://schemas.microsoft.com/office/drawing/2014/main" id="{DD8B1446-4C6B-3F84-1547-B2F5067DF169}"/>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8" name="tc_columnheadline">
            <a:extLst>
              <a:ext uri="{FF2B5EF4-FFF2-40B4-BE49-F238E27FC236}">
                <a16:creationId xmlns:a16="http://schemas.microsoft.com/office/drawing/2014/main" id="{C95042D1-A540-5ADE-F6A4-9668F6EA2130}"/>
              </a:ext>
            </a:extLst>
          </p:cNvPr>
          <p:cNvCxnSpPr>
            <a:cxnSpLocks/>
            <a:stCxn id="6" idx="4"/>
            <a:endCxn id="6"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c_columnhead">
            <a:extLst>
              <a:ext uri="{FF2B5EF4-FFF2-40B4-BE49-F238E27FC236}">
                <a16:creationId xmlns:a16="http://schemas.microsoft.com/office/drawing/2014/main" id="{7C88D92E-A6CE-ADA2-BF37-DBB878DC12FC}"/>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4" name="tc_columnheadline">
            <a:extLst>
              <a:ext uri="{FF2B5EF4-FFF2-40B4-BE49-F238E27FC236}">
                <a16:creationId xmlns:a16="http://schemas.microsoft.com/office/drawing/2014/main" id="{4672D726-8B34-C51E-E021-BE9CC02D9934}"/>
              </a:ext>
            </a:extLst>
          </p:cNvPr>
          <p:cNvCxnSpPr>
            <a:cxnSpLocks/>
            <a:stCxn id="11" idx="4"/>
            <a:endCxn id="11"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Text Placeholder 15">
            <a:extLst>
              <a:ext uri="{FF2B5EF4-FFF2-40B4-BE49-F238E27FC236}">
                <a16:creationId xmlns:a16="http://schemas.microsoft.com/office/drawing/2014/main" id="{A2E4A1B7-8BBA-7E58-A088-FD226839ED9B}"/>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 columns, bars, think-cell, chart, charts, graph, graphs, comment</a:t>
            </a:r>
          </a:p>
        </p:txBody>
      </p:sp>
    </p:spTree>
    <p:extLst>
      <p:ext uri="{BB962C8B-B14F-4D97-AF65-F5344CB8AC3E}">
        <p14:creationId xmlns:p14="http://schemas.microsoft.com/office/powerpoint/2010/main" val="832147397"/>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Top-10 open Land deals by ARR (named accounts, owners, ages)</a:t>
            </a:r>
          </a:p>
        </p:txBody>
      </p:sp>
      <p:sp>
        <p:nvSpPr>
          <p:cNvPr id="4" name="Text Placeholder 3"/>
          <p:cNvSpPr>
            <a:spLocks noGrp="1"/>
          </p:cNvSpPr>
          <p:nvPr>
            <p:ph type="body" idx="144" sz="quarter"/>
          </p:nvPr>
        </p:nvSpPr>
        <p:spPr/>
        <p:txBody>
          <a:bodyPr/>
          <a:lstStyle/>
          <a:p>
            <a:r>
              <a:rPr>
                <a:solidFill>
                  <a:srgbClr val="1A1D31"/>
                </a:solidFill>
              </a:rPr>
              <a:t>Top deals — Land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Top_Deals_Land!A1:H11</a:t>
            </a:r>
          </a:p>
          <a:p>
            <a:r>
              <a:rPr sz="1100" b="0">
                <a:solidFill>
                  <a:srgbClr val="1A1D31"/>
                </a:solidFill>
                <a:latin typeface="Arial"/>
              </a:rPr>
              <a:t>  Columns: # / Account / Opportunity / Owner / Stage /</a:t>
            </a:r>
          </a:p>
          <a:p>
            <a:r>
              <a:rPr sz="1100" b="0">
                <a:solidFill>
                  <a:srgbClr val="1A1D31"/>
                </a:solidFill>
                <a:latin typeface="Arial"/>
              </a:rPr>
              <a:t>           Close Date / Age (days) / ARR (EUR)</a:t>
            </a:r>
          </a:p>
          <a:p>
            <a:r>
              <a:rPr sz="1100" b="0">
                <a:solidFill>
                  <a:srgbClr val="1A1D31"/>
                </a:solidFill>
                <a:latin typeface="Arial"/>
              </a:rPr>
              <a:t>Highlight Stage 5+ rows in pale green; flag Age &gt; 365d in coral.</a:t>
            </a:r>
          </a:p>
        </p:txBody>
      </p:sp>
      <p:sp>
        <p:nvSpPr>
          <p:cNvPr id="7" name="tcfield_S07_TopDealsLand"/>
          <p:cNvSpPr txBox="1"/>
          <p:nvPr/>
        </p:nvSpPr>
        <p:spPr>
          <a:xfrm>
            <a:off x="100000" y="7200000"/>
            <a:ext cx="2000000" cy="100000"/>
          </a:xfrm>
          <a:prstGeom prst="rect">
            <a:avLst/>
          </a:prstGeom>
          <a:noFill/>
          <a:ln>
            <a:noFill/>
          </a:ln>
        </p:spPr>
        <p:txBody>
          <a:bodyPr wrap="square" rtlCol="0">
            <a:spAutoFit/>
          </a:bodyPr>
          <a:lstStyle/>
          <a:p>
            <a:fld id="{4FA6F850-CCF0-4926-8510-1782A2B0E935}"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7_TopDealsLand&lt;/m_strName&gt;&lt;/PersistentType&gt;&lt;/root&gt;">
              <a:rPr lang="en-US" sz="800">
                <a:solidFill>
                  <a:srgbClr val="1A1D31"/>
                </a:solidFill>
              </a:rPr>
              <a:t>&lt;S07_TopDealsLand&gt;</a:t>
            </a:fld>
            <a:endParaRPr lang="en-US" sz="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Top-10 open Expand deals by ARR (existing accounts being grown)</a:t>
            </a:r>
          </a:p>
        </p:txBody>
      </p:sp>
      <p:sp>
        <p:nvSpPr>
          <p:cNvPr id="4" name="Text Placeholder 3"/>
          <p:cNvSpPr>
            <a:spLocks noGrp="1"/>
          </p:cNvSpPr>
          <p:nvPr>
            <p:ph type="body" idx="144" sz="quarter"/>
          </p:nvPr>
        </p:nvSpPr>
        <p:spPr/>
        <p:txBody>
          <a:bodyPr/>
          <a:lstStyle/>
          <a:p>
            <a:r>
              <a:rPr>
                <a:solidFill>
                  <a:srgbClr val="1A1D31"/>
                </a:solidFill>
              </a:rPr>
              <a:t>Top deals — Expand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Top_Deals_Expand!A1:H11</a:t>
            </a:r>
          </a:p>
          <a:p>
            <a:r>
              <a:rPr sz="1100" b="0">
                <a:solidFill>
                  <a:srgbClr val="1A1D31"/>
                </a:solidFill>
                <a:latin typeface="Arial"/>
              </a:rPr>
              <a:t>Same columns as Top deals — Land slide.</a:t>
            </a:r>
          </a:p>
        </p:txBody>
      </p:sp>
      <p:sp>
        <p:nvSpPr>
          <p:cNvPr id="7" name="tcfield_S08_TopDealsExpand"/>
          <p:cNvSpPr txBox="1"/>
          <p:nvPr/>
        </p:nvSpPr>
        <p:spPr>
          <a:xfrm>
            <a:off x="100000" y="7200000"/>
            <a:ext cx="2000000" cy="100000"/>
          </a:xfrm>
          <a:prstGeom prst="rect">
            <a:avLst/>
          </a:prstGeom>
          <a:noFill/>
          <a:ln>
            <a:noFill/>
          </a:ln>
        </p:spPr>
        <p:txBody>
          <a:bodyPr wrap="square" rtlCol="0">
            <a:spAutoFit/>
          </a:bodyPr>
          <a:lstStyle/>
          <a:p>
            <a:fld id="{4E83A7FD-69D5-45AB-90C8-DDEE0A5B54B4}"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8_TopDealsExpand&lt;/m_strName&gt;&lt;/PersistentType&gt;&lt;/root&gt;">
              <a:rPr lang="en-US" sz="800">
                <a:solidFill>
                  <a:srgbClr val="1A1D31"/>
                </a:solidFill>
              </a:rPr>
              <a:t>&lt;S08_TopDealsExpand&gt;</a:t>
            </a:fld>
            <a:endParaRPr lang="en-US" sz="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Stage 3+ Land/Expand deals missing the SimCorp Commercial Approval gate</a:t>
            </a:r>
          </a:p>
        </p:txBody>
      </p:sp>
      <p:sp>
        <p:nvSpPr>
          <p:cNvPr id="4" name="Text Placeholder 3"/>
          <p:cNvSpPr>
            <a:spLocks noGrp="1"/>
          </p:cNvSpPr>
          <p:nvPr>
            <p:ph type="body" idx="144" sz="quarter"/>
          </p:nvPr>
        </p:nvSpPr>
        <p:spPr/>
        <p:txBody>
          <a:bodyPr/>
          <a:lstStyle/>
          <a:p>
            <a:r>
              <a:rPr>
                <a:solidFill>
                  <a:srgbClr val="1A1D31"/>
                </a:solidFill>
              </a:rPr>
              <a:t>Pending Commercial Approval</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Pending_Commercial_Approval!A3:H&lt;last&gt;</a:t>
            </a:r>
          </a:p>
          <a:p>
            <a:r>
              <a:rPr sz="1100" b="0">
                <a:solidFill>
                  <a:srgbClr val="1A1D31"/>
                </a:solidFill>
                <a:latin typeface="Arial"/>
              </a:rPr>
              <a:t>  Columns: # / Account / Opportunity / Owner / Stage /</a:t>
            </a:r>
          </a:p>
          <a:p>
            <a:r>
              <a:rPr sz="1100" b="0">
                <a:solidFill>
                  <a:srgbClr val="1A1D31"/>
                </a:solidFill>
                <a:latin typeface="Arial"/>
              </a:rPr>
              <a:t>           Close Date / Type / ARR (EUR)</a:t>
            </a:r>
          </a:p>
          <a:p>
            <a:r>
              <a:rPr sz="1100" b="0">
                <a:solidFill>
                  <a:srgbClr val="1A1D31"/>
                </a:solidFill>
                <a:latin typeface="Arial"/>
              </a:rPr>
              <a:t>Per Commercial Handbook: Land = ALL deals require approval,</a:t>
            </a:r>
          </a:p>
          <a:p>
            <a:r>
              <a:rPr sz="1100" b="0">
                <a:solidFill>
                  <a:srgbClr val="1A1D31"/>
                </a:solidFill>
                <a:latin typeface="Arial"/>
              </a:rPr>
              <a:t>Expand triggers at AER &gt;= EUR 500k. Flag any rows here for the</a:t>
            </a:r>
          </a:p>
          <a:p>
            <a:r>
              <a:rPr sz="1100" b="0">
                <a:solidFill>
                  <a:srgbClr val="1A1D31"/>
                </a:solidFill>
                <a:latin typeface="Arial"/>
              </a:rPr>
              <a:t>next Commercial Approval committee.</a:t>
            </a:r>
          </a:p>
        </p:txBody>
      </p:sp>
      <p:sp>
        <p:nvSpPr>
          <p:cNvPr id="7" name="tcfield_S09_PendingCommercialApproval"/>
          <p:cNvSpPr txBox="1"/>
          <p:nvPr/>
        </p:nvSpPr>
        <p:spPr>
          <a:xfrm>
            <a:off x="100000" y="7200000"/>
            <a:ext cx="2000000" cy="100000"/>
          </a:xfrm>
          <a:prstGeom prst="rect">
            <a:avLst/>
          </a:prstGeom>
          <a:noFill/>
          <a:ln>
            <a:noFill/>
          </a:ln>
        </p:spPr>
        <p:txBody>
          <a:bodyPr wrap="square" rtlCol="0">
            <a:spAutoFit/>
          </a:bodyPr>
          <a:lstStyle/>
          <a:p>
            <a:fld id="{4F50F01B-F25B-4BBC-BB4A-05F3A47A7382}"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09_PendingCommercialApproval&lt;/m_strName&gt;&lt;/PersistentType&gt;&lt;/root&gt;">
              <a:rPr lang="en-US" sz="800">
                <a:solidFill>
                  <a:srgbClr val="1A1D31"/>
                </a:solidFill>
              </a:rPr>
              <a:t>&lt;S09_PendingCommercialApproval&gt;</a:t>
            </a:fld>
            <a:endParaRPr lang="en-US" sz="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rPr>
                <a:solidFill>
                  <a:srgbClr val="1A1D31"/>
                </a:solidFill>
              </a:rPr>
              <a:t>Retention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Open Renewal opps in scope — risk-of-termination flagged</a:t>
            </a:r>
          </a:p>
        </p:txBody>
      </p:sp>
      <p:sp>
        <p:nvSpPr>
          <p:cNvPr id="4" name="Text Placeholder 3"/>
          <p:cNvSpPr>
            <a:spLocks noGrp="1"/>
          </p:cNvSpPr>
          <p:nvPr>
            <p:ph type="body" idx="144" sz="quarter"/>
          </p:nvPr>
        </p:nvSpPr>
        <p:spPr/>
        <p:txBody>
          <a:bodyPr/>
          <a:lstStyle/>
          <a:p>
            <a:r>
              <a:rPr>
                <a:solidFill>
                  <a:srgbClr val="1A1D31"/>
                </a:solidFill>
              </a:rPr>
              <a:t>Renewal Pipeline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HARVEY BALLS]</a:t>
            </a:r>
          </a:p>
          <a:p>
            <a:r>
              <a:rPr sz="1100" b="0">
                <a:solidFill>
                  <a:srgbClr val="1A1D31"/>
                </a:solidFill>
                <a:latin typeface="Arial"/>
              </a:rPr>
              <a:t>Source: legacy land.xlsx (NOT model.xlsx)</a:t>
            </a:r>
          </a:p>
          <a:p>
            <a:r>
              <a:rPr sz="1100" b="0">
                <a:solidFill>
                  <a:srgbClr val="1A1D31"/>
                </a:solidFill>
                <a:latin typeface="Arial"/>
              </a:rPr>
              <a:t>Range: At_Risk_Renewals!A1:H&lt;last&gt;</a:t>
            </a:r>
          </a:p>
          <a:p>
            <a:r>
              <a:rPr sz="1100" b="0">
                <a:solidFill>
                  <a:srgbClr val="1A1D31"/>
                </a:solidFill>
                <a:latin typeface="Arial"/>
              </a:rPr>
              <a:t>  Columns: # / Account / Owner / Stage / Close Date / ACV /</a:t>
            </a:r>
          </a:p>
          <a:p>
            <a:r>
              <a:rPr sz="1100" b="0">
                <a:solidFill>
                  <a:srgbClr val="1A1D31"/>
                </a:solidFill>
                <a:latin typeface="Arial"/>
              </a:rPr>
              <a:t>           Risk / Risk score (0-4)</a:t>
            </a:r>
          </a:p>
          <a:p>
            <a:r>
              <a:rPr sz="1100" b="0">
                <a:solidFill>
                  <a:srgbClr val="1A1D31"/>
                </a:solidFill>
                <a:latin typeface="Arial"/>
              </a:rPr>
              <a:t>Insert a think-cell HARVEY BALL (Insert &gt; think-cell &gt; Elements &gt;</a:t>
            </a:r>
          </a:p>
          <a:p>
            <a:r>
              <a:rPr sz="1100" b="0">
                <a:solidFill>
                  <a:srgbClr val="1A1D31"/>
                </a:solidFill>
                <a:latin typeface="Arial"/>
              </a:rPr>
              <a:t>Harvey ball) in a new column to the right of Risk score. Bind the</a:t>
            </a:r>
          </a:p>
          <a:p>
            <a:r>
              <a:rPr sz="1100" b="0">
                <a:solidFill>
                  <a:srgbClr val="1A1D31"/>
                </a:solidFill>
                <a:latin typeface="Arial"/>
              </a:rPr>
              <a:t>ball value to the Risk score column (0=empty, 4=full).</a:t>
            </a:r>
          </a:p>
        </p:txBody>
      </p:sp>
      <p:sp>
        <p:nvSpPr>
          <p:cNvPr id="7" name="tcfield_S11_RenewalPipeline"/>
          <p:cNvSpPr txBox="1"/>
          <p:nvPr/>
        </p:nvSpPr>
        <p:spPr>
          <a:xfrm>
            <a:off x="100000" y="7200000"/>
            <a:ext cx="2000000" cy="100000"/>
          </a:xfrm>
          <a:prstGeom prst="rect">
            <a:avLst/>
          </a:prstGeom>
          <a:noFill/>
          <a:ln>
            <a:noFill/>
          </a:ln>
        </p:spPr>
        <p:txBody>
          <a:bodyPr wrap="square" rtlCol="0">
            <a:spAutoFit/>
          </a:bodyPr>
          <a:lstStyle/>
          <a:p>
            <a:fld id="{7670980B-5C7B-46BD-96E9-DFB4A28AC9F2}"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11_RenewalPipeline&lt;/m_strName&gt;&lt;/PersistentType&gt;&lt;/root&gt;">
              <a:rPr lang="en-US" sz="800">
                <a:solidFill>
                  <a:srgbClr val="1A1D31"/>
                </a:solidFill>
              </a:rPr>
              <a:t>&lt;S11_RenewalPipeline&gt;</a:t>
            </a:fld>
            <a:endParaRPr lang="en-US" sz="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renewal save rate — proxy from closed Renewal opps last 12mo</a:t>
            </a:r>
          </a:p>
        </p:txBody>
      </p:sp>
      <p:sp>
        <p:nvSpPr>
          <p:cNvPr id="4" name="Text Placeholder 3"/>
          <p:cNvSpPr>
            <a:spLocks noGrp="1"/>
          </p:cNvSpPr>
          <p:nvPr>
            <p:ph type="body" idx="144" sz="quarter"/>
          </p:nvPr>
        </p:nvSpPr>
        <p:spPr/>
        <p:txBody>
          <a:bodyPr/>
          <a:lstStyle/>
          <a:p>
            <a:r>
              <a:rPr>
                <a:solidFill>
                  <a:srgbClr val="1A1D31"/>
                </a:solidFill>
              </a:rPr>
              <a:t>GRR proxy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Retention!A1:B4</a:t>
            </a:r>
          </a:p>
          <a:p>
            <a:r>
              <a:rPr sz="1100" b="0">
                <a:solidFill>
                  <a:srgbClr val="1A1D31"/>
                </a:solidFill>
                <a:latin typeface="Arial"/>
              </a:rPr>
              <a:t>  Cols: Metric / Value</a:t>
            </a:r>
          </a:p>
          <a:p>
            <a:r>
              <a:rPr sz="1100" b="0">
                <a:solidFill>
                  <a:srgbClr val="1A1D31"/>
                </a:solidFill>
                <a:latin typeface="Arial"/>
              </a:rPr>
              <a:t>  Rows: Won Renewal ACV (last 12mo), Lost Renewal ACV (last 12mo),</a:t>
            </a:r>
          </a:p>
          <a:p>
            <a:r>
              <a:rPr sz="1100" b="0">
                <a:solidFill>
                  <a:srgbClr val="1A1D31"/>
                </a:solidFill>
                <a:latin typeface="Arial"/>
              </a:rPr>
              <a:t>        GRR proxy %</a:t>
            </a:r>
          </a:p>
          <a:p>
            <a:r>
              <a:rPr sz="1100" b="0">
                <a:solidFill>
                  <a:srgbClr val="1A1D31"/>
                </a:solidFill>
                <a:latin typeface="Arial"/>
              </a:rPr>
              <a:t>Bind cell A5 separately as a footnote text element to surface</a:t>
            </a:r>
          </a:p>
          <a:p>
            <a:r>
              <a:rPr sz="1100" b="0">
                <a:solidFill>
                  <a:srgbClr val="1A1D31"/>
                </a:solidFill>
                <a:latin typeface="Arial"/>
              </a:rPr>
              <a:t>the PROXY caveat (auto-renewals excluded, etc.).</a:t>
            </a:r>
          </a:p>
          <a:p>
            <a:r>
              <a:rPr sz="1100" b="0">
                <a:solidFill>
                  <a:srgbClr val="1A1D31"/>
                </a:solidFill>
                <a:latin typeface="Arial"/>
              </a:rPr>
              <a:t>CAVEAT: this is GRR-proxy-only today. True NRR + churn ACV +</a:t>
            </a:r>
          </a:p>
          <a:p>
            <a:r>
              <a:rPr sz="1100" b="0">
                <a:solidFill>
                  <a:srgbClr val="1A1D31"/>
                </a:solidFill>
                <a:latin typeface="Arial"/>
              </a:rPr>
              <a:t>expansion ACV require Pipeline_Snapshot__c history — Phase 2.</a:t>
            </a:r>
          </a:p>
        </p:txBody>
      </p:sp>
      <p:sp>
        <p:nvSpPr>
          <p:cNvPr id="7" name="tcfield_S12_GRRProxyFootnote"/>
          <p:cNvSpPr txBox="1"/>
          <p:nvPr/>
        </p:nvSpPr>
        <p:spPr>
          <a:xfrm>
            <a:off x="650000" y="5900000"/>
            <a:ext cx="8200000" cy="260000"/>
          </a:xfrm>
          <a:prstGeom prst="rect">
            <a:avLst/>
          </a:prstGeom>
          <a:noFill/>
          <a:ln>
            <a:noFill/>
          </a:ln>
        </p:spPr>
        <p:txBody>
          <a:bodyPr wrap="square" rtlCol="0">
            <a:spAutoFit/>
          </a:bodyPr>
          <a:lstStyle/>
          <a:p>
            <a:fld id="{0DC75B71-3641-4A60-97B5-073C5ACF92AB}"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12_GRRProxyFootnote&lt;/m_strName&gt;&lt;/PersistentType&gt;&lt;/root&gt;">
              <a:rPr lang="en-US" sz="1400">
                <a:solidFill>
                  <a:srgbClr val="1A1D31"/>
                </a:solidFill>
              </a:rPr>
              <a:t>&lt;S12_GRRProxyFootnote&gt;</a:t>
            </a:fld>
            <a:endParaRPr lang="en-US" sz="1400"/>
          </a:p>
        </p:txBody>
      </p:sp>
      <p:sp>
        <p:nvSpPr>
          <p:cNvPr id="8" name="tcfield_S12_GRRProxyTable"/>
          <p:cNvSpPr txBox="1"/>
          <p:nvPr/>
        </p:nvSpPr>
        <p:spPr>
          <a:xfrm>
            <a:off x="100000" y="7200000"/>
            <a:ext cx="2000000" cy="100000"/>
          </a:xfrm>
          <a:prstGeom prst="rect">
            <a:avLst/>
          </a:prstGeom>
          <a:noFill/>
          <a:ln>
            <a:noFill/>
          </a:ln>
        </p:spPr>
        <p:txBody>
          <a:bodyPr wrap="square" rtlCol="0">
            <a:spAutoFit/>
          </a:bodyPr>
          <a:lstStyle/>
          <a:p>
            <a:fld id="{E04EA54C-93F8-45FB-ABFD-0123E41A9F00}"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12_GRRProxyTable&lt;/m_strName&gt;&lt;/PersistentType&gt;&lt;/root&gt;">
              <a:rPr lang="en-US" sz="800">
                <a:solidFill>
                  <a:srgbClr val="1A1D31"/>
                </a:solidFill>
              </a:rPr>
              <a:t>&lt;S12_GRRProxyTable&gt;</a:t>
            </a:fld>
            <a:endParaRPr lang="en-US" sz="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51683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6" imgW="349" imgH="350" progId="TCLayout.ActiveDocument.1">
                  <p:embed/>
                </p:oleObj>
              </mc:Choice>
              <mc:Fallback>
                <p:oleObj name="think-cell Slide" r:id="rId36"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37"/>
                      <a:stretch>
                        <a:fillRect/>
                      </a:stretch>
                    </p:blipFill>
                    <p:spPr>
                      <a:xfrm>
                        <a:off x="1588" y="1588"/>
                        <a:ext cx="1588" cy="1588"/>
                      </a:xfrm>
                      <a:prstGeom prst="rect">
                        <a:avLst/>
                      </a:prstGeom>
                    </p:spPr>
                  </p:pic>
                </p:oleObj>
              </mc:Fallback>
            </mc:AlternateContent>
          </a:graphicData>
        </a:graphic>
      </p:graphicFrame>
      <p:graphicFrame>
        <p:nvGraphicFramePr>
          <p:cNvPr id="40" name="Chart 39">
            <a:extLst>
              <a:ext uri="{FF2B5EF4-FFF2-40B4-BE49-F238E27FC236}">
                <a16:creationId xmlns:a16="http://schemas.microsoft.com/office/drawing/2014/main" id="{EC438882-94AC-571C-4987-D5AB9EAE75BE}"/>
              </a:ext>
            </a:extLst>
          </p:cNvPr>
          <p:cNvGraphicFramePr/>
          <p:nvPr>
            <p:custDataLst>
              <p:tags r:id="rId2"/>
            </p:custDataLst>
            <p:extLst>
              <p:ext uri="{D42A27DB-BD31-4B8C-83A1-F6EECF244321}">
                <p14:modId xmlns:p14="http://schemas.microsoft.com/office/powerpoint/2010/main" val="254793427"/>
              </p:ext>
            </p:extLst>
          </p:nvPr>
        </p:nvGraphicFramePr>
        <p:xfrm>
          <a:off x="688975" y="2297113"/>
          <a:ext cx="7548563" cy="3113087"/>
        </p:xfrm>
        <a:graphic>
          <a:graphicData uri="http://schemas.openxmlformats.org/drawingml/2006/chart">
            <c:chart xmlns:c="http://schemas.openxmlformats.org/drawingml/2006/chart" xmlns:r="http://schemas.openxmlformats.org/officeDocument/2006/relationships" r:id="rId38"/>
          </a:graphicData>
        </a:graphic>
      </p:graphicFrame>
      <p:sp>
        <p:nvSpPr>
          <p:cNvPr id="6" name="Rectangle 167">
            <a:extLst>
              <a:ext uri="{FF2B5EF4-FFF2-40B4-BE49-F238E27FC236}">
                <a16:creationId xmlns:a16="http://schemas.microsoft.com/office/drawing/2014/main" id="{3E20C19A-E70C-493C-9258-C2B48C96C2C0}"/>
              </a:ext>
            </a:extLst>
          </p:cNvPr>
          <p:cNvSpPr>
            <a:spLocks/>
          </p:cNvSpPr>
          <p:nvPr>
            <p:custDataLst>
              <p:tags r:id="rId3"/>
            </p:custDataLst>
          </p:nvPr>
        </p:nvSpPr>
        <p:spPr bwMode="gray">
          <a:xfrm>
            <a:off x="496888" y="5237163"/>
            <a:ext cx="984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CFC9594A-2098-41E8-A382-6AA7F35981C2}" type="datetime'''''''0'''''''''''''''''''''''''''''''''''">
              <a:rPr lang="en-US" altLang="en-US" sz="1400" smtClean="0">
                <a:solidFill>
                  <a:schemeClr val="tx1"/>
                </a:solidFill>
              </a:rPr>
              <a:pPr algn="r">
                <a:lnSpc>
                  <a:spcPct val="90000"/>
                </a:lnSpc>
                <a:spcBef>
                  <a:spcPct val="0"/>
                </a:spcBef>
                <a:spcAft>
                  <a:spcPct val="0"/>
                </a:spcAft>
              </a:pPr>
              <a:t>0</a:t>
            </a:fld>
            <a:endParaRPr lang="en-US" sz="1400">
              <a:solidFill>
                <a:schemeClr val="tx1"/>
              </a:solidFill>
            </a:endParaRPr>
          </a:p>
        </p:txBody>
      </p:sp>
      <p:sp>
        <p:nvSpPr>
          <p:cNvPr id="41" name="Text Placeholder 2">
            <a:extLst>
              <a:ext uri="{FF2B5EF4-FFF2-40B4-BE49-F238E27FC236}">
                <a16:creationId xmlns:a16="http://schemas.microsoft.com/office/drawing/2014/main" id="{A36AD9A7-A470-4248-33C2-9AE6FF8B56DA}"/>
              </a:ext>
            </a:extLst>
          </p:cNvPr>
          <p:cNvSpPr>
            <a:spLocks/>
          </p:cNvSpPr>
          <p:nvPr>
            <p:custDataLst>
              <p:tags r:id="rId4"/>
            </p:custDataLst>
          </p:nvPr>
        </p:nvSpPr>
        <p:spPr bwMode="gray">
          <a:xfrm>
            <a:off x="496888" y="4730750"/>
            <a:ext cx="984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2C3CFECC-A84D-4857-A2EA-AA69DC58F029}" type="datetime'''''''''''''''''''''''''''5'''''''''''''''''''''''''''''''''''">
              <a:rPr lang="en-US" altLang="en-US" sz="1400" smtClean="0">
                <a:effectLst/>
                <a:solidFill>
                  <a:srgbClr val="1A1D31"/>
                </a:solidFill>
              </a:rPr>
              <a:pPr marL="0" lvl="0" indent="0" algn="r">
                <a:spcBef>
                  <a:spcPct val="0"/>
                </a:spcBef>
                <a:spcAft>
                  <a:spcPct val="0"/>
                </a:spcAft>
                <a:buNone/>
              </a:pPr>
              <a:t>5</a:t>
            </a:fld>
            <a:endParaRPr lang="en-US" sz="1400"/>
          </a:p>
        </p:txBody>
      </p:sp>
      <p:sp>
        <p:nvSpPr>
          <p:cNvPr id="11" name="Rectangle 172">
            <a:extLst>
              <a:ext uri="{FF2B5EF4-FFF2-40B4-BE49-F238E27FC236}">
                <a16:creationId xmlns:a16="http://schemas.microsoft.com/office/drawing/2014/main" id="{1336B2C2-E797-12C2-8DED-179B1D6C9B6A}"/>
              </a:ext>
            </a:extLst>
          </p:cNvPr>
          <p:cNvSpPr>
            <a:spLocks/>
          </p:cNvSpPr>
          <p:nvPr>
            <p:custDataLst>
              <p:tags r:id="rId5"/>
            </p:custDataLst>
          </p:nvPr>
        </p:nvSpPr>
        <p:spPr bwMode="gray">
          <a:xfrm>
            <a:off x="398463" y="4254500"/>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69AED3C5-D392-43FE-8527-4FA183F962B7}" type="datetime'''''1''0'''''">
              <a:rPr lang="en-US" altLang="en-US" sz="1400" smtClean="0">
                <a:solidFill>
                  <a:schemeClr val="tx1"/>
                </a:solidFill>
              </a:rPr>
              <a:pPr algn="r">
                <a:lnSpc>
                  <a:spcPct val="90000"/>
                </a:lnSpc>
                <a:spcBef>
                  <a:spcPct val="0"/>
                </a:spcBef>
                <a:spcAft>
                  <a:spcPct val="0"/>
                </a:spcAft>
              </a:pPr>
              <a:t>10</a:t>
            </a:fld>
            <a:endParaRPr lang="en-US" sz="1400">
              <a:solidFill>
                <a:schemeClr val="tx1"/>
              </a:solidFill>
            </a:endParaRPr>
          </a:p>
        </p:txBody>
      </p:sp>
      <p:sp>
        <p:nvSpPr>
          <p:cNvPr id="42" name="Text Placeholder 2">
            <a:extLst>
              <a:ext uri="{FF2B5EF4-FFF2-40B4-BE49-F238E27FC236}">
                <a16:creationId xmlns:a16="http://schemas.microsoft.com/office/drawing/2014/main" id="{A36AD9A7-A470-4248-33C2-9AE6FF8B56DA}"/>
              </a:ext>
            </a:extLst>
          </p:cNvPr>
          <p:cNvSpPr>
            <a:spLocks/>
          </p:cNvSpPr>
          <p:nvPr>
            <p:custDataLst>
              <p:tags r:id="rId6"/>
            </p:custDataLst>
          </p:nvPr>
        </p:nvSpPr>
        <p:spPr bwMode="gray">
          <a:xfrm>
            <a:off x="398463" y="3748088"/>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962EE7-4FAB-4C3B-A887-81AEEED2A771}" type="datetime'1''''''''5'''''''''''''''''''''''''">
              <a:rPr lang="en-US" altLang="en-US" sz="1400" smtClean="0">
                <a:effectLst/>
                <a:solidFill>
                  <a:srgbClr val="1A1D31"/>
                </a:solidFill>
              </a:rPr>
              <a:pPr marL="0" lvl="0" indent="0" algn="r">
                <a:spcBef>
                  <a:spcPct val="0"/>
                </a:spcBef>
                <a:spcAft>
                  <a:spcPct val="0"/>
                </a:spcAft>
                <a:buNone/>
              </a:pPr>
              <a:t>15</a:t>
            </a:fld>
            <a:endParaRPr lang="en-US" sz="1400"/>
          </a:p>
        </p:txBody>
      </p:sp>
      <p:sp>
        <p:nvSpPr>
          <p:cNvPr id="12" name="Rectangle 177">
            <a:extLst>
              <a:ext uri="{FF2B5EF4-FFF2-40B4-BE49-F238E27FC236}">
                <a16:creationId xmlns:a16="http://schemas.microsoft.com/office/drawing/2014/main" id="{EC381340-2B3E-E99F-F995-293851645FDF}"/>
              </a:ext>
            </a:extLst>
          </p:cNvPr>
          <p:cNvSpPr>
            <a:spLocks/>
          </p:cNvSpPr>
          <p:nvPr>
            <p:custDataLst>
              <p:tags r:id="rId7"/>
            </p:custDataLst>
          </p:nvPr>
        </p:nvSpPr>
        <p:spPr bwMode="gray">
          <a:xfrm>
            <a:off x="398463" y="3271838"/>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3A31AB80-69DB-485B-873C-E3046BB2AF4E}" type="datetime'20'''''''''''''''''''''''''''''''''">
              <a:rPr lang="en-US" altLang="en-US" sz="1400" smtClean="0">
                <a:solidFill>
                  <a:schemeClr val="tx1"/>
                </a:solidFill>
              </a:rPr>
              <a:pPr algn="r">
                <a:lnSpc>
                  <a:spcPct val="90000"/>
                </a:lnSpc>
                <a:spcBef>
                  <a:spcPct val="0"/>
                </a:spcBef>
                <a:spcAft>
                  <a:spcPct val="0"/>
                </a:spcAft>
              </a:pPr>
              <a:t>20</a:t>
            </a:fld>
            <a:endParaRPr lang="en-US" sz="1400">
              <a:solidFill>
                <a:schemeClr val="tx1"/>
              </a:solidFill>
            </a:endParaRPr>
          </a:p>
        </p:txBody>
      </p:sp>
      <p:sp>
        <p:nvSpPr>
          <p:cNvPr id="43"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gray">
          <a:xfrm>
            <a:off x="398463" y="2765425"/>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8DE26AE-B5B7-495E-BF8B-9456DBAB3530}" type="datetime'''''''''''''''''''''''''''''2''''''''''''''''''5'''''''">
              <a:rPr lang="en-US" altLang="en-US" sz="1400" smtClean="0">
                <a:effectLst/>
                <a:solidFill>
                  <a:srgbClr val="1A1D31"/>
                </a:solidFill>
              </a:rPr>
              <a:pPr marL="0" lvl="0" indent="0" algn="r">
                <a:spcBef>
                  <a:spcPct val="0"/>
                </a:spcBef>
                <a:spcAft>
                  <a:spcPct val="0"/>
                </a:spcAft>
                <a:buNone/>
              </a:pPr>
              <a:t>25</a:t>
            </a:fld>
            <a:endParaRPr lang="en-US" sz="1400"/>
          </a:p>
        </p:txBody>
      </p:sp>
      <p:sp>
        <p:nvSpPr>
          <p:cNvPr id="44" name="Text Placeholder 2">
            <a:extLst>
              <a:ext uri="{FF2B5EF4-FFF2-40B4-BE49-F238E27FC236}">
                <a16:creationId xmlns:a16="http://schemas.microsoft.com/office/drawing/2014/main" id="{A36AD9A7-A470-4248-33C2-9AE6FF8B56DA}"/>
              </a:ext>
            </a:extLst>
          </p:cNvPr>
          <p:cNvSpPr>
            <a:spLocks/>
          </p:cNvSpPr>
          <p:nvPr>
            <p:custDataLst>
              <p:tags r:id="rId9"/>
            </p:custDataLst>
          </p:nvPr>
        </p:nvSpPr>
        <p:spPr bwMode="gray">
          <a:xfrm>
            <a:off x="398463" y="2273300"/>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8ABFA58-C35E-4878-8D73-7AF0B0EAAE65}" type="datetime'''''''''''''''''''''''3''0'''''''''''''''''''''''''''''">
              <a:rPr lang="en-US" altLang="en-US" sz="1400" smtClean="0">
                <a:effectLst/>
                <a:solidFill>
                  <a:srgbClr val="1A1D31"/>
                </a:solidFill>
              </a:rPr>
              <a:pPr marL="0" lvl="0" indent="0" algn="r">
                <a:spcBef>
                  <a:spcPct val="0"/>
                </a:spcBef>
                <a:spcAft>
                  <a:spcPct val="0"/>
                </a:spcAft>
                <a:buNone/>
              </a:pPr>
              <a:t>30</a:t>
            </a:fld>
            <a:endParaRPr lang="en-US" sz="1400"/>
          </a:p>
        </p:txBody>
      </p:sp>
      <p:cxnSp>
        <p:nvCxnSpPr>
          <p:cNvPr id="15" name="Straight Connector 113">
            <a:extLst>
              <a:ext uri="{FF2B5EF4-FFF2-40B4-BE49-F238E27FC236}">
                <a16:creationId xmlns:a16="http://schemas.microsoft.com/office/drawing/2014/main" id="{490DA7FE-DF02-1A55-B003-A38E635FD60F}"/>
              </a:ext>
            </a:extLst>
          </p:cNvPr>
          <p:cNvCxnSpPr>
            <a:cxnSpLocks/>
          </p:cNvCxnSpPr>
          <p:nvPr>
            <p:custDataLst>
              <p:tags r:id="rId10"/>
            </p:custDataLst>
          </p:nvPr>
        </p:nvCxnSpPr>
        <p:spPr bwMode="auto">
          <a:xfrm flipV="1">
            <a:off x="5297488" y="2397125"/>
            <a:ext cx="0" cy="7620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14">
            <a:extLst>
              <a:ext uri="{FF2B5EF4-FFF2-40B4-BE49-F238E27FC236}">
                <a16:creationId xmlns:a16="http://schemas.microsoft.com/office/drawing/2014/main" id="{5ED79ED3-6039-D248-270A-9A4BE6808BE9}"/>
              </a:ext>
            </a:extLst>
          </p:cNvPr>
          <p:cNvCxnSpPr>
            <a:cxnSpLocks/>
          </p:cNvCxnSpPr>
          <p:nvPr>
            <p:custDataLst>
              <p:tags r:id="rId11"/>
            </p:custDataLst>
          </p:nvPr>
        </p:nvCxnSpPr>
        <p:spPr bwMode="auto">
          <a:xfrm>
            <a:off x="5297488" y="2397125"/>
            <a:ext cx="2460625" cy="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15">
            <a:extLst>
              <a:ext uri="{FF2B5EF4-FFF2-40B4-BE49-F238E27FC236}">
                <a16:creationId xmlns:a16="http://schemas.microsoft.com/office/drawing/2014/main" id="{0FA57901-6219-12FE-517B-352CA8537C06}"/>
              </a:ext>
            </a:extLst>
          </p:cNvPr>
          <p:cNvCxnSpPr>
            <a:cxnSpLocks/>
          </p:cNvCxnSpPr>
          <p:nvPr>
            <p:custDataLst>
              <p:tags r:id="rId12"/>
            </p:custDataLst>
          </p:nvPr>
        </p:nvCxnSpPr>
        <p:spPr bwMode="auto">
          <a:xfrm>
            <a:off x="7758113" y="2397125"/>
            <a:ext cx="0" cy="1333500"/>
          </a:xfrm>
          <a:prstGeom prst="line">
            <a:avLst/>
          </a:prstGeom>
          <a:ln w="12700" cap="flat" cmpd="sng" algn="ctr">
            <a:solidFill>
              <a:schemeClr val="tx1"/>
            </a:solidFill>
            <a:prstDash val="solid"/>
            <a:miter lim="800000"/>
            <a:headEnd type="none" w="med" len="med"/>
            <a:tailEnd type="triangle" w="med" len="med"/>
          </a:ln>
          <a:effectLst/>
        </p:spPr>
        <p:style>
          <a:lnRef idx="1">
            <a:schemeClr val="dk1"/>
          </a:lnRef>
          <a:fillRef idx="0">
            <a:schemeClr val="dk1"/>
          </a:fillRef>
          <a:effectRef idx="0">
            <a:schemeClr val="dk1"/>
          </a:effectRef>
          <a:fontRef idx="minor">
            <a:schemeClr val="tx1"/>
          </a:fontRef>
        </p:style>
      </p:cxnSp>
      <p:sp>
        <p:nvSpPr>
          <p:cNvPr id="18" name="Rectangle 246">
            <a:extLst>
              <a:ext uri="{FF2B5EF4-FFF2-40B4-BE49-F238E27FC236}">
                <a16:creationId xmlns:a16="http://schemas.microsoft.com/office/drawing/2014/main" id="{0C784A0A-E037-5B73-0BD3-F85DE1D57491}"/>
              </a:ext>
            </a:extLst>
          </p:cNvPr>
          <p:cNvSpPr>
            <a:spLocks/>
          </p:cNvSpPr>
          <p:nvPr>
            <p:custDataLst>
              <p:tags r:id="rId13"/>
            </p:custDataLst>
          </p:nvPr>
        </p:nvSpPr>
        <p:spPr bwMode="auto">
          <a:xfrm>
            <a:off x="398463" y="1917700"/>
            <a:ext cx="11239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sz="1400" dirty="0">
                <a:solidFill>
                  <a:schemeClr val="tx1"/>
                </a:solidFill>
              </a:rPr>
              <a:t>ARR (mEUR)</a:t>
            </a:r>
          </a:p>
        </p:txBody>
      </p:sp>
      <p:sp>
        <p:nvSpPr>
          <p:cNvPr id="20" name="Rectangle 11">
            <a:extLst>
              <a:ext uri="{FF2B5EF4-FFF2-40B4-BE49-F238E27FC236}">
                <a16:creationId xmlns:a16="http://schemas.microsoft.com/office/drawing/2014/main" id="{4970B787-9B59-707F-9211-2F3FE9300364}"/>
              </a:ext>
            </a:extLst>
          </p:cNvPr>
          <p:cNvSpPr>
            <a:spLocks/>
          </p:cNvSpPr>
          <p:nvPr>
            <p:custDataLst>
              <p:tags r:id="rId14"/>
            </p:custDataLst>
          </p:nvPr>
        </p:nvSpPr>
        <p:spPr bwMode="auto">
          <a:xfrm>
            <a:off x="1069975"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728CBBD-5F52-4733-B9FB-FE2DACADF6E2}" type="datetime'B''''r''''''''''''''a''n''''''d'''' ''''''''''''''1'''''">
              <a:rPr lang="en-US" altLang="en-US" sz="1400" smtClean="0">
                <a:solidFill>
                  <a:schemeClr val="tx1"/>
                </a:solidFill>
              </a:rPr>
              <a:pPr algn="ctr">
                <a:spcBef>
                  <a:spcPct val="0"/>
                </a:spcBef>
                <a:spcAft>
                  <a:spcPct val="0"/>
                </a:spcAft>
              </a:pPr>
              <a:t>Brand 1</a:t>
            </a:fld>
            <a:endParaRPr lang="en-US" sz="1400">
              <a:solidFill>
                <a:schemeClr val="tx1"/>
              </a:solidFill>
            </a:endParaRPr>
          </a:p>
        </p:txBody>
      </p:sp>
      <p:sp>
        <p:nvSpPr>
          <p:cNvPr id="21" name="Rectangle 31">
            <a:extLst>
              <a:ext uri="{FF2B5EF4-FFF2-40B4-BE49-F238E27FC236}">
                <a16:creationId xmlns:a16="http://schemas.microsoft.com/office/drawing/2014/main" id="{00BB3EED-75DA-70B9-0F62-F76D70319947}"/>
              </a:ext>
            </a:extLst>
          </p:cNvPr>
          <p:cNvSpPr>
            <a:spLocks/>
          </p:cNvSpPr>
          <p:nvPr>
            <p:custDataLst>
              <p:tags r:id="rId15"/>
            </p:custDataLst>
          </p:nvPr>
        </p:nvSpPr>
        <p:spPr bwMode="auto">
          <a:xfrm>
            <a:off x="2300288"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94AF4360-C1BF-4D6F-9234-89165ACB10D4}" type="datetime'''''B''''''r''a''''''n''''''d'' ''''''2'''">
              <a:rPr lang="en-US" altLang="en-US" sz="1400" smtClean="0">
                <a:solidFill>
                  <a:schemeClr val="tx1"/>
                </a:solidFill>
              </a:rPr>
              <a:pPr algn="ctr">
                <a:spcBef>
                  <a:spcPct val="0"/>
                </a:spcBef>
                <a:spcAft>
                  <a:spcPct val="0"/>
                </a:spcAft>
              </a:pPr>
              <a:t>Brand 2</a:t>
            </a:fld>
            <a:endParaRPr lang="en-US" sz="1400">
              <a:solidFill>
                <a:schemeClr val="tx1"/>
              </a:solidFill>
            </a:endParaRPr>
          </a:p>
        </p:txBody>
      </p:sp>
      <p:sp>
        <p:nvSpPr>
          <p:cNvPr id="22" name="Rectangle 32">
            <a:extLst>
              <a:ext uri="{FF2B5EF4-FFF2-40B4-BE49-F238E27FC236}">
                <a16:creationId xmlns:a16="http://schemas.microsoft.com/office/drawing/2014/main" id="{B8EC06C6-EEC6-3485-8C17-9858FADFC9EA}"/>
              </a:ext>
            </a:extLst>
          </p:cNvPr>
          <p:cNvSpPr>
            <a:spLocks/>
          </p:cNvSpPr>
          <p:nvPr>
            <p:custDataLst>
              <p:tags r:id="rId16"/>
            </p:custDataLst>
          </p:nvPr>
        </p:nvSpPr>
        <p:spPr bwMode="auto">
          <a:xfrm>
            <a:off x="35306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0ED863F-B3EC-4182-8D48-84C51B6756A1}" type="datetime'''''''''''''''B''r''''''''a''''''''''''''nd'' ''''''''''''''3'">
              <a:rPr lang="en-US" altLang="en-US" sz="1400" smtClean="0">
                <a:solidFill>
                  <a:schemeClr val="tx1"/>
                </a:solidFill>
              </a:rPr>
              <a:pPr algn="ctr">
                <a:spcBef>
                  <a:spcPct val="0"/>
                </a:spcBef>
                <a:spcAft>
                  <a:spcPct val="0"/>
                </a:spcAft>
              </a:pPr>
              <a:t>Brand 3</a:t>
            </a:fld>
            <a:endParaRPr lang="en-US" sz="1400">
              <a:solidFill>
                <a:schemeClr val="tx1"/>
              </a:solidFill>
            </a:endParaRPr>
          </a:p>
        </p:txBody>
      </p:sp>
      <p:sp>
        <p:nvSpPr>
          <p:cNvPr id="23" name="Rectangle 341">
            <a:extLst>
              <a:ext uri="{FF2B5EF4-FFF2-40B4-BE49-F238E27FC236}">
                <a16:creationId xmlns:a16="http://schemas.microsoft.com/office/drawing/2014/main" id="{ABF44360-8224-36FA-098F-A6B38D486DBA}"/>
              </a:ext>
            </a:extLst>
          </p:cNvPr>
          <p:cNvSpPr>
            <a:spLocks/>
          </p:cNvSpPr>
          <p:nvPr>
            <p:custDataLst>
              <p:tags r:id="rId17"/>
            </p:custDataLst>
          </p:nvPr>
        </p:nvSpPr>
        <p:spPr bwMode="auto">
          <a:xfrm>
            <a:off x="47625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C879B4F-C170-4D71-8B5D-1C85194368EC}" type="datetime'''''''''''''''''''''''''''B''ran''''''d'''''''''''''' ''4'">
              <a:rPr lang="en-US" altLang="en-US" sz="1400" smtClean="0">
                <a:solidFill>
                  <a:schemeClr val="tx1"/>
                </a:solidFill>
              </a:rPr>
              <a:pPr algn="ctr">
                <a:spcBef>
                  <a:spcPct val="0"/>
                </a:spcBef>
                <a:spcAft>
                  <a:spcPct val="0"/>
                </a:spcAft>
              </a:pPr>
              <a:t>Brand 4</a:t>
            </a:fld>
            <a:endParaRPr lang="en-US" sz="1400">
              <a:solidFill>
                <a:schemeClr val="tx1"/>
              </a:solidFill>
            </a:endParaRPr>
          </a:p>
        </p:txBody>
      </p:sp>
      <p:sp>
        <p:nvSpPr>
          <p:cNvPr id="19" name="Rectangle 35">
            <a:extLst>
              <a:ext uri="{FF2B5EF4-FFF2-40B4-BE49-F238E27FC236}">
                <a16:creationId xmlns:a16="http://schemas.microsoft.com/office/drawing/2014/main" id="{1B688C84-1B4C-5EEE-8471-666CB833DB88}"/>
              </a:ext>
            </a:extLst>
          </p:cNvPr>
          <p:cNvSpPr>
            <a:spLocks/>
          </p:cNvSpPr>
          <p:nvPr>
            <p:custDataLst>
              <p:tags r:id="rId18"/>
            </p:custDataLst>
          </p:nvPr>
        </p:nvSpPr>
        <p:spPr bwMode="auto">
          <a:xfrm>
            <a:off x="7124700" y="5386388"/>
            <a:ext cx="8302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89DB73BD-DCEF-433A-B8EC-01E61FC6CDCB}" type="datetime'O''''''''''''u''''r'' ''''''''''Br''''''an''''''''d'''''''">
              <a:rPr lang="en-US" altLang="en-US" sz="1400" smtClean="0">
                <a:solidFill>
                  <a:schemeClr val="tx1"/>
                </a:solidFill>
              </a:rPr>
              <a:pPr algn="ctr">
                <a:spcBef>
                  <a:spcPct val="0"/>
                </a:spcBef>
                <a:spcAft>
                  <a:spcPct val="0"/>
                </a:spcAft>
              </a:pPr>
              <a:t>Our Brand</a:t>
            </a:fld>
            <a:endParaRPr lang="en-US" sz="1400">
              <a:solidFill>
                <a:schemeClr val="tx1"/>
              </a:solidFill>
            </a:endParaRPr>
          </a:p>
        </p:txBody>
      </p:sp>
      <p:sp>
        <p:nvSpPr>
          <p:cNvPr id="24" name="Rectangle 357">
            <a:extLst>
              <a:ext uri="{FF2B5EF4-FFF2-40B4-BE49-F238E27FC236}">
                <a16:creationId xmlns:a16="http://schemas.microsoft.com/office/drawing/2014/main" id="{57FD7012-D997-A805-6E02-ABE8F803DD60}"/>
              </a:ext>
            </a:extLst>
          </p:cNvPr>
          <p:cNvSpPr>
            <a:spLocks/>
          </p:cNvSpPr>
          <p:nvPr>
            <p:custDataLst>
              <p:tags r:id="rId19"/>
            </p:custDataLst>
          </p:nvPr>
        </p:nvSpPr>
        <p:spPr bwMode="gray">
          <a:xfrm>
            <a:off x="1041400" y="35766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7F2B032B-7ACF-4A45-B498-DAF073F4862D}" type="datetime'''''''''''''1''''''''''''''''''''''''''''''6'''''''">
              <a:rPr lang="en-US" altLang="en-US" sz="1400" smtClean="0">
                <a:solidFill>
                  <a:schemeClr val="tx1"/>
                </a:solidFill>
              </a:rPr>
              <a:pPr algn="ctr">
                <a:lnSpc>
                  <a:spcPct val="90000"/>
                </a:lnSpc>
                <a:spcBef>
                  <a:spcPct val="0"/>
                </a:spcBef>
                <a:spcAft>
                  <a:spcPct val="0"/>
                </a:spcAft>
              </a:pPr>
              <a:t>16</a:t>
            </a:fld>
            <a:endParaRPr lang="en-US" sz="1400">
              <a:solidFill>
                <a:schemeClr val="tx1"/>
              </a:solidFill>
            </a:endParaRPr>
          </a:p>
        </p:txBody>
      </p:sp>
      <p:sp>
        <p:nvSpPr>
          <p:cNvPr id="25" name="Rectangle 358">
            <a:extLst>
              <a:ext uri="{FF2B5EF4-FFF2-40B4-BE49-F238E27FC236}">
                <a16:creationId xmlns:a16="http://schemas.microsoft.com/office/drawing/2014/main" id="{421437B7-BA42-9BD8-6BDF-4C7D403B3A58}"/>
              </a:ext>
            </a:extLst>
          </p:cNvPr>
          <p:cNvSpPr>
            <a:spLocks/>
          </p:cNvSpPr>
          <p:nvPr>
            <p:custDataLst>
              <p:tags r:id="rId20"/>
            </p:custDataLst>
          </p:nvPr>
        </p:nvSpPr>
        <p:spPr bwMode="gray">
          <a:xfrm>
            <a:off x="1481138" y="28051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303C2CB7-2660-4465-818D-CF7A66CEC485}" type="datetime'2''''''''''''''''''''''3'''''''''">
              <a:rPr lang="en-US" altLang="en-US" sz="1400" smtClean="0">
                <a:solidFill>
                  <a:schemeClr val="tx1"/>
                </a:solidFill>
              </a:rPr>
              <a:pPr algn="ctr">
                <a:lnSpc>
                  <a:spcPct val="90000"/>
                </a:lnSpc>
                <a:spcBef>
                  <a:spcPct val="0"/>
                </a:spcBef>
                <a:spcAft>
                  <a:spcPct val="0"/>
                </a:spcAft>
              </a:pPr>
              <a:t>23</a:t>
            </a:fld>
            <a:endParaRPr lang="en-US" sz="1400">
              <a:solidFill>
                <a:schemeClr val="tx1"/>
              </a:solidFill>
            </a:endParaRPr>
          </a:p>
        </p:txBody>
      </p:sp>
      <p:sp>
        <p:nvSpPr>
          <p:cNvPr id="26" name="Rectangle 359">
            <a:extLst>
              <a:ext uri="{FF2B5EF4-FFF2-40B4-BE49-F238E27FC236}">
                <a16:creationId xmlns:a16="http://schemas.microsoft.com/office/drawing/2014/main" id="{949204FD-B15F-E846-2BE0-FAB1AB533D97}"/>
              </a:ext>
            </a:extLst>
          </p:cNvPr>
          <p:cNvSpPr>
            <a:spLocks/>
          </p:cNvSpPr>
          <p:nvPr>
            <p:custDataLst>
              <p:tags r:id="rId21"/>
            </p:custDataLst>
          </p:nvPr>
        </p:nvSpPr>
        <p:spPr bwMode="gray">
          <a:xfrm>
            <a:off x="2271713" y="37703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542BC38F-8E18-4B12-9AC6-DC216F8CEAEB}"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7" name="Rectangle 360">
            <a:extLst>
              <a:ext uri="{FF2B5EF4-FFF2-40B4-BE49-F238E27FC236}">
                <a16:creationId xmlns:a16="http://schemas.microsoft.com/office/drawing/2014/main" id="{CCDB6DB7-31FF-1441-CED5-991119859317}"/>
              </a:ext>
            </a:extLst>
          </p:cNvPr>
          <p:cNvSpPr>
            <a:spLocks/>
          </p:cNvSpPr>
          <p:nvPr>
            <p:custDataLst>
              <p:tags r:id="rId22"/>
            </p:custDataLst>
          </p:nvPr>
        </p:nvSpPr>
        <p:spPr bwMode="gray">
          <a:xfrm>
            <a:off x="2711450" y="36909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B72C4BD-7C37-4DD9-AD78-FF2A7D92124A}"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8" name="Rectangle 361">
            <a:extLst>
              <a:ext uri="{FF2B5EF4-FFF2-40B4-BE49-F238E27FC236}">
                <a16:creationId xmlns:a16="http://schemas.microsoft.com/office/drawing/2014/main" id="{4152C6D1-7EAF-600D-FB89-8920CF3A0710}"/>
              </a:ext>
            </a:extLst>
          </p:cNvPr>
          <p:cNvSpPr>
            <a:spLocks/>
          </p:cNvSpPr>
          <p:nvPr>
            <p:custDataLst>
              <p:tags r:id="rId23"/>
            </p:custDataLst>
          </p:nvPr>
        </p:nvSpPr>
        <p:spPr bwMode="gray">
          <a:xfrm>
            <a:off x="3503613" y="391160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6B52D05-29A0-459C-9768-15DFF3026304}" type="datetime'''''''''''''''''''''''''''''''''''''''''12'''''''">
              <a:rPr lang="en-US" altLang="en-US" sz="1400" smtClean="0">
                <a:solidFill>
                  <a:schemeClr val="tx1"/>
                </a:solidFill>
              </a:rPr>
              <a:pPr algn="ctr">
                <a:lnSpc>
                  <a:spcPct val="90000"/>
                </a:lnSpc>
                <a:spcBef>
                  <a:spcPct val="0"/>
                </a:spcBef>
                <a:spcAft>
                  <a:spcPct val="0"/>
                </a:spcAft>
              </a:pPr>
              <a:t>12</a:t>
            </a:fld>
            <a:endParaRPr lang="en-US" sz="1400">
              <a:solidFill>
                <a:schemeClr val="tx1"/>
              </a:solidFill>
            </a:endParaRPr>
          </a:p>
        </p:txBody>
      </p:sp>
      <p:sp>
        <p:nvSpPr>
          <p:cNvPr id="29" name="Rectangle 363">
            <a:extLst>
              <a:ext uri="{FF2B5EF4-FFF2-40B4-BE49-F238E27FC236}">
                <a16:creationId xmlns:a16="http://schemas.microsoft.com/office/drawing/2014/main" id="{8458D2D6-8DA6-14DE-1647-68AA16555042}"/>
              </a:ext>
            </a:extLst>
          </p:cNvPr>
          <p:cNvSpPr>
            <a:spLocks/>
          </p:cNvSpPr>
          <p:nvPr>
            <p:custDataLst>
              <p:tags r:id="rId24"/>
            </p:custDataLst>
          </p:nvPr>
        </p:nvSpPr>
        <p:spPr bwMode="gray">
          <a:xfrm>
            <a:off x="3943350" y="340995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C435C0F1-7428-480C-94E3-F8FC35BB1C51}" type="datetime'1''''''''7'''''''''''''''''''''">
              <a:rPr lang="en-US" altLang="en-US" sz="1400" smtClean="0">
                <a:solidFill>
                  <a:schemeClr val="tx1"/>
                </a:solidFill>
              </a:rPr>
              <a:pPr algn="ctr">
                <a:lnSpc>
                  <a:spcPct val="90000"/>
                </a:lnSpc>
                <a:spcBef>
                  <a:spcPct val="0"/>
                </a:spcBef>
                <a:spcAft>
                  <a:spcPct val="0"/>
                </a:spcAft>
              </a:pPr>
              <a:t>17</a:t>
            </a:fld>
            <a:endParaRPr lang="en-US" sz="1400">
              <a:solidFill>
                <a:schemeClr val="tx1"/>
              </a:solidFill>
            </a:endParaRPr>
          </a:p>
        </p:txBody>
      </p:sp>
      <p:sp>
        <p:nvSpPr>
          <p:cNvPr id="30" name="Rectangle 364">
            <a:extLst>
              <a:ext uri="{FF2B5EF4-FFF2-40B4-BE49-F238E27FC236}">
                <a16:creationId xmlns:a16="http://schemas.microsoft.com/office/drawing/2014/main" id="{0C871ECD-73A4-43E9-1370-1EF64D458675}"/>
              </a:ext>
            </a:extLst>
          </p:cNvPr>
          <p:cNvSpPr>
            <a:spLocks/>
          </p:cNvSpPr>
          <p:nvPr>
            <p:custDataLst>
              <p:tags r:id="rId25"/>
            </p:custDataLst>
          </p:nvPr>
        </p:nvSpPr>
        <p:spPr bwMode="gray">
          <a:xfrm>
            <a:off x="4733925" y="36163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EA3F950F-B335-465C-8F43-AB51268FBEBD}" type="datetime'''''''''''''''''''''''1''''''''''''''5'">
              <a:rPr lang="en-US" altLang="en-US" sz="1400" smtClean="0">
                <a:solidFill>
                  <a:schemeClr val="tx1"/>
                </a:solidFill>
              </a:rPr>
              <a:pPr algn="ctr">
                <a:lnSpc>
                  <a:spcPct val="90000"/>
                </a:lnSpc>
                <a:spcBef>
                  <a:spcPct val="0"/>
                </a:spcBef>
                <a:spcAft>
                  <a:spcPct val="0"/>
                </a:spcAft>
              </a:pPr>
              <a:t>15</a:t>
            </a:fld>
            <a:endParaRPr lang="en-US" sz="1400">
              <a:solidFill>
                <a:schemeClr val="tx1"/>
              </a:solidFill>
            </a:endParaRPr>
          </a:p>
        </p:txBody>
      </p:sp>
      <p:sp>
        <p:nvSpPr>
          <p:cNvPr id="31" name="Rectangle 365">
            <a:extLst>
              <a:ext uri="{FF2B5EF4-FFF2-40B4-BE49-F238E27FC236}">
                <a16:creationId xmlns:a16="http://schemas.microsoft.com/office/drawing/2014/main" id="{BCB19E19-E245-D3CA-5DF8-6850E8527422}"/>
              </a:ext>
            </a:extLst>
          </p:cNvPr>
          <p:cNvSpPr>
            <a:spLocks/>
          </p:cNvSpPr>
          <p:nvPr>
            <p:custDataLst>
              <p:tags r:id="rId26"/>
            </p:custDataLst>
          </p:nvPr>
        </p:nvSpPr>
        <p:spPr bwMode="gray">
          <a:xfrm>
            <a:off x="5173663" y="25114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845C499-2735-4D8D-BA2B-A82C79855911}" type="datetime'''''''''''''''''''''''2''''''''''''''''''''''''''6'''''''">
              <a:rPr lang="en-US" altLang="en-US" sz="1400" smtClean="0">
                <a:solidFill>
                  <a:schemeClr val="tx1"/>
                </a:solidFill>
              </a:rPr>
              <a:pPr algn="ctr">
                <a:lnSpc>
                  <a:spcPct val="90000"/>
                </a:lnSpc>
                <a:spcBef>
                  <a:spcPct val="0"/>
                </a:spcBef>
                <a:spcAft>
                  <a:spcPct val="0"/>
                </a:spcAft>
              </a:pPr>
              <a:t>26</a:t>
            </a:fld>
            <a:endParaRPr lang="en-US" sz="1400">
              <a:solidFill>
                <a:schemeClr val="tx1"/>
              </a:solidFill>
            </a:endParaRPr>
          </a:p>
        </p:txBody>
      </p:sp>
      <p:sp>
        <p:nvSpPr>
          <p:cNvPr id="32" name="Rectangle 366">
            <a:extLst>
              <a:ext uri="{FF2B5EF4-FFF2-40B4-BE49-F238E27FC236}">
                <a16:creationId xmlns:a16="http://schemas.microsoft.com/office/drawing/2014/main" id="{6C1533B2-D98B-9EFB-BEBA-4CB182D202BF}"/>
              </a:ext>
            </a:extLst>
          </p:cNvPr>
          <p:cNvSpPr>
            <a:spLocks/>
          </p:cNvSpPr>
          <p:nvPr>
            <p:custDataLst>
              <p:tags r:id="rId27"/>
            </p:custDataLst>
          </p:nvPr>
        </p:nvSpPr>
        <p:spPr bwMode="gray">
          <a:xfrm>
            <a:off x="7243763" y="4259263"/>
            <a:ext cx="1492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FC87031-C97B-4C10-929D-1BB1B82F245A}" type="datetime'''''''''''''''''''''''''''9'''''''">
              <a:rPr lang="en-US" altLang="en-US" sz="1400" smtClean="0">
                <a:solidFill>
                  <a:schemeClr val="tx1"/>
                </a:solidFill>
              </a:rPr>
              <a:pPr algn="ctr">
                <a:lnSpc>
                  <a:spcPct val="90000"/>
                </a:lnSpc>
                <a:spcBef>
                  <a:spcPct val="0"/>
                </a:spcBef>
                <a:spcAft>
                  <a:spcPct val="0"/>
                </a:spcAft>
              </a:pPr>
              <a:t>9</a:t>
            </a:fld>
            <a:endParaRPr lang="en-US" sz="1400">
              <a:solidFill>
                <a:schemeClr val="tx1"/>
              </a:solidFill>
            </a:endParaRPr>
          </a:p>
        </p:txBody>
      </p:sp>
      <p:sp>
        <p:nvSpPr>
          <p:cNvPr id="33" name="Rectangle 367">
            <a:extLst>
              <a:ext uri="{FF2B5EF4-FFF2-40B4-BE49-F238E27FC236}">
                <a16:creationId xmlns:a16="http://schemas.microsoft.com/office/drawing/2014/main" id="{0C57E5E1-CF26-54A4-E940-B75D1D5AEAD6}"/>
              </a:ext>
            </a:extLst>
          </p:cNvPr>
          <p:cNvSpPr>
            <a:spLocks/>
          </p:cNvSpPr>
          <p:nvPr>
            <p:custDataLst>
              <p:tags r:id="rId28"/>
            </p:custDataLst>
          </p:nvPr>
        </p:nvSpPr>
        <p:spPr bwMode="gray">
          <a:xfrm>
            <a:off x="7634288" y="37687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1C28B0E1-FF4C-4010-9F17-3CD820190A50}"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34" name="Oval 33">
            <a:extLst>
              <a:ext uri="{FF2B5EF4-FFF2-40B4-BE49-F238E27FC236}">
                <a16:creationId xmlns:a16="http://schemas.microsoft.com/office/drawing/2014/main" id="{0D336833-95B4-5DF1-0993-5DA9F80B2A03}"/>
              </a:ext>
            </a:extLst>
          </p:cNvPr>
          <p:cNvSpPr>
            <a:spLocks/>
          </p:cNvSpPr>
          <p:nvPr>
            <p:custDataLst>
              <p:tags r:id="rId29"/>
            </p:custDataLst>
          </p:nvPr>
        </p:nvSpPr>
        <p:spPr bwMode="auto">
          <a:xfrm>
            <a:off x="6234113" y="2246313"/>
            <a:ext cx="587375" cy="301625"/>
          </a:xfrm>
          <a:prstGeom prst="ellipse">
            <a:avLst/>
          </a:prstGeom>
          <a:solidFill>
            <a:schemeClr val="bg1"/>
          </a:solidFill>
          <a:ln w="9525" cap="flat" cmpd="sng" algn="ctr">
            <a:solidFill>
              <a:schemeClr val="tx1"/>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spcBef>
                <a:spcPct val="0"/>
              </a:spcBef>
              <a:spcAft>
                <a:spcPct val="0"/>
              </a:spcAft>
            </a:pPr>
            <a:fld id="{93ACE399-E739-4AD7-AADA-39F207D5A053}" type="datetime'''''''''''''''''''''''''''''''''''-''''''''''''48''''%'''''">
              <a:rPr lang="en-US" altLang="en-US" sz="1400" smtClean="0">
                <a:solidFill>
                  <a:schemeClr val="tx1"/>
                </a:solidFill>
                <a:effectLst/>
              </a:rPr>
              <a:pPr algn="ctr">
                <a:spcBef>
                  <a:spcPct val="0"/>
                </a:spcBef>
                <a:spcAft>
                  <a:spcPct val="0"/>
                </a:spcAft>
              </a:pPr>
              <a:t>-48%</a:t>
            </a:fld>
            <a:endParaRPr lang="en-US" sz="1400">
              <a:solidFill>
                <a:schemeClr val="tx1"/>
              </a:solidFill>
            </a:endParaRPr>
          </a:p>
        </p:txBody>
      </p:sp>
      <p:sp>
        <p:nvSpPr>
          <p:cNvPr id="35" name="Rectangle 19">
            <a:extLst>
              <a:ext uri="{FF2B5EF4-FFF2-40B4-BE49-F238E27FC236}">
                <a16:creationId xmlns:a16="http://schemas.microsoft.com/office/drawing/2014/main" id="{D43F45FF-6670-40D4-2888-6B621F6FB837}"/>
              </a:ext>
            </a:extLst>
          </p:cNvPr>
          <p:cNvSpPr>
            <a:spLocks/>
          </p:cNvSpPr>
          <p:nvPr>
            <p:custDataLst>
              <p:tags r:id="rId30"/>
            </p:custDataLst>
          </p:nvPr>
        </p:nvSpPr>
        <p:spPr bwMode="auto">
          <a:xfrm>
            <a:off x="3598863"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2">
            <a:extLst>
              <a:ext uri="{FF2B5EF4-FFF2-40B4-BE49-F238E27FC236}">
                <a16:creationId xmlns:a16="http://schemas.microsoft.com/office/drawing/2014/main" id="{D844FCD2-EE66-A7FA-BE17-336D2247FC77}"/>
              </a:ext>
            </a:extLst>
          </p:cNvPr>
          <p:cNvSpPr>
            <a:spLocks/>
          </p:cNvSpPr>
          <p:nvPr>
            <p:custDataLst>
              <p:tags r:id="rId31"/>
            </p:custDataLst>
          </p:nvPr>
        </p:nvSpPr>
        <p:spPr bwMode="auto">
          <a:xfrm>
            <a:off x="45148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2">
            <a:extLst>
              <a:ext uri="{FF2B5EF4-FFF2-40B4-BE49-F238E27FC236}">
                <a16:creationId xmlns:a16="http://schemas.microsoft.com/office/drawing/2014/main" id="{B4CB4B08-9589-F42E-BFF9-F2A095D2780D}"/>
              </a:ext>
            </a:extLst>
          </p:cNvPr>
          <p:cNvSpPr>
            <a:spLocks/>
          </p:cNvSpPr>
          <p:nvPr>
            <p:custDataLst>
              <p:tags r:id="rId32"/>
            </p:custDataLst>
          </p:nvPr>
        </p:nvSpPr>
        <p:spPr bwMode="auto">
          <a:xfrm>
            <a:off x="3900488" y="5773738"/>
            <a:ext cx="5127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59D7227-14F8-4379-8C12-A53A6E5096F1}" type="datetime'''''''''''''''''Onl''''''''i''''''''n''''e'''''''''''">
              <a:rPr lang="en-US" altLang="en-US" sz="1400" smtClean="0">
                <a:solidFill>
                  <a:schemeClr val="tx1"/>
                </a:solidFill>
              </a:rPr>
              <a:pPr>
                <a:spcBef>
                  <a:spcPct val="0"/>
                </a:spcBef>
                <a:spcAft>
                  <a:spcPct val="0"/>
                </a:spcAft>
              </a:pPr>
              <a:t>Online</a:t>
            </a:fld>
            <a:endParaRPr lang="en-US" sz="1400">
              <a:solidFill>
                <a:schemeClr val="tx1"/>
              </a:solidFill>
            </a:endParaRPr>
          </a:p>
        </p:txBody>
      </p:sp>
      <p:sp>
        <p:nvSpPr>
          <p:cNvPr id="38" name="Rectangle 10">
            <a:extLst>
              <a:ext uri="{FF2B5EF4-FFF2-40B4-BE49-F238E27FC236}">
                <a16:creationId xmlns:a16="http://schemas.microsoft.com/office/drawing/2014/main" id="{14B863F4-D62A-257B-CF15-2AF266511B43}"/>
              </a:ext>
            </a:extLst>
          </p:cNvPr>
          <p:cNvSpPr>
            <a:spLocks/>
          </p:cNvSpPr>
          <p:nvPr>
            <p:custDataLst>
              <p:tags r:id="rId33"/>
            </p:custDataLst>
          </p:nvPr>
        </p:nvSpPr>
        <p:spPr bwMode="auto">
          <a:xfrm>
            <a:off x="4816475" y="5773738"/>
            <a:ext cx="5095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083AECE-1438-4DF2-8A13-DD4A2AFF889D}" type="datetime'Of''''''''''f''''''''l''''''''''i''''''''''n''''e'">
              <a:rPr lang="en-US" altLang="en-US" sz="1400" smtClean="0">
                <a:solidFill>
                  <a:schemeClr val="tx1"/>
                </a:solidFill>
              </a:rPr>
              <a:pPr>
                <a:spcBef>
                  <a:spcPct val="0"/>
                </a:spcBef>
                <a:spcAft>
                  <a:spcPct val="0"/>
                </a:spcAft>
              </a:pPr>
              <a:t>Offline</a:t>
            </a:fld>
            <a:endParaRPr lang="en-US" sz="1400">
              <a:solidFill>
                <a:schemeClr val="tx1"/>
              </a:solidFill>
            </a:endParaRPr>
          </a:p>
        </p:txBody>
      </p:sp>
      <p:sp>
        <p:nvSpPr>
          <p:cNvPr id="45" name="tc_columnhead">
            <a:extLst>
              <a:ext uri="{FF2B5EF4-FFF2-40B4-BE49-F238E27FC236}">
                <a16:creationId xmlns:a16="http://schemas.microsoft.com/office/drawing/2014/main" id="{E4D05E99-57CF-C81A-80D8-E799492B64E3}"/>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46" name="tc_columnheadline">
            <a:extLst>
              <a:ext uri="{FF2B5EF4-FFF2-40B4-BE49-F238E27FC236}">
                <a16:creationId xmlns:a16="http://schemas.microsoft.com/office/drawing/2014/main" id="{D4492394-DA09-C52F-7077-1944DB893D2D}"/>
              </a:ext>
            </a:extLst>
          </p:cNvPr>
          <p:cNvCxnSpPr>
            <a:cxnSpLocks/>
            <a:stCxn id="45" idx="4"/>
            <a:endCxn id="45"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8" name="tc_columnhead">
            <a:extLst>
              <a:ext uri="{FF2B5EF4-FFF2-40B4-BE49-F238E27FC236}">
                <a16:creationId xmlns:a16="http://schemas.microsoft.com/office/drawing/2014/main" id="{B609D60C-FF97-30BB-614C-A2C30EEBBF34}"/>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49" name="tc_columnheadline">
            <a:extLst>
              <a:ext uri="{FF2B5EF4-FFF2-40B4-BE49-F238E27FC236}">
                <a16:creationId xmlns:a16="http://schemas.microsoft.com/office/drawing/2014/main" id="{64975172-FFA9-5669-B3F5-23FE35837E98}"/>
              </a:ext>
            </a:extLst>
          </p:cNvPr>
          <p:cNvCxnSpPr>
            <a:cxnSpLocks/>
            <a:stCxn id="48" idx="4"/>
            <a:endCxn id="4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18">
            <a:extLst>
              <a:ext uri="{FF2B5EF4-FFF2-40B4-BE49-F238E27FC236}">
                <a16:creationId xmlns:a16="http://schemas.microsoft.com/office/drawing/2014/main" id="{0E69FDF9-F5E1-E6D9-95C3-75B746510A50}"/>
              </a:ext>
            </a:extLst>
          </p:cNvPr>
          <p:cNvSpPr>
            <a:spLocks/>
          </p:cNvSpPr>
          <p:nvPr/>
        </p:nvSpPr>
        <p:spPr>
          <a:xfrm>
            <a:off x="8811106" y="-805994"/>
            <a:ext cx="4575600" cy="1365365"/>
          </a:xfrm>
          <a:prstGeom prst="rect">
            <a:avLst/>
          </a:prstGeom>
          <a:solidFill>
            <a:schemeClr val="bg2"/>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t>
            </a:r>
            <a:r>
              <a:rPr lang="en-US" sz="1200" b="1" u="sng" dirty="0">
                <a:solidFill>
                  <a:schemeClr val="tx1"/>
                </a:solidFill>
              </a:rPr>
              <a:t>think-cell charts</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a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CAGR arrows, difference arrows),</a:t>
            </a:r>
            <a:r>
              <a:rPr lang="en-US" sz="1200" b="1" dirty="0">
                <a:solidFill>
                  <a:schemeClr val="tx1"/>
                </a:solidFill>
              </a:rPr>
              <a:t> </a:t>
            </a:r>
            <a:r>
              <a:rPr lang="en-US" sz="1200" dirty="0">
                <a:solidFill>
                  <a:schemeClr val="tx1"/>
                </a:solidFill>
              </a:rPr>
              <a:t>right-click a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a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73" name="Text Placeholder 15">
            <a:extLst>
              <a:ext uri="{FF2B5EF4-FFF2-40B4-BE49-F238E27FC236}">
                <a16:creationId xmlns:a16="http://schemas.microsoft.com/office/drawing/2014/main" id="{FB9BC161-67F9-90B0-90B4-215D01703775}"/>
              </a:ext>
            </a:extLst>
          </p:cNvPr>
          <p:cNvSpPr/>
          <p:nvPr/>
        </p:nvSpPr>
        <p:spPr>
          <a:xfrm>
            <a:off x="407988" y="6275487"/>
            <a:ext cx="4052391"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columns, bar, bars, think-cell, chart, charts, graph, graphs, comment</a:t>
            </a:r>
          </a:p>
        </p:txBody>
      </p:sp>
    </p:spTree>
    <p:extLst>
      <p:ext uri="{BB962C8B-B14F-4D97-AF65-F5344CB8AC3E}">
        <p14:creationId xmlns:p14="http://schemas.microsoft.com/office/powerpoint/2010/main" val="404453400"/>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rPr>
                <a:solidFill>
                  <a:srgbClr val="1A1D31"/>
                </a:solidFill>
              </a:rPr>
              <a:t>Territory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1135903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349" imgH="350" progId="TCLayout.ActiveDocument.1">
                  <p:embed/>
                </p:oleObj>
              </mc:Choice>
              <mc:Fallback>
                <p:oleObj name="think-cell Slide" r:id="rId24"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3" name="Rectangle 18">
            <a:extLst>
              <a:ext uri="{FF2B5EF4-FFF2-40B4-BE49-F238E27FC236}">
                <a16:creationId xmlns:a16="http://schemas.microsoft.com/office/drawing/2014/main" id="{7F4EBA3E-1547-3489-3D2C-A48BCEF28565}"/>
              </a:ext>
            </a:extLst>
          </p:cNvPr>
          <p:cNvSpPr>
            <a:spLocks/>
          </p:cNvSpPr>
          <p:nvPr/>
        </p:nvSpPr>
        <p:spPr>
          <a:xfrm>
            <a:off x="8811106" y="-1175326"/>
            <a:ext cx="4575600" cy="1734697"/>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value lines, difference arrows),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p>
          <a:p>
            <a:pPr marL="140400" indent="-140400">
              <a:buFont typeface="Arial" panose="020B0604020202020204" pitchFamily="34" charset="0"/>
              <a:buChar char="•"/>
            </a:pPr>
            <a:r>
              <a:rPr lang="en-US" sz="1200" dirty="0">
                <a:solidFill>
                  <a:schemeClr val="tx1"/>
                </a:solidFill>
                <a:cs typeface="Arial"/>
              </a:rPr>
              <a:t>To </a:t>
            </a:r>
            <a:r>
              <a:rPr lang="en-US" sz="1200" b="1" dirty="0">
                <a:solidFill>
                  <a:schemeClr val="tx1"/>
                </a:solidFill>
                <a:cs typeface="Arial"/>
              </a:rPr>
              <a:t>sort the bars</a:t>
            </a:r>
            <a:r>
              <a:rPr lang="en-US" sz="1200" dirty="0">
                <a:solidFill>
                  <a:schemeClr val="tx1"/>
                </a:solidFill>
                <a:cs typeface="Arial"/>
              </a:rPr>
              <a:t> from highest to lowest, in the mini toolbar, select </a:t>
            </a:r>
            <a:r>
              <a:rPr lang="en-US" sz="1200" b="1" dirty="0">
                <a:solidFill>
                  <a:schemeClr val="tx1"/>
                </a:solidFill>
                <a:cs typeface="Arial"/>
              </a:rPr>
              <a:t>Categories in Descending Y Extent Order</a:t>
            </a:r>
            <a:r>
              <a:rPr lang="en-US" sz="1200" dirty="0">
                <a:solidFill>
                  <a:schemeClr val="tx1"/>
                </a:solidFill>
                <a:cs typeface="Arial"/>
              </a:rPr>
              <a:t>.</a:t>
            </a:r>
          </a:p>
        </p:txBody>
      </p:sp>
      <p:graphicFrame>
        <p:nvGraphicFramePr>
          <p:cNvPr id="9" name="Chart 8">
            <a:extLst>
              <a:ext uri="{FF2B5EF4-FFF2-40B4-BE49-F238E27FC236}">
                <a16:creationId xmlns:a16="http://schemas.microsoft.com/office/drawing/2014/main" id="{CBD56CE7-10C6-CF16-4B7A-CD2E5C99D3FE}"/>
              </a:ext>
            </a:extLst>
          </p:cNvPr>
          <p:cNvGraphicFramePr/>
          <p:nvPr>
            <p:custDataLst>
              <p:tags r:id="rId2"/>
            </p:custDataLst>
            <p:extLst>
              <p:ext uri="{D42A27DB-BD31-4B8C-83A1-F6EECF244321}">
                <p14:modId xmlns:p14="http://schemas.microsoft.com/office/powerpoint/2010/main" val="3042036561"/>
              </p:ext>
            </p:extLst>
          </p:nvPr>
        </p:nvGraphicFramePr>
        <p:xfrm>
          <a:off x="812800" y="2249488"/>
          <a:ext cx="6804025" cy="4114800"/>
        </p:xfrm>
        <a:graphic>
          <a:graphicData uri="http://schemas.openxmlformats.org/drawingml/2006/chart">
            <c:chart xmlns:c="http://schemas.openxmlformats.org/drawingml/2006/chart" xmlns:r="http://schemas.openxmlformats.org/officeDocument/2006/relationships" r:id="rId26"/>
          </a:graphicData>
        </a:graphic>
      </p:graphicFrame>
      <p:sp>
        <p:nvSpPr>
          <p:cNvPr id="21" name="Arrow: Right 20">
            <a:extLst>
              <a:ext uri="{FF2B5EF4-FFF2-40B4-BE49-F238E27FC236}">
                <a16:creationId xmlns:a16="http://schemas.microsoft.com/office/drawing/2014/main" id="{C825AC13-30B3-F273-0862-975E9BD50234}"/>
              </a:ext>
            </a:extLst>
          </p:cNvPr>
          <p:cNvSpPr>
            <a:spLocks/>
          </p:cNvSpPr>
          <p:nvPr>
            <p:custDataLst>
              <p:tags r:id="rId3"/>
            </p:custDataLst>
          </p:nvPr>
        </p:nvSpPr>
        <p:spPr bwMode="auto">
          <a:xfrm rot="5400000">
            <a:off x="5010150"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356" name="Straight Connector 355">
            <a:extLst>
              <a:ext uri="{FF2B5EF4-FFF2-40B4-BE49-F238E27FC236}">
                <a16:creationId xmlns:a16="http://schemas.microsoft.com/office/drawing/2014/main" id="{934AA6D2-1DFC-3C1F-AF13-57F06750C6BB}"/>
              </a:ext>
            </a:extLst>
          </p:cNvPr>
          <p:cNvCxnSpPr/>
          <p:nvPr>
            <p:custDataLst>
              <p:tags r:id="rId4"/>
            </p:custDataLst>
          </p:nvPr>
        </p:nvCxnSpPr>
        <p:spPr bwMode="auto">
          <a:xfrm flipV="1">
            <a:off x="5073650" y="4513263"/>
            <a:ext cx="0" cy="1544638"/>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2" name="Straight Connector 361">
            <a:extLst>
              <a:ext uri="{FF2B5EF4-FFF2-40B4-BE49-F238E27FC236}">
                <a16:creationId xmlns:a16="http://schemas.microsoft.com/office/drawing/2014/main" id="{8A799DCC-6AD1-F5DE-9DE9-5EAE89C72688}"/>
              </a:ext>
            </a:extLst>
          </p:cNvPr>
          <p:cNvCxnSpPr/>
          <p:nvPr>
            <p:custDataLst>
              <p:tags r:id="rId5"/>
            </p:custDataLst>
          </p:nvPr>
        </p:nvCxnSpPr>
        <p:spPr bwMode="auto">
          <a:xfrm flipV="1">
            <a:off x="5073650" y="2757488"/>
            <a:ext cx="0" cy="1543050"/>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5" name="Arrow: Right 54">
            <a:extLst>
              <a:ext uri="{FF2B5EF4-FFF2-40B4-BE49-F238E27FC236}">
                <a16:creationId xmlns:a16="http://schemas.microsoft.com/office/drawing/2014/main" id="{6227B2AA-AA04-C8F9-65BC-DC85CA80B33D}"/>
              </a:ext>
            </a:extLst>
          </p:cNvPr>
          <p:cNvSpPr/>
          <p:nvPr>
            <p:custDataLst>
              <p:tags r:id="rId6"/>
            </p:custDataLst>
          </p:nvPr>
        </p:nvSpPr>
        <p:spPr bwMode="auto">
          <a:xfrm rot="5400000">
            <a:off x="6018213"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56" name="Straight Connector 55">
            <a:extLst>
              <a:ext uri="{FF2B5EF4-FFF2-40B4-BE49-F238E27FC236}">
                <a16:creationId xmlns:a16="http://schemas.microsoft.com/office/drawing/2014/main" id="{54C474CB-78C2-3A26-CF08-CFBBD02A0CFA}"/>
              </a:ext>
            </a:extLst>
          </p:cNvPr>
          <p:cNvCxnSpPr>
            <a:cxnSpLocks/>
          </p:cNvCxnSpPr>
          <p:nvPr>
            <p:custDataLst>
              <p:tags r:id="rId7"/>
            </p:custDataLst>
          </p:nvPr>
        </p:nvCxnSpPr>
        <p:spPr bwMode="auto">
          <a:xfrm flipV="1">
            <a:off x="6081713" y="2757488"/>
            <a:ext cx="0" cy="3300413"/>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 Placeholder 2">
            <a:extLst>
              <a:ext uri="{FF2B5EF4-FFF2-40B4-BE49-F238E27FC236}">
                <a16:creationId xmlns:a16="http://schemas.microsoft.com/office/drawing/2014/main" id="{0E8F8D5C-1491-8981-3D5A-0B42E45A1311}"/>
              </a:ext>
            </a:extLst>
          </p:cNvPr>
          <p:cNvSpPr>
            <a:spLocks/>
          </p:cNvSpPr>
          <p:nvPr>
            <p:custDataLst>
              <p:tags r:id="rId8"/>
            </p:custDataLst>
          </p:nvPr>
        </p:nvSpPr>
        <p:spPr bwMode="auto">
          <a:xfrm>
            <a:off x="7558088" y="2544762"/>
            <a:ext cx="5905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ct val="0"/>
              </a:spcBef>
              <a:spcAft>
                <a:spcPct val="0"/>
              </a:spcAft>
              <a:buNone/>
            </a:pPr>
            <a:r>
              <a:rPr lang="en-US" altLang="en-US" sz="1400">
                <a:solidFill>
                  <a:schemeClr val="tx1"/>
                </a:solidFill>
                <a:effectLst/>
                <a:sym typeface="+mn-lt"/>
              </a:rPr>
              <a:t>Margin</a:t>
            </a:r>
            <a:br>
              <a:rPr lang="en-US" altLang="en-US" sz="1400">
                <a:solidFill>
                  <a:schemeClr val="tx1"/>
                </a:solidFill>
                <a:effectLst/>
                <a:sym typeface="+mn-lt"/>
              </a:rPr>
            </a:br>
            <a:r>
              <a:rPr lang="en-US" altLang="en-US" sz="1400">
                <a:solidFill>
                  <a:schemeClr val="tx1"/>
                </a:solidFill>
                <a:effectLst/>
                <a:sym typeface="+mn-lt"/>
              </a:rPr>
              <a:t>p</a:t>
            </a:r>
            <a:r>
              <a:rPr lang="en-US" sz="1400">
                <a:sym typeface="+mn-lt"/>
                <a:solidFill>
                  <a:srgbClr val="1A1D31"/>
                </a:solidFill>
              </a:rPr>
              <a:t>er unit</a:t>
            </a:r>
            <a:endParaRPr lang="en-US" sz="1400">
              <a:solidFill>
                <a:schemeClr val="tx1"/>
              </a:solidFill>
              <a:sym typeface="+mn-lt"/>
            </a:endParaRPr>
          </a:p>
        </p:txBody>
      </p:sp>
      <p:sp>
        <p:nvSpPr>
          <p:cNvPr id="24" name="Text Placeholder 2">
            <a:extLst>
              <a:ext uri="{FF2B5EF4-FFF2-40B4-BE49-F238E27FC236}">
                <a16:creationId xmlns:a16="http://schemas.microsoft.com/office/drawing/2014/main" id="{8A4D44A3-DF10-DFD0-EE66-C96264BE5B68}"/>
              </a:ext>
            </a:extLst>
          </p:cNvPr>
          <p:cNvSpPr>
            <a:spLocks/>
          </p:cNvSpPr>
          <p:nvPr>
            <p:custDataLst>
              <p:tags r:id="rId9"/>
            </p:custDataLst>
          </p:nvPr>
        </p:nvSpPr>
        <p:spPr bwMode="auto">
          <a:xfrm>
            <a:off x="403225" y="288607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5BA8B82-2C5E-446B-AE5B-7515A83038B1}" type="datetime'''B''r''an''''''''''''''''''''''''''d'''''''' ''''1'">
              <a:rPr lang="en-US" altLang="en-US" sz="1400" smtClean="0">
                <a:solidFill>
                  <a:srgbClr val="1A1D31"/>
                </a:solidFill>
              </a:rPr>
              <a:pPr marL="0" lvl="0" indent="0" algn="r">
                <a:spcBef>
                  <a:spcPct val="0"/>
                </a:spcBef>
                <a:spcAft>
                  <a:spcPct val="0"/>
                </a:spcAft>
                <a:buNone/>
              </a:pPr>
              <a:t>Brand 1</a:t>
            </a:fld>
            <a:endParaRPr lang="en-US" sz="1400"/>
          </a:p>
        </p:txBody>
      </p:sp>
      <p:sp>
        <p:nvSpPr>
          <p:cNvPr id="26" name="Text Placeholder 2">
            <a:extLst>
              <a:ext uri="{FF2B5EF4-FFF2-40B4-BE49-F238E27FC236}">
                <a16:creationId xmlns:a16="http://schemas.microsoft.com/office/drawing/2014/main" id="{A3D46989-DB07-AF83-390A-708F0554011E}"/>
              </a:ext>
            </a:extLst>
          </p:cNvPr>
          <p:cNvSpPr>
            <a:spLocks/>
          </p:cNvSpPr>
          <p:nvPr>
            <p:custDataLst>
              <p:tags r:id="rId10"/>
            </p:custDataLst>
          </p:nvPr>
        </p:nvSpPr>
        <p:spPr bwMode="auto">
          <a:xfrm>
            <a:off x="403225" y="335756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0A6ECC6-4287-4547-BFCA-64B9A0539B5E}" type="datetime'''''''''B''''''r''a''''n''''d'''''''' ''''''2'''''">
              <a:rPr lang="en-US" altLang="en-US" sz="1400" smtClean="0">
                <a:solidFill>
                  <a:srgbClr val="1A1D31"/>
                </a:solidFill>
              </a:rPr>
              <a:pPr marL="0" lvl="0" indent="0" algn="r">
                <a:spcBef>
                  <a:spcPct val="0"/>
                </a:spcBef>
                <a:spcAft>
                  <a:spcPct val="0"/>
                </a:spcAft>
                <a:buNone/>
              </a:pPr>
              <a:t>Brand 2</a:t>
            </a:fld>
            <a:endParaRPr lang="en-US" sz="1400"/>
          </a:p>
        </p:txBody>
      </p:sp>
      <p:sp>
        <p:nvSpPr>
          <p:cNvPr id="27" name="Text Placeholder 2">
            <a:extLst>
              <a:ext uri="{FF2B5EF4-FFF2-40B4-BE49-F238E27FC236}">
                <a16:creationId xmlns:a16="http://schemas.microsoft.com/office/drawing/2014/main" id="{E88BD066-4908-0B00-E9CE-64681E72D930}"/>
              </a:ext>
            </a:extLst>
          </p:cNvPr>
          <p:cNvSpPr>
            <a:spLocks/>
          </p:cNvSpPr>
          <p:nvPr>
            <p:custDataLst>
              <p:tags r:id="rId11"/>
            </p:custDataLst>
          </p:nvPr>
        </p:nvSpPr>
        <p:spPr bwMode="auto">
          <a:xfrm>
            <a:off x="403225" y="382905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0D3C9C3-D821-42CA-83DB-48FA5BABAA52}" type="datetime'''''''''B''''''''''''r''''an''d'''''' ''''''''''3'''''''">
              <a:rPr lang="en-US" altLang="en-US" sz="1400" smtClean="0">
                <a:solidFill>
                  <a:srgbClr val="1A1D31"/>
                </a:solidFill>
              </a:rPr>
              <a:pPr marL="0" lvl="0" indent="0" algn="r">
                <a:spcBef>
                  <a:spcPct val="0"/>
                </a:spcBef>
                <a:spcAft>
                  <a:spcPct val="0"/>
                </a:spcAft>
                <a:buNone/>
              </a:pPr>
              <a:t>Brand 3</a:t>
            </a:fld>
            <a:endParaRPr lang="en-US" sz="1400"/>
          </a:p>
        </p:txBody>
      </p:sp>
      <p:sp>
        <p:nvSpPr>
          <p:cNvPr id="28" name="Text Placeholder 2">
            <a:extLst>
              <a:ext uri="{FF2B5EF4-FFF2-40B4-BE49-F238E27FC236}">
                <a16:creationId xmlns:a16="http://schemas.microsoft.com/office/drawing/2014/main" id="{CA9671B0-D91D-6C8A-3F88-EAD87348508B}"/>
              </a:ext>
            </a:extLst>
          </p:cNvPr>
          <p:cNvSpPr>
            <a:spLocks/>
          </p:cNvSpPr>
          <p:nvPr>
            <p:custDataLst>
              <p:tags r:id="rId12"/>
            </p:custDataLst>
          </p:nvPr>
        </p:nvSpPr>
        <p:spPr bwMode="auto">
          <a:xfrm>
            <a:off x="403225" y="4300538"/>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41EDE958-AF08-42F2-87AE-C4F05609F1DF}" type="datetime'''B''r''''''''''''''''''''''''''''''''an''''''''d'''' 4'''">
              <a:rPr lang="en-US" altLang="en-US" sz="1400" smtClean="0">
                <a:solidFill>
                  <a:srgbClr val="1A1D31"/>
                </a:solidFill>
              </a:rPr>
              <a:pPr marL="0" lvl="0" indent="0" algn="r">
                <a:spcBef>
                  <a:spcPct val="0"/>
                </a:spcBef>
                <a:spcAft>
                  <a:spcPct val="0"/>
                </a:spcAft>
                <a:buNone/>
              </a:pPr>
              <a:t>Brand 4</a:t>
            </a:fld>
            <a:endParaRPr lang="en-US" sz="1400"/>
          </a:p>
        </p:txBody>
      </p:sp>
      <p:sp>
        <p:nvSpPr>
          <p:cNvPr id="31" name="Text Placeholder 2">
            <a:extLst>
              <a:ext uri="{FF2B5EF4-FFF2-40B4-BE49-F238E27FC236}">
                <a16:creationId xmlns:a16="http://schemas.microsoft.com/office/drawing/2014/main" id="{49CF8985-4D3C-EFA2-B457-B43029BBF799}"/>
              </a:ext>
            </a:extLst>
          </p:cNvPr>
          <p:cNvSpPr>
            <a:spLocks/>
          </p:cNvSpPr>
          <p:nvPr>
            <p:custDataLst>
              <p:tags r:id="rId13"/>
            </p:custDataLst>
          </p:nvPr>
        </p:nvSpPr>
        <p:spPr bwMode="auto">
          <a:xfrm>
            <a:off x="403225" y="477202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D3BF212-0685-4A0F-9AC7-E70BADFD212A}" type="datetime'''''B''''r''''''''''a''''''nd'''''''''''''''''''''''' ''''5'">
              <a:rPr lang="en-US" altLang="en-US" sz="1400" smtClean="0">
                <a:solidFill>
                  <a:srgbClr val="1A1D31"/>
                </a:solidFill>
              </a:rPr>
              <a:pPr marL="0" lvl="0" indent="0" algn="r">
                <a:spcBef>
                  <a:spcPct val="0"/>
                </a:spcBef>
                <a:spcAft>
                  <a:spcPct val="0"/>
                </a:spcAft>
                <a:buNone/>
              </a:pPr>
              <a:t>Brand 5</a:t>
            </a:fld>
            <a:endParaRPr lang="en-US" sz="1400"/>
          </a:p>
        </p:txBody>
      </p:sp>
      <p:sp>
        <p:nvSpPr>
          <p:cNvPr id="32" name="Text Placeholder 2">
            <a:extLst>
              <a:ext uri="{FF2B5EF4-FFF2-40B4-BE49-F238E27FC236}">
                <a16:creationId xmlns:a16="http://schemas.microsoft.com/office/drawing/2014/main" id="{51F04605-7815-7E0B-4DC4-560BDAA83566}"/>
              </a:ext>
            </a:extLst>
          </p:cNvPr>
          <p:cNvSpPr>
            <a:spLocks/>
          </p:cNvSpPr>
          <p:nvPr>
            <p:custDataLst>
              <p:tags r:id="rId14"/>
            </p:custDataLst>
          </p:nvPr>
        </p:nvSpPr>
        <p:spPr bwMode="auto">
          <a:xfrm>
            <a:off x="403225" y="524351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AE7C7A1-A1D0-4339-8750-60CC335B06A9}" type="datetime'''''''B''r''a''''''n''''''''''''''''''''''d'''' 6'''''''''">
              <a:rPr lang="en-US" altLang="en-US" sz="1400" smtClean="0">
                <a:solidFill>
                  <a:srgbClr val="1A1D31"/>
                </a:solidFill>
              </a:rPr>
              <a:pPr marL="0" lvl="0" indent="0" algn="r">
                <a:spcBef>
                  <a:spcPct val="0"/>
                </a:spcBef>
                <a:spcAft>
                  <a:spcPct val="0"/>
                </a:spcAft>
                <a:buNone/>
              </a:pPr>
              <a:t>Brand 6</a:t>
            </a:fld>
            <a:endParaRPr lang="en-US" sz="1400"/>
          </a:p>
        </p:txBody>
      </p:sp>
      <p:sp>
        <p:nvSpPr>
          <p:cNvPr id="33" name="Text Placeholder 2">
            <a:extLst>
              <a:ext uri="{FF2B5EF4-FFF2-40B4-BE49-F238E27FC236}">
                <a16:creationId xmlns:a16="http://schemas.microsoft.com/office/drawing/2014/main" id="{29C42B69-C377-A7D0-1496-F526CCD0FA80}"/>
              </a:ext>
            </a:extLst>
          </p:cNvPr>
          <p:cNvSpPr>
            <a:spLocks/>
          </p:cNvSpPr>
          <p:nvPr>
            <p:custDataLst>
              <p:tags r:id="rId15"/>
            </p:custDataLst>
          </p:nvPr>
        </p:nvSpPr>
        <p:spPr bwMode="auto">
          <a:xfrm>
            <a:off x="403225" y="571500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7E460325-25F0-4177-96C3-6527D19F6B4D}" type="datetime'B''''''''''''''''r''''''''''''''''''''a''nd ''''''''''''7'">
              <a:rPr lang="en-US" altLang="en-US" sz="1400" smtClean="0">
                <a:solidFill>
                  <a:srgbClr val="1A1D31"/>
                </a:solidFill>
              </a:rPr>
              <a:pPr marL="0" lvl="0" indent="0" algn="r">
                <a:spcBef>
                  <a:spcPct val="0"/>
                </a:spcBef>
                <a:spcAft>
                  <a:spcPct val="0"/>
                </a:spcAft>
                <a:buNone/>
              </a:pPr>
              <a:t>Brand 7</a:t>
            </a:fld>
            <a:endParaRPr lang="en-US" sz="1400"/>
          </a:p>
        </p:txBody>
      </p:sp>
      <p:sp>
        <p:nvSpPr>
          <p:cNvPr id="39" name="Text Placeholder 2">
            <a:extLst>
              <a:ext uri="{FF2B5EF4-FFF2-40B4-BE49-F238E27FC236}">
                <a16:creationId xmlns:a16="http://schemas.microsoft.com/office/drawing/2014/main" id="{E14C730E-1CFD-BB90-D92D-5E530FD0B2B5}"/>
              </a:ext>
            </a:extLst>
          </p:cNvPr>
          <p:cNvSpPr>
            <a:spLocks/>
          </p:cNvSpPr>
          <p:nvPr>
            <p:custDataLst>
              <p:tags r:id="rId16"/>
            </p:custDataLst>
          </p:nvPr>
        </p:nvSpPr>
        <p:spPr bwMode="auto">
          <a:xfrm>
            <a:off x="4586288" y="1974850"/>
            <a:ext cx="974725"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r>
              <a:rPr lang="en-US" altLang="en-US" sz="1400" b="1">
                <a:solidFill>
                  <a:srgbClr val="1A1D31"/>
                </a:solidFill>
              </a:rPr>
              <a:t>Market avg.</a:t>
            </a:r>
            <a:endParaRPr lang="en-US" altLang="en-US" sz="1400" b="1">
              <a:effectLst/>
            </a:endParaRPr>
          </a:p>
          <a:p>
            <a:pPr marL="0" lvl="0" indent="0" algn="ctr">
              <a:spcBef>
                <a:spcPct val="0"/>
              </a:spcBef>
              <a:spcAft>
                <a:spcPct val="0"/>
              </a:spcAft>
              <a:buNone/>
            </a:pPr>
            <a:fld id="{38244F02-4612-42C9-9C12-F3FE8B86482B}" type="datetime'''2''''''''''''''''''''''5'''''''''''''''''''''">
              <a:rPr lang="en-US" altLang="en-US" sz="1400" smtClean="0">
                <a:solidFill>
                  <a:srgbClr val="1A1D31"/>
                </a:solidFill>
              </a:rPr>
              <a:pPr marL="0" lvl="0" indent="0" algn="ctr">
                <a:spcBef>
                  <a:spcPct val="0"/>
                </a:spcBef>
                <a:spcAft>
                  <a:spcPct val="0"/>
                </a:spcAft>
                <a:buNone/>
              </a:pPr>
              <a:t>25</a:t>
            </a:fld>
            <a:endParaRPr lang="en-US" sz="1400"/>
          </a:p>
        </p:txBody>
      </p:sp>
      <p:sp>
        <p:nvSpPr>
          <p:cNvPr id="54" name="Text Placeholder 2">
            <a:extLst>
              <a:ext uri="{FF2B5EF4-FFF2-40B4-BE49-F238E27FC236}">
                <a16:creationId xmlns:a16="http://schemas.microsoft.com/office/drawing/2014/main" id="{A36AD9A7-A470-4248-33C2-9AE6FF8B56DA}"/>
              </a:ext>
            </a:extLst>
          </p:cNvPr>
          <p:cNvSpPr>
            <a:spLocks/>
          </p:cNvSpPr>
          <p:nvPr>
            <p:custDataLst>
              <p:tags r:id="rId17"/>
            </p:custDataLst>
          </p:nvPr>
        </p:nvSpPr>
        <p:spPr bwMode="auto">
          <a:xfrm>
            <a:off x="5653088" y="1974850"/>
            <a:ext cx="8572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r>
              <a:rPr lang="en-US" altLang="en-US" sz="1400" b="1">
                <a:solidFill>
                  <a:srgbClr val="1A1D31"/>
                </a:solidFill>
              </a:rPr>
              <a:t>Our target</a:t>
            </a:r>
          </a:p>
          <a:p>
            <a:pPr marL="0" lvl="0" indent="0" algn="ctr">
              <a:spcBef>
                <a:spcPct val="0"/>
              </a:spcBef>
              <a:spcAft>
                <a:spcPct val="0"/>
              </a:spcAft>
              <a:buNone/>
            </a:pPr>
            <a:fld id="{B7B99715-CCEA-4008-B7DC-47D60E750A8C}" type="datetime'''''''''''''''''''''3''''''''6'''''''''''''''''">
              <a:rPr lang="en-US" altLang="en-US" sz="1400" smtClean="0">
                <a:solidFill>
                  <a:srgbClr val="1A1D31"/>
                </a:solidFill>
              </a:rPr>
              <a:pPr marL="0" lvl="0" indent="0" algn="ctr">
                <a:spcBef>
                  <a:spcPct val="0"/>
                </a:spcBef>
                <a:spcAft>
                  <a:spcPct val="0"/>
                </a:spcAft>
                <a:buNone/>
              </a:pPr>
              <a:t>36</a:t>
            </a:fld>
            <a:endParaRPr lang="en-US" sz="1400"/>
          </a:p>
        </p:txBody>
      </p:sp>
      <p:sp>
        <p:nvSpPr>
          <p:cNvPr id="125" name="Rectangle 124">
            <a:extLst>
              <a:ext uri="{FF2B5EF4-FFF2-40B4-BE49-F238E27FC236}">
                <a16:creationId xmlns:a16="http://schemas.microsoft.com/office/drawing/2014/main" id="{24AF8FE4-3A25-7F92-FA57-D7436F27B24F}"/>
              </a:ext>
            </a:extLst>
          </p:cNvPr>
          <p:cNvSpPr/>
          <p:nvPr>
            <p:custDataLst>
              <p:tags r:id="rId18"/>
            </p:custDataLst>
          </p:nvPr>
        </p:nvSpPr>
        <p:spPr bwMode="auto">
          <a:xfrm>
            <a:off x="474663" y="1974850"/>
            <a:ext cx="250825" cy="187325"/>
          </a:xfrm>
          <a:prstGeom prst="rect">
            <a:avLst/>
          </a:prstGeom>
          <a:solidFill>
            <a:schemeClr val="accent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chemeClr val="bg1"/>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124" name="Rectangle 123">
            <a:extLst>
              <a:ext uri="{FF2B5EF4-FFF2-40B4-BE49-F238E27FC236}">
                <a16:creationId xmlns:a16="http://schemas.microsoft.com/office/drawing/2014/main" id="{8F71070C-E52C-D998-EC41-3DB65A967EF7}"/>
              </a:ext>
            </a:extLst>
          </p:cNvPr>
          <p:cNvSpPr/>
          <p:nvPr>
            <p:custDataLst>
              <p:tags r:id="rId19"/>
            </p:custDataLst>
          </p:nvPr>
        </p:nvSpPr>
        <p:spPr bwMode="auto">
          <a:xfrm>
            <a:off x="1674813" y="197485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71" name="Text Placeholder 2">
            <a:extLst>
              <a:ext uri="{FF2B5EF4-FFF2-40B4-BE49-F238E27FC236}">
                <a16:creationId xmlns:a16="http://schemas.microsoft.com/office/drawing/2014/main" id="{03B45610-B3C0-1D08-1D95-95FF6C013374}"/>
              </a:ext>
            </a:extLst>
          </p:cNvPr>
          <p:cNvSpPr>
            <a:spLocks/>
          </p:cNvSpPr>
          <p:nvPr>
            <p:custDataLst>
              <p:tags r:id="rId20"/>
            </p:custDataLst>
          </p:nvPr>
        </p:nvSpPr>
        <p:spPr bwMode="auto">
          <a:xfrm>
            <a:off x="776288" y="1970088"/>
            <a:ext cx="7969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0AB0605-8D71-4CE9-92CF-791AE4211A99}" type="datetime'O''u''''''''''''''r'''' ''''''b''''''r''''''a''''''nd'">
              <a:rPr lang="en-US" altLang="en-US" sz="1400" smtClean="0">
                <a:solidFill>
                  <a:srgbClr val="1A1D31"/>
                </a:solidFill>
              </a:rPr>
              <a:pPr marL="0" lvl="0" indent="0">
                <a:spcBef>
                  <a:spcPct val="0"/>
                </a:spcBef>
                <a:spcAft>
                  <a:spcPct val="0"/>
                </a:spcAft>
                <a:buNone/>
              </a:pPr>
              <a:t>Our brand</a:t>
            </a:fld>
            <a:endParaRPr lang="en-US" sz="1400"/>
          </a:p>
        </p:txBody>
      </p:sp>
      <p:sp>
        <p:nvSpPr>
          <p:cNvPr id="68" name="Text Placeholder 2">
            <a:extLst>
              <a:ext uri="{FF2B5EF4-FFF2-40B4-BE49-F238E27FC236}">
                <a16:creationId xmlns:a16="http://schemas.microsoft.com/office/drawing/2014/main" id="{A36AD9A7-A470-4248-33C2-9AE6FF8B56DA}"/>
              </a:ext>
            </a:extLst>
          </p:cNvPr>
          <p:cNvSpPr>
            <a:spLocks/>
          </p:cNvSpPr>
          <p:nvPr>
            <p:custDataLst>
              <p:tags r:id="rId21"/>
            </p:custDataLst>
          </p:nvPr>
        </p:nvSpPr>
        <p:spPr bwMode="auto">
          <a:xfrm>
            <a:off x="1976438" y="1970088"/>
            <a:ext cx="9556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6FBF1B3-9BFC-4E0D-8B82-E2C6FF0E38B7}" type="datetime'''C''''o''''''m''''p''''et''''i''''''t''''''''o''''rs'''''''''">
              <a:rPr lang="en-US" altLang="en-US" sz="1400" smtClean="0">
                <a:solidFill>
                  <a:srgbClr val="1A1D31"/>
                </a:solidFill>
              </a:rPr>
              <a:pPr marL="0" lvl="0" indent="0">
                <a:spcBef>
                  <a:spcPct val="0"/>
                </a:spcBef>
                <a:spcAft>
                  <a:spcPct val="0"/>
                </a:spcAft>
                <a:buNone/>
              </a:pPr>
              <a:t>Competitors</a:t>
            </a:fld>
            <a:endParaRPr lang="en-US" sz="1400"/>
          </a:p>
        </p:txBody>
      </p:sp>
      <p:sp>
        <p:nvSpPr>
          <p:cNvPr id="6" name="tc_columnhead">
            <a:extLst>
              <a:ext uri="{FF2B5EF4-FFF2-40B4-BE49-F238E27FC236}">
                <a16:creationId xmlns:a16="http://schemas.microsoft.com/office/drawing/2014/main" id="{DD8B1446-4C6B-3F84-1547-B2F5067DF169}"/>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8" name="tc_columnheadline">
            <a:extLst>
              <a:ext uri="{FF2B5EF4-FFF2-40B4-BE49-F238E27FC236}">
                <a16:creationId xmlns:a16="http://schemas.microsoft.com/office/drawing/2014/main" id="{C95042D1-A540-5ADE-F6A4-9668F6EA2130}"/>
              </a:ext>
            </a:extLst>
          </p:cNvPr>
          <p:cNvCxnSpPr>
            <a:cxnSpLocks/>
            <a:stCxn id="6" idx="4"/>
            <a:endCxn id="6"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c_columnhead">
            <a:extLst>
              <a:ext uri="{FF2B5EF4-FFF2-40B4-BE49-F238E27FC236}">
                <a16:creationId xmlns:a16="http://schemas.microsoft.com/office/drawing/2014/main" id="{7C88D92E-A6CE-ADA2-BF37-DBB878DC12FC}"/>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4" name="tc_columnheadline">
            <a:extLst>
              <a:ext uri="{FF2B5EF4-FFF2-40B4-BE49-F238E27FC236}">
                <a16:creationId xmlns:a16="http://schemas.microsoft.com/office/drawing/2014/main" id="{4672D726-8B34-C51E-E021-BE9CC02D9934}"/>
              </a:ext>
            </a:extLst>
          </p:cNvPr>
          <p:cNvCxnSpPr>
            <a:cxnSpLocks/>
            <a:stCxn id="11" idx="4"/>
            <a:endCxn id="11"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Text Placeholder 15">
            <a:extLst>
              <a:ext uri="{FF2B5EF4-FFF2-40B4-BE49-F238E27FC236}">
                <a16:creationId xmlns:a16="http://schemas.microsoft.com/office/drawing/2014/main" id="{A2E4A1B7-8BBA-7E58-A088-FD226839ED9B}"/>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 columns, bars, think-cell, chart, charts, graph, graphs, comment</a:t>
            </a:r>
          </a:p>
        </p:txBody>
      </p:sp>
    </p:spTree>
    <p:extLst>
      <p:ext uri="{BB962C8B-B14F-4D97-AF65-F5344CB8AC3E}">
        <p14:creationId xmlns:p14="http://schemas.microsoft.com/office/powerpoint/2010/main" val="832147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4489346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349" imgH="350" progId="TCLayout.ActiveDocument.1">
                  <p:embed/>
                </p:oleObj>
              </mc:Choice>
              <mc:Fallback>
                <p:oleObj name="think-cell Slide" r:id="rId11"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5" name="Title 4">
            <a:extLst>
              <a:ext uri="{FF2B5EF4-FFF2-40B4-BE49-F238E27FC236}">
                <a16:creationId xmlns:a16="http://schemas.microsoft.com/office/drawing/2014/main" id="{83442F60-F4AE-C57A-6E7C-EE6D6E2726E8}"/>
              </a:ext>
            </a:extLst>
          </p:cNvPr>
          <p:cNvSpPr>
            <a:spLocks noGrp="1"/>
          </p:cNvSpPr>
          <p:nvPr>
            <p:ph type="title"/>
          </p:nvPr>
        </p:nvSpPr>
        <p:spPr/>
        <p:txBody>
          <a:bodyPr vert="horz"/>
          <a:lstStyle/>
          <a:p>
            <a:r>
              <a:rPr lang="en-US">
                <a:solidFill>
                  <a:srgbClr val="083EA7"/>
                </a:solidFill>
              </a:rPr>
              <a:t>Structure, composition: Stacked 100% b</a:t>
            </a:r>
            <a:r>
              <a:rPr lang="en-US" altLang="en-US">
                <a:solidFill>
                  <a:srgbClr val="083EA7"/>
                </a:solidFill>
              </a:rPr>
              <a:t>ar</a:t>
            </a:r>
            <a:endParaRPr lang="en-US"/>
          </a:p>
        </p:txBody>
      </p:sp>
      <p:graphicFrame>
        <p:nvGraphicFramePr>
          <p:cNvPr id="12" name="Chart 11">
            <a:extLst>
              <a:ext uri="{FF2B5EF4-FFF2-40B4-BE49-F238E27FC236}">
                <a16:creationId xmlns:a16="http://schemas.microsoft.com/office/drawing/2014/main" id="{29A68F81-E7F2-2D0D-FCB5-B175225C397E}"/>
              </a:ext>
            </a:extLst>
          </p:cNvPr>
          <p:cNvGraphicFramePr/>
          <p:nvPr>
            <p:custDataLst>
              <p:tags r:id="rId2"/>
            </p:custDataLst>
            <p:extLst>
              <p:ext uri="{D42A27DB-BD31-4B8C-83A1-F6EECF244321}">
                <p14:modId xmlns:p14="http://schemas.microsoft.com/office/powerpoint/2010/main" val="1982020318"/>
              </p:ext>
            </p:extLst>
          </p:nvPr>
        </p:nvGraphicFramePr>
        <p:xfrm>
          <a:off x="968375" y="1665288"/>
          <a:ext cx="7267575" cy="4699000"/>
        </p:xfrm>
        <a:graphic>
          <a:graphicData uri="http://schemas.openxmlformats.org/drawingml/2006/chart">
            <c:chart xmlns:c="http://schemas.openxmlformats.org/drawingml/2006/chart" xmlns:r="http://schemas.openxmlformats.org/officeDocument/2006/relationships" r:id="rId13"/>
          </a:graphicData>
        </a:graphic>
      </p:graphicFrame>
      <p:sp>
        <p:nvSpPr>
          <p:cNvPr id="67" name="Text Placeholder 2">
            <a:extLst>
              <a:ext uri="{FF2B5EF4-FFF2-40B4-BE49-F238E27FC236}">
                <a16:creationId xmlns:a16="http://schemas.microsoft.com/office/drawing/2014/main" id="{A36AD9A7-A470-4248-33C2-9AE6FF8B56DA}"/>
              </a:ext>
            </a:extLst>
          </p:cNvPr>
          <p:cNvSpPr>
            <a:spLocks/>
          </p:cNvSpPr>
          <p:nvPr>
            <p:custDataLst>
              <p:tags r:id="rId3"/>
            </p:custDataLst>
          </p:nvPr>
        </p:nvSpPr>
        <p:spPr bwMode="auto">
          <a:xfrm>
            <a:off x="428625" y="2544763"/>
            <a:ext cx="5048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C2FDBA-93C3-4C99-9459-EC8419510264}" type="datetime'''E''''''''''''''''''''M''''''''''''E''A'''''''''''''''''">
              <a:rPr lang="en-US" altLang="en-US" sz="1400" smtClean="0">
                <a:solidFill>
                  <a:srgbClr val="1A1D31"/>
                </a:solidFill>
              </a:rPr>
              <a:pPr marL="0" lvl="0" indent="0" algn="r">
                <a:spcBef>
                  <a:spcPct val="0"/>
                </a:spcBef>
                <a:spcAft>
                  <a:spcPct val="0"/>
                </a:spcAft>
                <a:buNone/>
              </a:pPr>
              <a:t>EMEA</a:t>
            </a:fld>
            <a:endParaRPr lang="en-US" sz="1400">
              <a:sym typeface="+mn-lt"/>
            </a:endParaRPr>
          </a:p>
        </p:txBody>
      </p:sp>
      <p:sp>
        <p:nvSpPr>
          <p:cNvPr id="70" name="Text Placeholder 2">
            <a:extLst>
              <a:ext uri="{FF2B5EF4-FFF2-40B4-BE49-F238E27FC236}">
                <a16:creationId xmlns:a16="http://schemas.microsoft.com/office/drawing/2014/main" id="{99A39328-2A35-5C11-69BE-4B1B19F13D58}"/>
              </a:ext>
            </a:extLst>
          </p:cNvPr>
          <p:cNvSpPr>
            <a:spLocks/>
          </p:cNvSpPr>
          <p:nvPr>
            <p:custDataLst>
              <p:tags r:id="rId4"/>
            </p:custDataLst>
          </p:nvPr>
        </p:nvSpPr>
        <p:spPr bwMode="auto">
          <a:xfrm>
            <a:off x="460375" y="3906838"/>
            <a:ext cx="4730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8EA0015D-6FFC-47C1-9AE3-4C323B8DFF08}" type="datetime'''''A''''''''''P''''''''A''''''''''''''C'''''''''">
              <a:rPr lang="en-US" altLang="en-US" sz="1400" smtClean="0">
                <a:solidFill>
                  <a:srgbClr val="1A1D31"/>
                </a:solidFill>
              </a:rPr>
              <a:pPr marL="0" lvl="0" indent="0" algn="r">
                <a:spcBef>
                  <a:spcPct val="0"/>
                </a:spcBef>
                <a:spcAft>
                  <a:spcPct val="0"/>
                </a:spcAft>
                <a:buNone/>
              </a:pPr>
              <a:t>APAC</a:t>
            </a:fld>
            <a:endParaRPr lang="en-US" sz="1400">
              <a:sym typeface="+mn-lt"/>
            </a:endParaRPr>
          </a:p>
        </p:txBody>
      </p:sp>
      <p:sp>
        <p:nvSpPr>
          <p:cNvPr id="75" name="Text Placeholder 2">
            <a:extLst>
              <a:ext uri="{FF2B5EF4-FFF2-40B4-BE49-F238E27FC236}">
                <a16:creationId xmlns:a16="http://schemas.microsoft.com/office/drawing/2014/main" id="{7AFCAD7D-F4B6-9CD7-B608-65BE121E1B24}"/>
              </a:ext>
            </a:extLst>
          </p:cNvPr>
          <p:cNvSpPr>
            <a:spLocks/>
          </p:cNvSpPr>
          <p:nvPr>
            <p:custDataLst>
              <p:tags r:id="rId5"/>
            </p:custDataLst>
          </p:nvPr>
        </p:nvSpPr>
        <p:spPr bwMode="auto">
          <a:xfrm>
            <a:off x="490538" y="5268913"/>
            <a:ext cx="4429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EFAF149-FA88-4833-8E28-81D6AF6AE2BF}" type="datetime'O''''''''''''''''''''''''''''''''''''''th''''e''''''''''r'">
              <a:rPr lang="en-US" altLang="en-US" sz="1400" smtClean="0">
                <a:solidFill>
                  <a:srgbClr val="1A1D31"/>
                </a:solidFill>
              </a:rPr>
              <a:pPr marL="0" lvl="0" indent="0" algn="r">
                <a:spcBef>
                  <a:spcPct val="0"/>
                </a:spcBef>
                <a:spcAft>
                  <a:spcPct val="0"/>
                </a:spcAft>
                <a:buNone/>
              </a:pPr>
              <a:t>Other</a:t>
            </a:fld>
            <a:endParaRPr lang="en-US" sz="1400">
              <a:sym typeface="+mn-lt"/>
            </a:endParaRPr>
          </a:p>
        </p:txBody>
      </p:sp>
      <p:sp>
        <p:nvSpPr>
          <p:cNvPr id="84" name="Text Placeholder 2">
            <a:extLst>
              <a:ext uri="{FF2B5EF4-FFF2-40B4-BE49-F238E27FC236}">
                <a16:creationId xmlns:a16="http://schemas.microsoft.com/office/drawing/2014/main" id="{C0E21FE4-5C0A-9260-3BA1-C22D87915551}"/>
              </a:ext>
            </a:extLst>
          </p:cNvPr>
          <p:cNvSpPr>
            <a:spLocks/>
          </p:cNvSpPr>
          <p:nvPr>
            <p:custDataLst>
              <p:tags r:id="rId6"/>
            </p:custDataLst>
          </p:nvPr>
        </p:nvSpPr>
        <p:spPr bwMode="auto">
          <a:xfrm>
            <a:off x="6338888" y="1917700"/>
            <a:ext cx="788988"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fld id="{2E74541C-8EFD-4956-A7E2-AA181C80764B}" type="datetime'''''P''r''''''''''o''''''''du''''''''''''''''ct'''' ''C'''''''">
              <a:rPr lang="en-US" altLang="en-US" sz="1400" smtClean="0">
                <a:solidFill>
                  <a:srgbClr val="1A1D31"/>
                </a:solidFill>
              </a:rPr>
              <a:pPr marL="0" lvl="0" indent="0" algn="ctr">
                <a:spcBef>
                  <a:spcPct val="0"/>
                </a:spcBef>
                <a:spcAft>
                  <a:spcPct val="0"/>
                </a:spcAft>
                <a:buNone/>
              </a:pPr>
              <a:t>Product C</a:t>
            </a:fld>
            <a:endParaRPr lang="en-US" sz="1400">
              <a:sym typeface="+mn-lt"/>
            </a:endParaRPr>
          </a:p>
        </p:txBody>
      </p:sp>
      <p:sp>
        <p:nvSpPr>
          <p:cNvPr id="85" name="Text Placeholder 2">
            <a:extLst>
              <a:ext uri="{FF2B5EF4-FFF2-40B4-BE49-F238E27FC236}">
                <a16:creationId xmlns:a16="http://schemas.microsoft.com/office/drawing/2014/main" id="{EF0B35C7-0191-B7D8-E759-AA38D66739EA}"/>
              </a:ext>
            </a:extLst>
          </p:cNvPr>
          <p:cNvSpPr>
            <a:spLocks/>
          </p:cNvSpPr>
          <p:nvPr>
            <p:custDataLst>
              <p:tags r:id="rId7"/>
            </p:custDataLst>
          </p:nvPr>
        </p:nvSpPr>
        <p:spPr bwMode="auto">
          <a:xfrm>
            <a:off x="3502025" y="1917700"/>
            <a:ext cx="77946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fld id="{C1B79AAA-12E8-4B78-B46D-85806344F29B}" type="datetime'''''''''''P''r''o''''''''d''u''''c''''''''t'' ''''''''B'''''''">
              <a:rPr lang="en-US" altLang="en-US" sz="1400" smtClean="0">
                <a:solidFill>
                  <a:srgbClr val="1A1D31"/>
                </a:solidFill>
              </a:rPr>
              <a:pPr marL="0" lvl="0" indent="0" algn="ctr">
                <a:spcBef>
                  <a:spcPct val="0"/>
                </a:spcBef>
                <a:spcAft>
                  <a:spcPct val="0"/>
                </a:spcAft>
                <a:buNone/>
              </a:pPr>
              <a:t>Product B</a:t>
            </a:fld>
            <a:endParaRPr lang="en-US" sz="1400">
              <a:sym typeface="+mn-lt"/>
            </a:endParaRPr>
          </a:p>
        </p:txBody>
      </p:sp>
      <p:sp>
        <p:nvSpPr>
          <p:cNvPr id="81"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auto">
          <a:xfrm>
            <a:off x="1376363" y="1917700"/>
            <a:ext cx="769938"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mn-ea"/>
                <a:cs typeface="+mn-cs"/>
              </a:defRPr>
            </a:lvl1pPr>
            <a:lvl2pPr marL="466725" indent="-2222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mn-lt"/>
                <a:ea typeface="+mn-ea"/>
                <a:cs typeface="+mn-cs"/>
              </a:defRPr>
            </a:lvl2pPr>
            <a:lvl3pPr marL="720725" indent="-217488" algn="l" defTabSz="914400" rtl="0" eaLnBrk="1" latinLnBrk="0" hangingPunct="1">
              <a:lnSpc>
                <a:spcPct val="100000"/>
              </a:lnSpc>
              <a:spcBef>
                <a:spcPts val="500"/>
              </a:spcBef>
              <a:buFont typeface="Arial" panose="020B0604020202020204" pitchFamily="34" charset="0"/>
              <a:buChar char="•"/>
              <a:defRPr sz="2000" kern="1200">
                <a:solidFill>
                  <a:schemeClr val="accent1"/>
                </a:solidFill>
                <a:latin typeface="+mn-lt"/>
                <a:ea typeface="+mn-ea"/>
                <a:cs typeface="+mn-cs"/>
              </a:defRPr>
            </a:lvl3pPr>
            <a:lvl4pPr marL="900113" indent="-193675" algn="l" defTabSz="914400" rtl="0" eaLnBrk="1" latinLnBrk="0" hangingPunct="1">
              <a:lnSpc>
                <a:spcPct val="100000"/>
              </a:lnSpc>
              <a:spcBef>
                <a:spcPts val="500"/>
              </a:spcBef>
              <a:buFont typeface="Arial" panose="020B0604020202020204" pitchFamily="34" charset="0"/>
              <a:buChar char="•"/>
              <a:defRPr sz="1800" kern="1200">
                <a:solidFill>
                  <a:schemeClr val="accent3"/>
                </a:solidFill>
                <a:latin typeface="+mn-lt"/>
                <a:ea typeface="+mn-ea"/>
                <a:cs typeface="+mn-cs"/>
              </a:defRPr>
            </a:lvl4pPr>
            <a:lvl5pPr marL="1136650" indent="-185738"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fld id="{6A9AD95B-20CB-44B4-B6B1-67C018D7535E}" type="datetime'P''r''''''''''''''''''''''o''d''''''''uct'''''''''' ''A'''''">
              <a:rPr lang="en-US" altLang="en-US" sz="1400" smtClean="0">
                <a:effectLst/>
                <a:sym typeface="+mn-lt"/>
                <a:solidFill>
                  <a:srgbClr val="1A1D31"/>
                </a:solidFill>
              </a:rPr>
              <a:pPr marL="0" lvl="0" indent="0" algn="ctr">
                <a:spcBef>
                  <a:spcPct val="0"/>
                </a:spcBef>
                <a:spcAft>
                  <a:spcPct val="0"/>
                </a:spcAft>
                <a:buNone/>
              </a:pPr>
              <a:t>Stage mix</a:t>
            </a:fld>
            <a:endParaRPr lang="en-US" sz="1400">
              <a:sym typeface="+mn-lt"/>
            </a:endParaRPr>
          </a:p>
        </p:txBody>
      </p:sp>
      <p:sp>
        <p:nvSpPr>
          <p:cNvPr id="9" name="Rectangle 18">
            <a:extLst>
              <a:ext uri="{FF2B5EF4-FFF2-40B4-BE49-F238E27FC236}">
                <a16:creationId xmlns:a16="http://schemas.microsoft.com/office/drawing/2014/main" id="{36D5F96A-DE07-6F54-FAF3-4413C7A42816}"/>
              </a:ext>
            </a:extLst>
          </p:cNvPr>
          <p:cNvSpPr>
            <a:spLocks/>
          </p:cNvSpPr>
          <p:nvPr/>
        </p:nvSpPr>
        <p:spPr>
          <a:xfrm>
            <a:off x="8811106" y="-805994"/>
            <a:ext cx="4575600" cy="1365365"/>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total labels),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2" name="tc_columnhead">
            <a:extLst>
              <a:ext uri="{FF2B5EF4-FFF2-40B4-BE49-F238E27FC236}">
                <a16:creationId xmlns:a16="http://schemas.microsoft.com/office/drawing/2014/main" id="{16402414-FC1E-1CF7-315E-F8527719F220}"/>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14" name="tc_columnheadline">
            <a:extLst>
              <a:ext uri="{FF2B5EF4-FFF2-40B4-BE49-F238E27FC236}">
                <a16:creationId xmlns:a16="http://schemas.microsoft.com/office/drawing/2014/main" id="{597F1AE1-D34F-50AE-10C6-6C0D6BC62E0C}"/>
              </a:ext>
            </a:extLst>
          </p:cNvPr>
          <p:cNvCxnSpPr>
            <a:cxnSpLocks/>
            <a:stCxn id="2" idx="4"/>
            <a:endCxn id="2"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c_columnhead">
            <a:extLst>
              <a:ext uri="{FF2B5EF4-FFF2-40B4-BE49-F238E27FC236}">
                <a16:creationId xmlns:a16="http://schemas.microsoft.com/office/drawing/2014/main" id="{1BA04426-4B57-B846-5517-CB295FEE4745}"/>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6" name="tc_columnheadline">
            <a:extLst>
              <a:ext uri="{FF2B5EF4-FFF2-40B4-BE49-F238E27FC236}">
                <a16:creationId xmlns:a16="http://schemas.microsoft.com/office/drawing/2014/main" id="{9875A4AF-3295-D948-6DD4-FE679865B12A}"/>
              </a:ext>
            </a:extLst>
          </p:cNvPr>
          <p:cNvCxnSpPr>
            <a:cxnSpLocks/>
            <a:stCxn id="15" idx="4"/>
            <a:endCxn id="15"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6" name="Text Placeholder 15">
            <a:extLst>
              <a:ext uri="{FF2B5EF4-FFF2-40B4-BE49-F238E27FC236}">
                <a16:creationId xmlns:a16="http://schemas.microsoft.com/office/drawing/2014/main" id="{19105DFE-B4EF-47D7-6EC8-42F3E13078B6}"/>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a:solidFill>
                  <a:schemeClr val="tx2"/>
                </a:solidFill>
              </a:rPr>
              <a:t>Keywords: column, columns, bars, think-cell, chart, charts, graph, graphs, comment</a:t>
            </a:r>
            <a:endParaRPr lang="en-US" sz="900" dirty="0">
              <a:solidFill>
                <a:schemeClr val="tx2"/>
              </a:solidFill>
            </a:endParaRPr>
          </a:p>
        </p:txBody>
      </p:sp>
    </p:spTree>
    <p:extLst>
      <p:ext uri="{BB962C8B-B14F-4D97-AF65-F5344CB8AC3E}">
        <p14:creationId xmlns:p14="http://schemas.microsoft.com/office/powerpoint/2010/main" val="40260084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1135903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349" imgH="350" progId="TCLayout.ActiveDocument.1">
                  <p:embed/>
                </p:oleObj>
              </mc:Choice>
              <mc:Fallback>
                <p:oleObj name="think-cell Slide" r:id="rId24"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3" name="Rectangle 18">
            <a:extLst>
              <a:ext uri="{FF2B5EF4-FFF2-40B4-BE49-F238E27FC236}">
                <a16:creationId xmlns:a16="http://schemas.microsoft.com/office/drawing/2014/main" id="{7F4EBA3E-1547-3489-3D2C-A48BCEF28565}"/>
              </a:ext>
            </a:extLst>
          </p:cNvPr>
          <p:cNvSpPr>
            <a:spLocks/>
          </p:cNvSpPr>
          <p:nvPr/>
        </p:nvSpPr>
        <p:spPr>
          <a:xfrm>
            <a:off x="8811106" y="-1175326"/>
            <a:ext cx="4575600" cy="1734697"/>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value lines, difference arrows),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p>
          <a:p>
            <a:pPr marL="140400" indent="-140400">
              <a:buFont typeface="Arial" panose="020B0604020202020204" pitchFamily="34" charset="0"/>
              <a:buChar char="•"/>
            </a:pPr>
            <a:r>
              <a:rPr lang="en-US" sz="1200" dirty="0">
                <a:solidFill>
                  <a:schemeClr val="tx1"/>
                </a:solidFill>
                <a:cs typeface="Arial"/>
              </a:rPr>
              <a:t>To </a:t>
            </a:r>
            <a:r>
              <a:rPr lang="en-US" sz="1200" b="1" dirty="0">
                <a:solidFill>
                  <a:schemeClr val="tx1"/>
                </a:solidFill>
                <a:cs typeface="Arial"/>
              </a:rPr>
              <a:t>sort the bars</a:t>
            </a:r>
            <a:r>
              <a:rPr lang="en-US" sz="1200" dirty="0">
                <a:solidFill>
                  <a:schemeClr val="tx1"/>
                </a:solidFill>
                <a:cs typeface="Arial"/>
              </a:rPr>
              <a:t> from highest to lowest, in the mini toolbar, select </a:t>
            </a:r>
            <a:r>
              <a:rPr lang="en-US" sz="1200" b="1" dirty="0">
                <a:solidFill>
                  <a:schemeClr val="tx1"/>
                </a:solidFill>
                <a:cs typeface="Arial"/>
              </a:rPr>
              <a:t>Categories in Descending Y Extent Order</a:t>
            </a:r>
            <a:r>
              <a:rPr lang="en-US" sz="1200" dirty="0">
                <a:solidFill>
                  <a:schemeClr val="tx1"/>
                </a:solidFill>
                <a:cs typeface="Arial"/>
              </a:rPr>
              <a:t>.</a:t>
            </a:r>
          </a:p>
        </p:txBody>
      </p:sp>
      <p:graphicFrame>
        <p:nvGraphicFramePr>
          <p:cNvPr id="9" name="Chart 8">
            <a:extLst>
              <a:ext uri="{FF2B5EF4-FFF2-40B4-BE49-F238E27FC236}">
                <a16:creationId xmlns:a16="http://schemas.microsoft.com/office/drawing/2014/main" id="{CBD56CE7-10C6-CF16-4B7A-CD2E5C99D3FE}"/>
              </a:ext>
            </a:extLst>
          </p:cNvPr>
          <p:cNvGraphicFramePr/>
          <p:nvPr>
            <p:custDataLst>
              <p:tags r:id="rId2"/>
            </p:custDataLst>
            <p:extLst>
              <p:ext uri="{D42A27DB-BD31-4B8C-83A1-F6EECF244321}">
                <p14:modId xmlns:p14="http://schemas.microsoft.com/office/powerpoint/2010/main" val="3042036561"/>
              </p:ext>
            </p:extLst>
          </p:nvPr>
        </p:nvGraphicFramePr>
        <p:xfrm>
          <a:off x="812800" y="2249488"/>
          <a:ext cx="6804025" cy="4114800"/>
        </p:xfrm>
        <a:graphic>
          <a:graphicData uri="http://schemas.openxmlformats.org/drawingml/2006/chart">
            <c:chart xmlns:c="http://schemas.openxmlformats.org/drawingml/2006/chart" xmlns:r="http://schemas.openxmlformats.org/officeDocument/2006/relationships" r:id="rId26"/>
          </a:graphicData>
        </a:graphic>
      </p:graphicFrame>
      <p:sp>
        <p:nvSpPr>
          <p:cNvPr id="21" name="Arrow: Right 20">
            <a:extLst>
              <a:ext uri="{FF2B5EF4-FFF2-40B4-BE49-F238E27FC236}">
                <a16:creationId xmlns:a16="http://schemas.microsoft.com/office/drawing/2014/main" id="{C825AC13-30B3-F273-0862-975E9BD50234}"/>
              </a:ext>
            </a:extLst>
          </p:cNvPr>
          <p:cNvSpPr>
            <a:spLocks/>
          </p:cNvSpPr>
          <p:nvPr>
            <p:custDataLst>
              <p:tags r:id="rId3"/>
            </p:custDataLst>
          </p:nvPr>
        </p:nvSpPr>
        <p:spPr bwMode="auto">
          <a:xfrm rot="5400000">
            <a:off x="5010150"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356" name="Straight Connector 355">
            <a:extLst>
              <a:ext uri="{FF2B5EF4-FFF2-40B4-BE49-F238E27FC236}">
                <a16:creationId xmlns:a16="http://schemas.microsoft.com/office/drawing/2014/main" id="{934AA6D2-1DFC-3C1F-AF13-57F06750C6BB}"/>
              </a:ext>
            </a:extLst>
          </p:cNvPr>
          <p:cNvCxnSpPr/>
          <p:nvPr>
            <p:custDataLst>
              <p:tags r:id="rId4"/>
            </p:custDataLst>
          </p:nvPr>
        </p:nvCxnSpPr>
        <p:spPr bwMode="auto">
          <a:xfrm flipV="1">
            <a:off x="5073650" y="4513263"/>
            <a:ext cx="0" cy="1544638"/>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2" name="Straight Connector 361">
            <a:extLst>
              <a:ext uri="{FF2B5EF4-FFF2-40B4-BE49-F238E27FC236}">
                <a16:creationId xmlns:a16="http://schemas.microsoft.com/office/drawing/2014/main" id="{8A799DCC-6AD1-F5DE-9DE9-5EAE89C72688}"/>
              </a:ext>
            </a:extLst>
          </p:cNvPr>
          <p:cNvCxnSpPr/>
          <p:nvPr>
            <p:custDataLst>
              <p:tags r:id="rId5"/>
            </p:custDataLst>
          </p:nvPr>
        </p:nvCxnSpPr>
        <p:spPr bwMode="auto">
          <a:xfrm flipV="1">
            <a:off x="5073650" y="2757488"/>
            <a:ext cx="0" cy="1543050"/>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5" name="Arrow: Right 54">
            <a:extLst>
              <a:ext uri="{FF2B5EF4-FFF2-40B4-BE49-F238E27FC236}">
                <a16:creationId xmlns:a16="http://schemas.microsoft.com/office/drawing/2014/main" id="{6227B2AA-AA04-C8F9-65BC-DC85CA80B33D}"/>
              </a:ext>
            </a:extLst>
          </p:cNvPr>
          <p:cNvSpPr/>
          <p:nvPr>
            <p:custDataLst>
              <p:tags r:id="rId6"/>
            </p:custDataLst>
          </p:nvPr>
        </p:nvSpPr>
        <p:spPr bwMode="auto">
          <a:xfrm rot="5400000">
            <a:off x="6018213"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56" name="Straight Connector 55">
            <a:extLst>
              <a:ext uri="{FF2B5EF4-FFF2-40B4-BE49-F238E27FC236}">
                <a16:creationId xmlns:a16="http://schemas.microsoft.com/office/drawing/2014/main" id="{54C474CB-78C2-3A26-CF08-CFBBD02A0CFA}"/>
              </a:ext>
            </a:extLst>
          </p:cNvPr>
          <p:cNvCxnSpPr>
            <a:cxnSpLocks/>
          </p:cNvCxnSpPr>
          <p:nvPr>
            <p:custDataLst>
              <p:tags r:id="rId7"/>
            </p:custDataLst>
          </p:nvPr>
        </p:nvCxnSpPr>
        <p:spPr bwMode="auto">
          <a:xfrm flipV="1">
            <a:off x="6081713" y="2757488"/>
            <a:ext cx="0" cy="3300413"/>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 Placeholder 2">
            <a:extLst>
              <a:ext uri="{FF2B5EF4-FFF2-40B4-BE49-F238E27FC236}">
                <a16:creationId xmlns:a16="http://schemas.microsoft.com/office/drawing/2014/main" id="{0E8F8D5C-1491-8981-3D5A-0B42E45A1311}"/>
              </a:ext>
            </a:extLst>
          </p:cNvPr>
          <p:cNvSpPr>
            <a:spLocks/>
          </p:cNvSpPr>
          <p:nvPr>
            <p:custDataLst>
              <p:tags r:id="rId8"/>
            </p:custDataLst>
          </p:nvPr>
        </p:nvSpPr>
        <p:spPr bwMode="auto">
          <a:xfrm>
            <a:off x="7558088" y="2544762"/>
            <a:ext cx="5905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ct val="0"/>
              </a:spcBef>
              <a:spcAft>
                <a:spcPct val="0"/>
              </a:spcAft>
              <a:buNone/>
            </a:pPr>
            <a:r>
              <a:rPr lang="en-US" altLang="en-US" sz="1400">
                <a:solidFill>
                  <a:schemeClr val="tx1"/>
                </a:solidFill>
                <a:effectLst/>
                <a:sym typeface="+mn-lt"/>
              </a:rPr>
              <a:t>Margin</a:t>
            </a:r>
            <a:br>
              <a:rPr lang="en-US" altLang="en-US" sz="1400">
                <a:solidFill>
                  <a:schemeClr val="tx1"/>
                </a:solidFill>
                <a:effectLst/>
                <a:sym typeface="+mn-lt"/>
              </a:rPr>
            </a:br>
            <a:r>
              <a:rPr lang="en-US" altLang="en-US" sz="1400">
                <a:solidFill>
                  <a:schemeClr val="tx1"/>
                </a:solidFill>
                <a:effectLst/>
                <a:sym typeface="+mn-lt"/>
              </a:rPr>
              <a:t>p</a:t>
            </a:r>
            <a:r>
              <a:rPr lang="en-US" sz="1400">
                <a:sym typeface="+mn-lt"/>
                <a:solidFill>
                  <a:srgbClr val="1A1D31"/>
                </a:solidFill>
              </a:rPr>
              <a:t>er unit</a:t>
            </a:r>
            <a:endParaRPr lang="en-US" sz="1400">
              <a:solidFill>
                <a:schemeClr val="tx1"/>
              </a:solidFill>
              <a:sym typeface="+mn-lt"/>
            </a:endParaRPr>
          </a:p>
        </p:txBody>
      </p:sp>
      <p:sp>
        <p:nvSpPr>
          <p:cNvPr id="24" name="Text Placeholder 2">
            <a:extLst>
              <a:ext uri="{FF2B5EF4-FFF2-40B4-BE49-F238E27FC236}">
                <a16:creationId xmlns:a16="http://schemas.microsoft.com/office/drawing/2014/main" id="{8A4D44A3-DF10-DFD0-EE66-C96264BE5B68}"/>
              </a:ext>
            </a:extLst>
          </p:cNvPr>
          <p:cNvSpPr>
            <a:spLocks/>
          </p:cNvSpPr>
          <p:nvPr>
            <p:custDataLst>
              <p:tags r:id="rId9"/>
            </p:custDataLst>
          </p:nvPr>
        </p:nvSpPr>
        <p:spPr bwMode="auto">
          <a:xfrm>
            <a:off x="403225" y="288607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5BA8B82-2C5E-446B-AE5B-7515A83038B1}" type="datetime'''B''r''an''''''''''''''''''''''''''d'''''''' ''''1'">
              <a:rPr lang="en-US" altLang="en-US" sz="1400" smtClean="0">
                <a:solidFill>
                  <a:srgbClr val="1A1D31"/>
                </a:solidFill>
              </a:rPr>
              <a:pPr marL="0" lvl="0" indent="0" algn="r">
                <a:spcBef>
                  <a:spcPct val="0"/>
                </a:spcBef>
                <a:spcAft>
                  <a:spcPct val="0"/>
                </a:spcAft>
                <a:buNone/>
              </a:pPr>
              <a:t>Brand 1</a:t>
            </a:fld>
            <a:endParaRPr lang="en-US" sz="1400"/>
          </a:p>
        </p:txBody>
      </p:sp>
      <p:sp>
        <p:nvSpPr>
          <p:cNvPr id="26" name="Text Placeholder 2">
            <a:extLst>
              <a:ext uri="{FF2B5EF4-FFF2-40B4-BE49-F238E27FC236}">
                <a16:creationId xmlns:a16="http://schemas.microsoft.com/office/drawing/2014/main" id="{A3D46989-DB07-AF83-390A-708F0554011E}"/>
              </a:ext>
            </a:extLst>
          </p:cNvPr>
          <p:cNvSpPr>
            <a:spLocks/>
          </p:cNvSpPr>
          <p:nvPr>
            <p:custDataLst>
              <p:tags r:id="rId10"/>
            </p:custDataLst>
          </p:nvPr>
        </p:nvSpPr>
        <p:spPr bwMode="auto">
          <a:xfrm>
            <a:off x="403225" y="335756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0A6ECC6-4287-4547-BFCA-64B9A0539B5E}" type="datetime'''''''''B''''''r''a''''n''''d'''''''' ''''''2'''''">
              <a:rPr lang="en-US" altLang="en-US" sz="1400" smtClean="0">
                <a:solidFill>
                  <a:srgbClr val="1A1D31"/>
                </a:solidFill>
              </a:rPr>
              <a:pPr marL="0" lvl="0" indent="0" algn="r">
                <a:spcBef>
                  <a:spcPct val="0"/>
                </a:spcBef>
                <a:spcAft>
                  <a:spcPct val="0"/>
                </a:spcAft>
                <a:buNone/>
              </a:pPr>
              <a:t>Brand 2</a:t>
            </a:fld>
            <a:endParaRPr lang="en-US" sz="1400"/>
          </a:p>
        </p:txBody>
      </p:sp>
      <p:sp>
        <p:nvSpPr>
          <p:cNvPr id="27" name="Text Placeholder 2">
            <a:extLst>
              <a:ext uri="{FF2B5EF4-FFF2-40B4-BE49-F238E27FC236}">
                <a16:creationId xmlns:a16="http://schemas.microsoft.com/office/drawing/2014/main" id="{E88BD066-4908-0B00-E9CE-64681E72D930}"/>
              </a:ext>
            </a:extLst>
          </p:cNvPr>
          <p:cNvSpPr>
            <a:spLocks/>
          </p:cNvSpPr>
          <p:nvPr>
            <p:custDataLst>
              <p:tags r:id="rId11"/>
            </p:custDataLst>
          </p:nvPr>
        </p:nvSpPr>
        <p:spPr bwMode="auto">
          <a:xfrm>
            <a:off x="403225" y="382905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0D3C9C3-D821-42CA-83DB-48FA5BABAA52}" type="datetime'''''''''B''''''''''''r''''an''d'''''' ''''''''''3'''''''">
              <a:rPr lang="en-US" altLang="en-US" sz="1400" smtClean="0">
                <a:solidFill>
                  <a:srgbClr val="1A1D31"/>
                </a:solidFill>
              </a:rPr>
              <a:pPr marL="0" lvl="0" indent="0" algn="r">
                <a:spcBef>
                  <a:spcPct val="0"/>
                </a:spcBef>
                <a:spcAft>
                  <a:spcPct val="0"/>
                </a:spcAft>
                <a:buNone/>
              </a:pPr>
              <a:t>Brand 3</a:t>
            </a:fld>
            <a:endParaRPr lang="en-US" sz="1400"/>
          </a:p>
        </p:txBody>
      </p:sp>
      <p:sp>
        <p:nvSpPr>
          <p:cNvPr id="28" name="Text Placeholder 2">
            <a:extLst>
              <a:ext uri="{FF2B5EF4-FFF2-40B4-BE49-F238E27FC236}">
                <a16:creationId xmlns:a16="http://schemas.microsoft.com/office/drawing/2014/main" id="{CA9671B0-D91D-6C8A-3F88-EAD87348508B}"/>
              </a:ext>
            </a:extLst>
          </p:cNvPr>
          <p:cNvSpPr>
            <a:spLocks/>
          </p:cNvSpPr>
          <p:nvPr>
            <p:custDataLst>
              <p:tags r:id="rId12"/>
            </p:custDataLst>
          </p:nvPr>
        </p:nvSpPr>
        <p:spPr bwMode="auto">
          <a:xfrm>
            <a:off x="403225" y="4300538"/>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41EDE958-AF08-42F2-87AE-C4F05609F1DF}" type="datetime'''B''r''''''''''''''''''''''''''''''''an''''''''d'''' 4'''">
              <a:rPr lang="en-US" altLang="en-US" sz="1400" smtClean="0">
                <a:solidFill>
                  <a:srgbClr val="1A1D31"/>
                </a:solidFill>
              </a:rPr>
              <a:pPr marL="0" lvl="0" indent="0" algn="r">
                <a:spcBef>
                  <a:spcPct val="0"/>
                </a:spcBef>
                <a:spcAft>
                  <a:spcPct val="0"/>
                </a:spcAft>
                <a:buNone/>
              </a:pPr>
              <a:t>Brand 4</a:t>
            </a:fld>
            <a:endParaRPr lang="en-US" sz="1400"/>
          </a:p>
        </p:txBody>
      </p:sp>
      <p:sp>
        <p:nvSpPr>
          <p:cNvPr id="31" name="Text Placeholder 2">
            <a:extLst>
              <a:ext uri="{FF2B5EF4-FFF2-40B4-BE49-F238E27FC236}">
                <a16:creationId xmlns:a16="http://schemas.microsoft.com/office/drawing/2014/main" id="{49CF8985-4D3C-EFA2-B457-B43029BBF799}"/>
              </a:ext>
            </a:extLst>
          </p:cNvPr>
          <p:cNvSpPr>
            <a:spLocks/>
          </p:cNvSpPr>
          <p:nvPr>
            <p:custDataLst>
              <p:tags r:id="rId13"/>
            </p:custDataLst>
          </p:nvPr>
        </p:nvSpPr>
        <p:spPr bwMode="auto">
          <a:xfrm>
            <a:off x="403225" y="477202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D3BF212-0685-4A0F-9AC7-E70BADFD212A}" type="datetime'''''B''''r''''''''''a''''''nd'''''''''''''''''''''''' ''''5'">
              <a:rPr lang="en-US" altLang="en-US" sz="1400" smtClean="0">
                <a:solidFill>
                  <a:srgbClr val="1A1D31"/>
                </a:solidFill>
              </a:rPr>
              <a:pPr marL="0" lvl="0" indent="0" algn="r">
                <a:spcBef>
                  <a:spcPct val="0"/>
                </a:spcBef>
                <a:spcAft>
                  <a:spcPct val="0"/>
                </a:spcAft>
                <a:buNone/>
              </a:pPr>
              <a:t>Brand 5</a:t>
            </a:fld>
            <a:endParaRPr lang="en-US" sz="1400"/>
          </a:p>
        </p:txBody>
      </p:sp>
      <p:sp>
        <p:nvSpPr>
          <p:cNvPr id="32" name="Text Placeholder 2">
            <a:extLst>
              <a:ext uri="{FF2B5EF4-FFF2-40B4-BE49-F238E27FC236}">
                <a16:creationId xmlns:a16="http://schemas.microsoft.com/office/drawing/2014/main" id="{51F04605-7815-7E0B-4DC4-560BDAA83566}"/>
              </a:ext>
            </a:extLst>
          </p:cNvPr>
          <p:cNvSpPr>
            <a:spLocks/>
          </p:cNvSpPr>
          <p:nvPr>
            <p:custDataLst>
              <p:tags r:id="rId14"/>
            </p:custDataLst>
          </p:nvPr>
        </p:nvSpPr>
        <p:spPr bwMode="auto">
          <a:xfrm>
            <a:off x="403225" y="524351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AE7C7A1-A1D0-4339-8750-60CC335B06A9}" type="datetime'''''''B''r''a''''''n''''''''''''''''''''''d'''' 6'''''''''">
              <a:rPr lang="en-US" altLang="en-US" sz="1400" smtClean="0">
                <a:solidFill>
                  <a:srgbClr val="1A1D31"/>
                </a:solidFill>
              </a:rPr>
              <a:pPr marL="0" lvl="0" indent="0" algn="r">
                <a:spcBef>
                  <a:spcPct val="0"/>
                </a:spcBef>
                <a:spcAft>
                  <a:spcPct val="0"/>
                </a:spcAft>
                <a:buNone/>
              </a:pPr>
              <a:t>Brand 6</a:t>
            </a:fld>
            <a:endParaRPr lang="en-US" sz="1400"/>
          </a:p>
        </p:txBody>
      </p:sp>
      <p:sp>
        <p:nvSpPr>
          <p:cNvPr id="33" name="Text Placeholder 2">
            <a:extLst>
              <a:ext uri="{FF2B5EF4-FFF2-40B4-BE49-F238E27FC236}">
                <a16:creationId xmlns:a16="http://schemas.microsoft.com/office/drawing/2014/main" id="{29C42B69-C377-A7D0-1496-F526CCD0FA80}"/>
              </a:ext>
            </a:extLst>
          </p:cNvPr>
          <p:cNvSpPr>
            <a:spLocks/>
          </p:cNvSpPr>
          <p:nvPr>
            <p:custDataLst>
              <p:tags r:id="rId15"/>
            </p:custDataLst>
          </p:nvPr>
        </p:nvSpPr>
        <p:spPr bwMode="auto">
          <a:xfrm>
            <a:off x="403225" y="571500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7E460325-25F0-4177-96C3-6527D19F6B4D}" type="datetime'B''''''''''''''''r''''''''''''''''''''a''nd ''''''''''''7'">
              <a:rPr lang="en-US" altLang="en-US" sz="1400" smtClean="0">
                <a:solidFill>
                  <a:srgbClr val="1A1D31"/>
                </a:solidFill>
              </a:rPr>
              <a:pPr marL="0" lvl="0" indent="0" algn="r">
                <a:spcBef>
                  <a:spcPct val="0"/>
                </a:spcBef>
                <a:spcAft>
                  <a:spcPct val="0"/>
                </a:spcAft>
                <a:buNone/>
              </a:pPr>
              <a:t>Brand 7</a:t>
            </a:fld>
            <a:endParaRPr lang="en-US" sz="1400"/>
          </a:p>
        </p:txBody>
      </p:sp>
      <p:sp>
        <p:nvSpPr>
          <p:cNvPr id="39" name="Text Placeholder 2">
            <a:extLst>
              <a:ext uri="{FF2B5EF4-FFF2-40B4-BE49-F238E27FC236}">
                <a16:creationId xmlns:a16="http://schemas.microsoft.com/office/drawing/2014/main" id="{E14C730E-1CFD-BB90-D92D-5E530FD0B2B5}"/>
              </a:ext>
            </a:extLst>
          </p:cNvPr>
          <p:cNvSpPr>
            <a:spLocks/>
          </p:cNvSpPr>
          <p:nvPr>
            <p:custDataLst>
              <p:tags r:id="rId16"/>
            </p:custDataLst>
          </p:nvPr>
        </p:nvSpPr>
        <p:spPr bwMode="auto">
          <a:xfrm>
            <a:off x="4586288" y="1974850"/>
            <a:ext cx="974725"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r>
              <a:rPr lang="en-US" altLang="en-US" sz="1400" b="1">
                <a:solidFill>
                  <a:srgbClr val="1A1D31"/>
                </a:solidFill>
              </a:rPr>
              <a:t>Market avg.</a:t>
            </a:r>
            <a:endParaRPr lang="en-US" altLang="en-US" sz="1400" b="1">
              <a:effectLst/>
            </a:endParaRPr>
          </a:p>
          <a:p>
            <a:pPr marL="0" lvl="0" indent="0" algn="ctr">
              <a:spcBef>
                <a:spcPct val="0"/>
              </a:spcBef>
              <a:spcAft>
                <a:spcPct val="0"/>
              </a:spcAft>
              <a:buNone/>
            </a:pPr>
            <a:fld id="{38244F02-4612-42C9-9C12-F3FE8B86482B}" type="datetime'''2''''''''''''''''''''''5'''''''''''''''''''''">
              <a:rPr lang="en-US" altLang="en-US" sz="1400" smtClean="0">
                <a:solidFill>
                  <a:srgbClr val="1A1D31"/>
                </a:solidFill>
              </a:rPr>
              <a:pPr marL="0" lvl="0" indent="0" algn="ctr">
                <a:spcBef>
                  <a:spcPct val="0"/>
                </a:spcBef>
                <a:spcAft>
                  <a:spcPct val="0"/>
                </a:spcAft>
                <a:buNone/>
              </a:pPr>
              <a:t>25</a:t>
            </a:fld>
            <a:endParaRPr lang="en-US" sz="1400"/>
          </a:p>
        </p:txBody>
      </p:sp>
      <p:sp>
        <p:nvSpPr>
          <p:cNvPr id="54" name="Text Placeholder 2">
            <a:extLst>
              <a:ext uri="{FF2B5EF4-FFF2-40B4-BE49-F238E27FC236}">
                <a16:creationId xmlns:a16="http://schemas.microsoft.com/office/drawing/2014/main" id="{A36AD9A7-A470-4248-33C2-9AE6FF8B56DA}"/>
              </a:ext>
            </a:extLst>
          </p:cNvPr>
          <p:cNvSpPr>
            <a:spLocks/>
          </p:cNvSpPr>
          <p:nvPr>
            <p:custDataLst>
              <p:tags r:id="rId17"/>
            </p:custDataLst>
          </p:nvPr>
        </p:nvSpPr>
        <p:spPr bwMode="auto">
          <a:xfrm>
            <a:off x="5653088" y="1974850"/>
            <a:ext cx="8572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r>
              <a:rPr lang="en-US" altLang="en-US" sz="1400" b="1">
                <a:solidFill>
                  <a:srgbClr val="1A1D31"/>
                </a:solidFill>
              </a:rPr>
              <a:t>Our target</a:t>
            </a:r>
          </a:p>
          <a:p>
            <a:pPr marL="0" lvl="0" indent="0" algn="ctr">
              <a:spcBef>
                <a:spcPct val="0"/>
              </a:spcBef>
              <a:spcAft>
                <a:spcPct val="0"/>
              </a:spcAft>
              <a:buNone/>
            </a:pPr>
            <a:fld id="{B7B99715-CCEA-4008-B7DC-47D60E750A8C}" type="datetime'''''''''''''''''''''3''''''''6'''''''''''''''''">
              <a:rPr lang="en-US" altLang="en-US" sz="1400" smtClean="0">
                <a:solidFill>
                  <a:srgbClr val="1A1D31"/>
                </a:solidFill>
              </a:rPr>
              <a:pPr marL="0" lvl="0" indent="0" algn="ctr">
                <a:spcBef>
                  <a:spcPct val="0"/>
                </a:spcBef>
                <a:spcAft>
                  <a:spcPct val="0"/>
                </a:spcAft>
                <a:buNone/>
              </a:pPr>
              <a:t>36</a:t>
            </a:fld>
            <a:endParaRPr lang="en-US" sz="1400"/>
          </a:p>
        </p:txBody>
      </p:sp>
      <p:sp>
        <p:nvSpPr>
          <p:cNvPr id="125" name="Rectangle 124">
            <a:extLst>
              <a:ext uri="{FF2B5EF4-FFF2-40B4-BE49-F238E27FC236}">
                <a16:creationId xmlns:a16="http://schemas.microsoft.com/office/drawing/2014/main" id="{24AF8FE4-3A25-7F92-FA57-D7436F27B24F}"/>
              </a:ext>
            </a:extLst>
          </p:cNvPr>
          <p:cNvSpPr/>
          <p:nvPr>
            <p:custDataLst>
              <p:tags r:id="rId18"/>
            </p:custDataLst>
          </p:nvPr>
        </p:nvSpPr>
        <p:spPr bwMode="auto">
          <a:xfrm>
            <a:off x="474663" y="1974850"/>
            <a:ext cx="250825" cy="187325"/>
          </a:xfrm>
          <a:prstGeom prst="rect">
            <a:avLst/>
          </a:prstGeom>
          <a:solidFill>
            <a:schemeClr val="accent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chemeClr val="bg1"/>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124" name="Rectangle 123">
            <a:extLst>
              <a:ext uri="{FF2B5EF4-FFF2-40B4-BE49-F238E27FC236}">
                <a16:creationId xmlns:a16="http://schemas.microsoft.com/office/drawing/2014/main" id="{8F71070C-E52C-D998-EC41-3DB65A967EF7}"/>
              </a:ext>
            </a:extLst>
          </p:cNvPr>
          <p:cNvSpPr/>
          <p:nvPr>
            <p:custDataLst>
              <p:tags r:id="rId19"/>
            </p:custDataLst>
          </p:nvPr>
        </p:nvSpPr>
        <p:spPr bwMode="auto">
          <a:xfrm>
            <a:off x="1674813" y="197485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71" name="Text Placeholder 2">
            <a:extLst>
              <a:ext uri="{FF2B5EF4-FFF2-40B4-BE49-F238E27FC236}">
                <a16:creationId xmlns:a16="http://schemas.microsoft.com/office/drawing/2014/main" id="{03B45610-B3C0-1D08-1D95-95FF6C013374}"/>
              </a:ext>
            </a:extLst>
          </p:cNvPr>
          <p:cNvSpPr>
            <a:spLocks/>
          </p:cNvSpPr>
          <p:nvPr>
            <p:custDataLst>
              <p:tags r:id="rId20"/>
            </p:custDataLst>
          </p:nvPr>
        </p:nvSpPr>
        <p:spPr bwMode="auto">
          <a:xfrm>
            <a:off x="776288" y="1970088"/>
            <a:ext cx="7969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0AB0605-8D71-4CE9-92CF-791AE4211A99}" type="datetime'O''u''''''''''''''r'''' ''''''b''''''r''''''a''''''nd'">
              <a:rPr lang="en-US" altLang="en-US" sz="1400" smtClean="0">
                <a:solidFill>
                  <a:srgbClr val="1A1D31"/>
                </a:solidFill>
              </a:rPr>
              <a:pPr marL="0" lvl="0" indent="0">
                <a:spcBef>
                  <a:spcPct val="0"/>
                </a:spcBef>
                <a:spcAft>
                  <a:spcPct val="0"/>
                </a:spcAft>
                <a:buNone/>
              </a:pPr>
              <a:t>Our brand</a:t>
            </a:fld>
            <a:endParaRPr lang="en-US" sz="1400"/>
          </a:p>
        </p:txBody>
      </p:sp>
      <p:sp>
        <p:nvSpPr>
          <p:cNvPr id="68" name="Text Placeholder 2">
            <a:extLst>
              <a:ext uri="{FF2B5EF4-FFF2-40B4-BE49-F238E27FC236}">
                <a16:creationId xmlns:a16="http://schemas.microsoft.com/office/drawing/2014/main" id="{A36AD9A7-A470-4248-33C2-9AE6FF8B56DA}"/>
              </a:ext>
            </a:extLst>
          </p:cNvPr>
          <p:cNvSpPr>
            <a:spLocks/>
          </p:cNvSpPr>
          <p:nvPr>
            <p:custDataLst>
              <p:tags r:id="rId21"/>
            </p:custDataLst>
          </p:nvPr>
        </p:nvSpPr>
        <p:spPr bwMode="auto">
          <a:xfrm>
            <a:off x="1976438" y="1970088"/>
            <a:ext cx="9556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6FBF1B3-9BFC-4E0D-8B82-E2C6FF0E38B7}" type="datetime'''C''''o''''''m''''p''''et''''i''''''t''''''''o''''rs'''''''''">
              <a:rPr lang="en-US" altLang="en-US" sz="1400" smtClean="0">
                <a:solidFill>
                  <a:srgbClr val="1A1D31"/>
                </a:solidFill>
              </a:rPr>
              <a:pPr marL="0" lvl="0" indent="0">
                <a:spcBef>
                  <a:spcPct val="0"/>
                </a:spcBef>
                <a:spcAft>
                  <a:spcPct val="0"/>
                </a:spcAft>
                <a:buNone/>
              </a:pPr>
              <a:t>Competitors</a:t>
            </a:fld>
            <a:endParaRPr lang="en-US" sz="1400"/>
          </a:p>
        </p:txBody>
      </p:sp>
      <p:sp>
        <p:nvSpPr>
          <p:cNvPr id="6" name="tc_columnhead">
            <a:extLst>
              <a:ext uri="{FF2B5EF4-FFF2-40B4-BE49-F238E27FC236}">
                <a16:creationId xmlns:a16="http://schemas.microsoft.com/office/drawing/2014/main" id="{DD8B1446-4C6B-3F84-1547-B2F5067DF169}"/>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8" name="tc_columnheadline">
            <a:extLst>
              <a:ext uri="{FF2B5EF4-FFF2-40B4-BE49-F238E27FC236}">
                <a16:creationId xmlns:a16="http://schemas.microsoft.com/office/drawing/2014/main" id="{C95042D1-A540-5ADE-F6A4-9668F6EA2130}"/>
              </a:ext>
            </a:extLst>
          </p:cNvPr>
          <p:cNvCxnSpPr>
            <a:cxnSpLocks/>
            <a:stCxn id="6" idx="4"/>
            <a:endCxn id="6"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c_columnhead">
            <a:extLst>
              <a:ext uri="{FF2B5EF4-FFF2-40B4-BE49-F238E27FC236}">
                <a16:creationId xmlns:a16="http://schemas.microsoft.com/office/drawing/2014/main" id="{7C88D92E-A6CE-ADA2-BF37-DBB878DC12FC}"/>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4" name="tc_columnheadline">
            <a:extLst>
              <a:ext uri="{FF2B5EF4-FFF2-40B4-BE49-F238E27FC236}">
                <a16:creationId xmlns:a16="http://schemas.microsoft.com/office/drawing/2014/main" id="{4672D726-8B34-C51E-E021-BE9CC02D9934}"/>
              </a:ext>
            </a:extLst>
          </p:cNvPr>
          <p:cNvCxnSpPr>
            <a:cxnSpLocks/>
            <a:stCxn id="11" idx="4"/>
            <a:endCxn id="11"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Text Placeholder 15">
            <a:extLst>
              <a:ext uri="{FF2B5EF4-FFF2-40B4-BE49-F238E27FC236}">
                <a16:creationId xmlns:a16="http://schemas.microsoft.com/office/drawing/2014/main" id="{A2E4A1B7-8BBA-7E58-A088-FD226839ED9B}"/>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 columns, bars, think-cell, chart, charts, graph, graphs, comment</a:t>
            </a:r>
          </a:p>
        </p:txBody>
      </p:sp>
    </p:spTree>
    <p:extLst>
      <p:ext uri="{BB962C8B-B14F-4D97-AF65-F5344CB8AC3E}">
        <p14:creationId xmlns:p14="http://schemas.microsoft.com/office/powerpoint/2010/main" val="832147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51683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6" imgW="349" imgH="350" progId="TCLayout.ActiveDocument.1">
                  <p:embed/>
                </p:oleObj>
              </mc:Choice>
              <mc:Fallback>
                <p:oleObj name="think-cell Slide" r:id="rId36"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37"/>
                      <a:stretch>
                        <a:fillRect/>
                      </a:stretch>
                    </p:blipFill>
                    <p:spPr>
                      <a:xfrm>
                        <a:off x="1588" y="1588"/>
                        <a:ext cx="1588" cy="1588"/>
                      </a:xfrm>
                      <a:prstGeom prst="rect">
                        <a:avLst/>
                      </a:prstGeom>
                    </p:spPr>
                  </p:pic>
                </p:oleObj>
              </mc:Fallback>
            </mc:AlternateContent>
          </a:graphicData>
        </a:graphic>
      </p:graphicFrame>
      <p:graphicFrame>
        <p:nvGraphicFramePr>
          <p:cNvPr id="40" name="Chart 39">
            <a:extLst>
              <a:ext uri="{FF2B5EF4-FFF2-40B4-BE49-F238E27FC236}">
                <a16:creationId xmlns:a16="http://schemas.microsoft.com/office/drawing/2014/main" id="{EC438882-94AC-571C-4987-D5AB9EAE75BE}"/>
              </a:ext>
            </a:extLst>
          </p:cNvPr>
          <p:cNvGraphicFramePr/>
          <p:nvPr>
            <p:custDataLst>
              <p:tags r:id="rId2"/>
            </p:custDataLst>
            <p:extLst>
              <p:ext uri="{D42A27DB-BD31-4B8C-83A1-F6EECF244321}">
                <p14:modId xmlns:p14="http://schemas.microsoft.com/office/powerpoint/2010/main" val="254793427"/>
              </p:ext>
            </p:extLst>
          </p:nvPr>
        </p:nvGraphicFramePr>
        <p:xfrm>
          <a:off x="688975" y="2297113"/>
          <a:ext cx="7548563" cy="3113087"/>
        </p:xfrm>
        <a:graphic>
          <a:graphicData uri="http://schemas.openxmlformats.org/drawingml/2006/chart">
            <c:chart xmlns:c="http://schemas.openxmlformats.org/drawingml/2006/chart" xmlns:r="http://schemas.openxmlformats.org/officeDocument/2006/relationships" r:id="rId38"/>
          </a:graphicData>
        </a:graphic>
      </p:graphicFrame>
      <p:sp>
        <p:nvSpPr>
          <p:cNvPr id="6" name="Rectangle 167">
            <a:extLst>
              <a:ext uri="{FF2B5EF4-FFF2-40B4-BE49-F238E27FC236}">
                <a16:creationId xmlns:a16="http://schemas.microsoft.com/office/drawing/2014/main" id="{3E20C19A-E70C-493C-9258-C2B48C96C2C0}"/>
              </a:ext>
            </a:extLst>
          </p:cNvPr>
          <p:cNvSpPr>
            <a:spLocks/>
          </p:cNvSpPr>
          <p:nvPr>
            <p:custDataLst>
              <p:tags r:id="rId3"/>
            </p:custDataLst>
          </p:nvPr>
        </p:nvSpPr>
        <p:spPr bwMode="gray">
          <a:xfrm>
            <a:off x="496888" y="5237163"/>
            <a:ext cx="984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CFC9594A-2098-41E8-A382-6AA7F35981C2}" type="datetime'''''''0'''''''''''''''''''''''''''''''''''">
              <a:rPr lang="en-US" altLang="en-US" sz="1400" smtClean="0">
                <a:solidFill>
                  <a:schemeClr val="tx1"/>
                </a:solidFill>
              </a:rPr>
              <a:pPr algn="r">
                <a:lnSpc>
                  <a:spcPct val="90000"/>
                </a:lnSpc>
                <a:spcBef>
                  <a:spcPct val="0"/>
                </a:spcBef>
                <a:spcAft>
                  <a:spcPct val="0"/>
                </a:spcAft>
              </a:pPr>
              <a:t>0</a:t>
            </a:fld>
            <a:endParaRPr lang="en-US" sz="1400">
              <a:solidFill>
                <a:schemeClr val="tx1"/>
              </a:solidFill>
            </a:endParaRPr>
          </a:p>
        </p:txBody>
      </p:sp>
      <p:sp>
        <p:nvSpPr>
          <p:cNvPr id="41" name="Text Placeholder 2">
            <a:extLst>
              <a:ext uri="{FF2B5EF4-FFF2-40B4-BE49-F238E27FC236}">
                <a16:creationId xmlns:a16="http://schemas.microsoft.com/office/drawing/2014/main" id="{A36AD9A7-A470-4248-33C2-9AE6FF8B56DA}"/>
              </a:ext>
            </a:extLst>
          </p:cNvPr>
          <p:cNvSpPr>
            <a:spLocks/>
          </p:cNvSpPr>
          <p:nvPr>
            <p:custDataLst>
              <p:tags r:id="rId4"/>
            </p:custDataLst>
          </p:nvPr>
        </p:nvSpPr>
        <p:spPr bwMode="gray">
          <a:xfrm>
            <a:off x="496888" y="4730750"/>
            <a:ext cx="984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2C3CFECC-A84D-4857-A2EA-AA69DC58F029}" type="datetime'''''''''''''''''''''''''''5'''''''''''''''''''''''''''''''''''">
              <a:rPr lang="en-US" altLang="en-US" sz="1400" smtClean="0">
                <a:effectLst/>
                <a:solidFill>
                  <a:srgbClr val="1A1D31"/>
                </a:solidFill>
              </a:rPr>
              <a:pPr marL="0" lvl="0" indent="0" algn="r">
                <a:spcBef>
                  <a:spcPct val="0"/>
                </a:spcBef>
                <a:spcAft>
                  <a:spcPct val="0"/>
                </a:spcAft>
                <a:buNone/>
              </a:pPr>
              <a:t>5</a:t>
            </a:fld>
            <a:endParaRPr lang="en-US" sz="1400"/>
          </a:p>
        </p:txBody>
      </p:sp>
      <p:sp>
        <p:nvSpPr>
          <p:cNvPr id="11" name="Rectangle 172">
            <a:extLst>
              <a:ext uri="{FF2B5EF4-FFF2-40B4-BE49-F238E27FC236}">
                <a16:creationId xmlns:a16="http://schemas.microsoft.com/office/drawing/2014/main" id="{1336B2C2-E797-12C2-8DED-179B1D6C9B6A}"/>
              </a:ext>
            </a:extLst>
          </p:cNvPr>
          <p:cNvSpPr>
            <a:spLocks/>
          </p:cNvSpPr>
          <p:nvPr>
            <p:custDataLst>
              <p:tags r:id="rId5"/>
            </p:custDataLst>
          </p:nvPr>
        </p:nvSpPr>
        <p:spPr bwMode="gray">
          <a:xfrm>
            <a:off x="398463" y="4254500"/>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69AED3C5-D392-43FE-8527-4FA183F962B7}" type="datetime'''''1''0'''''">
              <a:rPr lang="en-US" altLang="en-US" sz="1400" smtClean="0">
                <a:solidFill>
                  <a:schemeClr val="tx1"/>
                </a:solidFill>
              </a:rPr>
              <a:pPr algn="r">
                <a:lnSpc>
                  <a:spcPct val="90000"/>
                </a:lnSpc>
                <a:spcBef>
                  <a:spcPct val="0"/>
                </a:spcBef>
                <a:spcAft>
                  <a:spcPct val="0"/>
                </a:spcAft>
              </a:pPr>
              <a:t>10</a:t>
            </a:fld>
            <a:endParaRPr lang="en-US" sz="1400">
              <a:solidFill>
                <a:schemeClr val="tx1"/>
              </a:solidFill>
            </a:endParaRPr>
          </a:p>
        </p:txBody>
      </p:sp>
      <p:sp>
        <p:nvSpPr>
          <p:cNvPr id="42" name="Text Placeholder 2">
            <a:extLst>
              <a:ext uri="{FF2B5EF4-FFF2-40B4-BE49-F238E27FC236}">
                <a16:creationId xmlns:a16="http://schemas.microsoft.com/office/drawing/2014/main" id="{A36AD9A7-A470-4248-33C2-9AE6FF8B56DA}"/>
              </a:ext>
            </a:extLst>
          </p:cNvPr>
          <p:cNvSpPr>
            <a:spLocks/>
          </p:cNvSpPr>
          <p:nvPr>
            <p:custDataLst>
              <p:tags r:id="rId6"/>
            </p:custDataLst>
          </p:nvPr>
        </p:nvSpPr>
        <p:spPr bwMode="gray">
          <a:xfrm>
            <a:off x="398463" y="3748088"/>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962EE7-4FAB-4C3B-A887-81AEEED2A771}" type="datetime'1''''''''5'''''''''''''''''''''''''">
              <a:rPr lang="en-US" altLang="en-US" sz="1400" smtClean="0">
                <a:effectLst/>
                <a:solidFill>
                  <a:srgbClr val="1A1D31"/>
                </a:solidFill>
              </a:rPr>
              <a:pPr marL="0" lvl="0" indent="0" algn="r">
                <a:spcBef>
                  <a:spcPct val="0"/>
                </a:spcBef>
                <a:spcAft>
                  <a:spcPct val="0"/>
                </a:spcAft>
                <a:buNone/>
              </a:pPr>
              <a:t>15</a:t>
            </a:fld>
            <a:endParaRPr lang="en-US" sz="1400"/>
          </a:p>
        </p:txBody>
      </p:sp>
      <p:sp>
        <p:nvSpPr>
          <p:cNvPr id="12" name="Rectangle 177">
            <a:extLst>
              <a:ext uri="{FF2B5EF4-FFF2-40B4-BE49-F238E27FC236}">
                <a16:creationId xmlns:a16="http://schemas.microsoft.com/office/drawing/2014/main" id="{EC381340-2B3E-E99F-F995-293851645FDF}"/>
              </a:ext>
            </a:extLst>
          </p:cNvPr>
          <p:cNvSpPr>
            <a:spLocks/>
          </p:cNvSpPr>
          <p:nvPr>
            <p:custDataLst>
              <p:tags r:id="rId7"/>
            </p:custDataLst>
          </p:nvPr>
        </p:nvSpPr>
        <p:spPr bwMode="gray">
          <a:xfrm>
            <a:off x="398463" y="3271838"/>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3A31AB80-69DB-485B-873C-E3046BB2AF4E}" type="datetime'20'''''''''''''''''''''''''''''''''">
              <a:rPr lang="en-US" altLang="en-US" sz="1400" smtClean="0">
                <a:solidFill>
                  <a:schemeClr val="tx1"/>
                </a:solidFill>
              </a:rPr>
              <a:pPr algn="r">
                <a:lnSpc>
                  <a:spcPct val="90000"/>
                </a:lnSpc>
                <a:spcBef>
                  <a:spcPct val="0"/>
                </a:spcBef>
                <a:spcAft>
                  <a:spcPct val="0"/>
                </a:spcAft>
              </a:pPr>
              <a:t>20</a:t>
            </a:fld>
            <a:endParaRPr lang="en-US" sz="1400">
              <a:solidFill>
                <a:schemeClr val="tx1"/>
              </a:solidFill>
            </a:endParaRPr>
          </a:p>
        </p:txBody>
      </p:sp>
      <p:sp>
        <p:nvSpPr>
          <p:cNvPr id="43"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gray">
          <a:xfrm>
            <a:off x="398463" y="2765425"/>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8DE26AE-B5B7-495E-BF8B-9456DBAB3530}" type="datetime'''''''''''''''''''''''''''''2''''''''''''''''''5'''''''">
              <a:rPr lang="en-US" altLang="en-US" sz="1400" smtClean="0">
                <a:effectLst/>
                <a:solidFill>
                  <a:srgbClr val="1A1D31"/>
                </a:solidFill>
              </a:rPr>
              <a:pPr marL="0" lvl="0" indent="0" algn="r">
                <a:spcBef>
                  <a:spcPct val="0"/>
                </a:spcBef>
                <a:spcAft>
                  <a:spcPct val="0"/>
                </a:spcAft>
                <a:buNone/>
              </a:pPr>
              <a:t>25</a:t>
            </a:fld>
            <a:endParaRPr lang="en-US" sz="1400"/>
          </a:p>
        </p:txBody>
      </p:sp>
      <p:sp>
        <p:nvSpPr>
          <p:cNvPr id="44" name="Text Placeholder 2">
            <a:extLst>
              <a:ext uri="{FF2B5EF4-FFF2-40B4-BE49-F238E27FC236}">
                <a16:creationId xmlns:a16="http://schemas.microsoft.com/office/drawing/2014/main" id="{A36AD9A7-A470-4248-33C2-9AE6FF8B56DA}"/>
              </a:ext>
            </a:extLst>
          </p:cNvPr>
          <p:cNvSpPr>
            <a:spLocks/>
          </p:cNvSpPr>
          <p:nvPr>
            <p:custDataLst>
              <p:tags r:id="rId9"/>
            </p:custDataLst>
          </p:nvPr>
        </p:nvSpPr>
        <p:spPr bwMode="gray">
          <a:xfrm>
            <a:off x="398463" y="2273300"/>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8ABFA58-C35E-4878-8D73-7AF0B0EAAE65}" type="datetime'''''''''''''''''''''''3''0'''''''''''''''''''''''''''''">
              <a:rPr lang="en-US" altLang="en-US" sz="1400" smtClean="0">
                <a:effectLst/>
                <a:solidFill>
                  <a:srgbClr val="1A1D31"/>
                </a:solidFill>
              </a:rPr>
              <a:pPr marL="0" lvl="0" indent="0" algn="r">
                <a:spcBef>
                  <a:spcPct val="0"/>
                </a:spcBef>
                <a:spcAft>
                  <a:spcPct val="0"/>
                </a:spcAft>
                <a:buNone/>
              </a:pPr>
              <a:t>30</a:t>
            </a:fld>
            <a:endParaRPr lang="en-US" sz="1400"/>
          </a:p>
        </p:txBody>
      </p:sp>
      <p:cxnSp>
        <p:nvCxnSpPr>
          <p:cNvPr id="15" name="Straight Connector 113">
            <a:extLst>
              <a:ext uri="{FF2B5EF4-FFF2-40B4-BE49-F238E27FC236}">
                <a16:creationId xmlns:a16="http://schemas.microsoft.com/office/drawing/2014/main" id="{490DA7FE-DF02-1A55-B003-A38E635FD60F}"/>
              </a:ext>
            </a:extLst>
          </p:cNvPr>
          <p:cNvCxnSpPr>
            <a:cxnSpLocks/>
          </p:cNvCxnSpPr>
          <p:nvPr>
            <p:custDataLst>
              <p:tags r:id="rId10"/>
            </p:custDataLst>
          </p:nvPr>
        </p:nvCxnSpPr>
        <p:spPr bwMode="auto">
          <a:xfrm flipV="1">
            <a:off x="5297488" y="2397125"/>
            <a:ext cx="0" cy="7620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14">
            <a:extLst>
              <a:ext uri="{FF2B5EF4-FFF2-40B4-BE49-F238E27FC236}">
                <a16:creationId xmlns:a16="http://schemas.microsoft.com/office/drawing/2014/main" id="{5ED79ED3-6039-D248-270A-9A4BE6808BE9}"/>
              </a:ext>
            </a:extLst>
          </p:cNvPr>
          <p:cNvCxnSpPr>
            <a:cxnSpLocks/>
          </p:cNvCxnSpPr>
          <p:nvPr>
            <p:custDataLst>
              <p:tags r:id="rId11"/>
            </p:custDataLst>
          </p:nvPr>
        </p:nvCxnSpPr>
        <p:spPr bwMode="auto">
          <a:xfrm>
            <a:off x="5297488" y="2397125"/>
            <a:ext cx="2460625" cy="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15">
            <a:extLst>
              <a:ext uri="{FF2B5EF4-FFF2-40B4-BE49-F238E27FC236}">
                <a16:creationId xmlns:a16="http://schemas.microsoft.com/office/drawing/2014/main" id="{0FA57901-6219-12FE-517B-352CA8537C06}"/>
              </a:ext>
            </a:extLst>
          </p:cNvPr>
          <p:cNvCxnSpPr>
            <a:cxnSpLocks/>
          </p:cNvCxnSpPr>
          <p:nvPr>
            <p:custDataLst>
              <p:tags r:id="rId12"/>
            </p:custDataLst>
          </p:nvPr>
        </p:nvCxnSpPr>
        <p:spPr bwMode="auto">
          <a:xfrm>
            <a:off x="7758113" y="2397125"/>
            <a:ext cx="0" cy="1333500"/>
          </a:xfrm>
          <a:prstGeom prst="line">
            <a:avLst/>
          </a:prstGeom>
          <a:ln w="12700" cap="flat" cmpd="sng" algn="ctr">
            <a:solidFill>
              <a:schemeClr val="tx1"/>
            </a:solidFill>
            <a:prstDash val="solid"/>
            <a:miter lim="800000"/>
            <a:headEnd type="none" w="med" len="med"/>
            <a:tailEnd type="triangle" w="med" len="med"/>
          </a:ln>
          <a:effectLst/>
        </p:spPr>
        <p:style>
          <a:lnRef idx="1">
            <a:schemeClr val="dk1"/>
          </a:lnRef>
          <a:fillRef idx="0">
            <a:schemeClr val="dk1"/>
          </a:fillRef>
          <a:effectRef idx="0">
            <a:schemeClr val="dk1"/>
          </a:effectRef>
          <a:fontRef idx="minor">
            <a:schemeClr val="tx1"/>
          </a:fontRef>
        </p:style>
      </p:cxnSp>
      <p:sp>
        <p:nvSpPr>
          <p:cNvPr id="18" name="Rectangle 246">
            <a:extLst>
              <a:ext uri="{FF2B5EF4-FFF2-40B4-BE49-F238E27FC236}">
                <a16:creationId xmlns:a16="http://schemas.microsoft.com/office/drawing/2014/main" id="{0C784A0A-E037-5B73-0BD3-F85DE1D57491}"/>
              </a:ext>
            </a:extLst>
          </p:cNvPr>
          <p:cNvSpPr>
            <a:spLocks/>
          </p:cNvSpPr>
          <p:nvPr>
            <p:custDataLst>
              <p:tags r:id="rId13"/>
            </p:custDataLst>
          </p:nvPr>
        </p:nvSpPr>
        <p:spPr bwMode="auto">
          <a:xfrm>
            <a:off x="398463" y="1917700"/>
            <a:ext cx="11239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sz="1400" dirty="0">
                <a:solidFill>
                  <a:schemeClr val="tx1"/>
                </a:solidFill>
              </a:rPr>
              <a:t>Value (mEUR)</a:t>
            </a:r>
          </a:p>
        </p:txBody>
      </p:sp>
      <p:sp>
        <p:nvSpPr>
          <p:cNvPr id="20" name="Rectangle 11">
            <a:extLst>
              <a:ext uri="{FF2B5EF4-FFF2-40B4-BE49-F238E27FC236}">
                <a16:creationId xmlns:a16="http://schemas.microsoft.com/office/drawing/2014/main" id="{4970B787-9B59-707F-9211-2F3FE9300364}"/>
              </a:ext>
            </a:extLst>
          </p:cNvPr>
          <p:cNvSpPr>
            <a:spLocks/>
          </p:cNvSpPr>
          <p:nvPr>
            <p:custDataLst>
              <p:tags r:id="rId14"/>
            </p:custDataLst>
          </p:nvPr>
        </p:nvSpPr>
        <p:spPr bwMode="auto">
          <a:xfrm>
            <a:off x="1069975"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728CBBD-5F52-4733-B9FB-FE2DACADF6E2}" type="datetime'B''''r''''''''''''''a''n''''''d'''' ''''''''''''''1'''''">
              <a:rPr lang="en-US" altLang="en-US" sz="1400" smtClean="0">
                <a:solidFill>
                  <a:schemeClr val="tx1"/>
                </a:solidFill>
              </a:rPr>
              <a:pPr algn="ctr">
                <a:spcBef>
                  <a:spcPct val="0"/>
                </a:spcBef>
                <a:spcAft>
                  <a:spcPct val="0"/>
                </a:spcAft>
              </a:pPr>
              <a:t>Brand 1</a:t>
            </a:fld>
            <a:endParaRPr lang="en-US" sz="1400">
              <a:solidFill>
                <a:schemeClr val="tx1"/>
              </a:solidFill>
            </a:endParaRPr>
          </a:p>
        </p:txBody>
      </p:sp>
      <p:sp>
        <p:nvSpPr>
          <p:cNvPr id="21" name="Rectangle 31">
            <a:extLst>
              <a:ext uri="{FF2B5EF4-FFF2-40B4-BE49-F238E27FC236}">
                <a16:creationId xmlns:a16="http://schemas.microsoft.com/office/drawing/2014/main" id="{00BB3EED-75DA-70B9-0F62-F76D70319947}"/>
              </a:ext>
            </a:extLst>
          </p:cNvPr>
          <p:cNvSpPr>
            <a:spLocks/>
          </p:cNvSpPr>
          <p:nvPr>
            <p:custDataLst>
              <p:tags r:id="rId15"/>
            </p:custDataLst>
          </p:nvPr>
        </p:nvSpPr>
        <p:spPr bwMode="auto">
          <a:xfrm>
            <a:off x="2300288"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94AF4360-C1BF-4D6F-9234-89165ACB10D4}" type="datetime'''''B''''''r''a''''''n''''''d'' ''''''2'''">
              <a:rPr lang="en-US" altLang="en-US" sz="1400" smtClean="0">
                <a:solidFill>
                  <a:schemeClr val="tx1"/>
                </a:solidFill>
              </a:rPr>
              <a:pPr algn="ctr">
                <a:spcBef>
                  <a:spcPct val="0"/>
                </a:spcBef>
                <a:spcAft>
                  <a:spcPct val="0"/>
                </a:spcAft>
              </a:pPr>
              <a:t>Brand 2</a:t>
            </a:fld>
            <a:endParaRPr lang="en-US" sz="1400">
              <a:solidFill>
                <a:schemeClr val="tx1"/>
              </a:solidFill>
            </a:endParaRPr>
          </a:p>
        </p:txBody>
      </p:sp>
      <p:sp>
        <p:nvSpPr>
          <p:cNvPr id="22" name="Rectangle 32">
            <a:extLst>
              <a:ext uri="{FF2B5EF4-FFF2-40B4-BE49-F238E27FC236}">
                <a16:creationId xmlns:a16="http://schemas.microsoft.com/office/drawing/2014/main" id="{B8EC06C6-EEC6-3485-8C17-9858FADFC9EA}"/>
              </a:ext>
            </a:extLst>
          </p:cNvPr>
          <p:cNvSpPr>
            <a:spLocks/>
          </p:cNvSpPr>
          <p:nvPr>
            <p:custDataLst>
              <p:tags r:id="rId16"/>
            </p:custDataLst>
          </p:nvPr>
        </p:nvSpPr>
        <p:spPr bwMode="auto">
          <a:xfrm>
            <a:off x="35306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0ED863F-B3EC-4182-8D48-84C51B6756A1}" type="datetime'''''''''''''''B''r''''''''a''''''''''''''nd'' ''''''''''''''3'">
              <a:rPr lang="en-US" altLang="en-US" sz="1400" smtClean="0">
                <a:solidFill>
                  <a:schemeClr val="tx1"/>
                </a:solidFill>
              </a:rPr>
              <a:pPr algn="ctr">
                <a:spcBef>
                  <a:spcPct val="0"/>
                </a:spcBef>
                <a:spcAft>
                  <a:spcPct val="0"/>
                </a:spcAft>
              </a:pPr>
              <a:t>Brand 3</a:t>
            </a:fld>
            <a:endParaRPr lang="en-US" sz="1400">
              <a:solidFill>
                <a:schemeClr val="tx1"/>
              </a:solidFill>
            </a:endParaRPr>
          </a:p>
        </p:txBody>
      </p:sp>
      <p:sp>
        <p:nvSpPr>
          <p:cNvPr id="23" name="Rectangle 341">
            <a:extLst>
              <a:ext uri="{FF2B5EF4-FFF2-40B4-BE49-F238E27FC236}">
                <a16:creationId xmlns:a16="http://schemas.microsoft.com/office/drawing/2014/main" id="{ABF44360-8224-36FA-098F-A6B38D486DBA}"/>
              </a:ext>
            </a:extLst>
          </p:cNvPr>
          <p:cNvSpPr>
            <a:spLocks/>
          </p:cNvSpPr>
          <p:nvPr>
            <p:custDataLst>
              <p:tags r:id="rId17"/>
            </p:custDataLst>
          </p:nvPr>
        </p:nvSpPr>
        <p:spPr bwMode="auto">
          <a:xfrm>
            <a:off x="47625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C879B4F-C170-4D71-8B5D-1C85194368EC}" type="datetime'''''''''''''''''''''''''''B''ran''''''d'''''''''''''' ''4'">
              <a:rPr lang="en-US" altLang="en-US" sz="1400" smtClean="0">
                <a:solidFill>
                  <a:schemeClr val="tx1"/>
                </a:solidFill>
              </a:rPr>
              <a:pPr algn="ctr">
                <a:spcBef>
                  <a:spcPct val="0"/>
                </a:spcBef>
                <a:spcAft>
                  <a:spcPct val="0"/>
                </a:spcAft>
              </a:pPr>
              <a:t>Brand 4</a:t>
            </a:fld>
            <a:endParaRPr lang="en-US" sz="1400">
              <a:solidFill>
                <a:schemeClr val="tx1"/>
              </a:solidFill>
            </a:endParaRPr>
          </a:p>
        </p:txBody>
      </p:sp>
      <p:sp>
        <p:nvSpPr>
          <p:cNvPr id="19" name="Rectangle 35">
            <a:extLst>
              <a:ext uri="{FF2B5EF4-FFF2-40B4-BE49-F238E27FC236}">
                <a16:creationId xmlns:a16="http://schemas.microsoft.com/office/drawing/2014/main" id="{1B688C84-1B4C-5EEE-8471-666CB833DB88}"/>
              </a:ext>
            </a:extLst>
          </p:cNvPr>
          <p:cNvSpPr>
            <a:spLocks/>
          </p:cNvSpPr>
          <p:nvPr>
            <p:custDataLst>
              <p:tags r:id="rId18"/>
            </p:custDataLst>
          </p:nvPr>
        </p:nvSpPr>
        <p:spPr bwMode="auto">
          <a:xfrm>
            <a:off x="7124700" y="5386388"/>
            <a:ext cx="8302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89DB73BD-DCEF-433A-B8EC-01E61FC6CDCB}" type="datetime'O''''''''''''u''''r'' ''''''''''Br''''''an''''''''d'''''''">
              <a:rPr lang="en-US" altLang="en-US" sz="1400" smtClean="0">
                <a:solidFill>
                  <a:schemeClr val="tx1"/>
                </a:solidFill>
              </a:rPr>
              <a:pPr algn="ctr">
                <a:spcBef>
                  <a:spcPct val="0"/>
                </a:spcBef>
                <a:spcAft>
                  <a:spcPct val="0"/>
                </a:spcAft>
              </a:pPr>
              <a:t>Our Brand</a:t>
            </a:fld>
            <a:endParaRPr lang="en-US" sz="1400">
              <a:solidFill>
                <a:schemeClr val="tx1"/>
              </a:solidFill>
            </a:endParaRPr>
          </a:p>
        </p:txBody>
      </p:sp>
      <p:sp>
        <p:nvSpPr>
          <p:cNvPr id="24" name="Rectangle 357">
            <a:extLst>
              <a:ext uri="{FF2B5EF4-FFF2-40B4-BE49-F238E27FC236}">
                <a16:creationId xmlns:a16="http://schemas.microsoft.com/office/drawing/2014/main" id="{57FD7012-D997-A805-6E02-ABE8F803DD60}"/>
              </a:ext>
            </a:extLst>
          </p:cNvPr>
          <p:cNvSpPr>
            <a:spLocks/>
          </p:cNvSpPr>
          <p:nvPr>
            <p:custDataLst>
              <p:tags r:id="rId19"/>
            </p:custDataLst>
          </p:nvPr>
        </p:nvSpPr>
        <p:spPr bwMode="gray">
          <a:xfrm>
            <a:off x="1041400" y="35766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7F2B032B-7ACF-4A45-B498-DAF073F4862D}" type="datetime'''''''''''''1''''''''''''''''''''''''''''''6'''''''">
              <a:rPr lang="en-US" altLang="en-US" sz="1400" smtClean="0">
                <a:solidFill>
                  <a:schemeClr val="tx1"/>
                </a:solidFill>
              </a:rPr>
              <a:pPr algn="ctr">
                <a:lnSpc>
                  <a:spcPct val="90000"/>
                </a:lnSpc>
                <a:spcBef>
                  <a:spcPct val="0"/>
                </a:spcBef>
                <a:spcAft>
                  <a:spcPct val="0"/>
                </a:spcAft>
              </a:pPr>
              <a:t>16</a:t>
            </a:fld>
            <a:endParaRPr lang="en-US" sz="1400">
              <a:solidFill>
                <a:schemeClr val="tx1"/>
              </a:solidFill>
            </a:endParaRPr>
          </a:p>
        </p:txBody>
      </p:sp>
      <p:sp>
        <p:nvSpPr>
          <p:cNvPr id="25" name="Rectangle 358">
            <a:extLst>
              <a:ext uri="{FF2B5EF4-FFF2-40B4-BE49-F238E27FC236}">
                <a16:creationId xmlns:a16="http://schemas.microsoft.com/office/drawing/2014/main" id="{421437B7-BA42-9BD8-6BDF-4C7D403B3A58}"/>
              </a:ext>
            </a:extLst>
          </p:cNvPr>
          <p:cNvSpPr>
            <a:spLocks/>
          </p:cNvSpPr>
          <p:nvPr>
            <p:custDataLst>
              <p:tags r:id="rId20"/>
            </p:custDataLst>
          </p:nvPr>
        </p:nvSpPr>
        <p:spPr bwMode="gray">
          <a:xfrm>
            <a:off x="1481138" y="28051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303C2CB7-2660-4465-818D-CF7A66CEC485}" type="datetime'2''''''''''''''''''''''3'''''''''">
              <a:rPr lang="en-US" altLang="en-US" sz="1400" smtClean="0">
                <a:solidFill>
                  <a:schemeClr val="tx1"/>
                </a:solidFill>
              </a:rPr>
              <a:pPr algn="ctr">
                <a:lnSpc>
                  <a:spcPct val="90000"/>
                </a:lnSpc>
                <a:spcBef>
                  <a:spcPct val="0"/>
                </a:spcBef>
                <a:spcAft>
                  <a:spcPct val="0"/>
                </a:spcAft>
              </a:pPr>
              <a:t>23</a:t>
            </a:fld>
            <a:endParaRPr lang="en-US" sz="1400">
              <a:solidFill>
                <a:schemeClr val="tx1"/>
              </a:solidFill>
            </a:endParaRPr>
          </a:p>
        </p:txBody>
      </p:sp>
      <p:sp>
        <p:nvSpPr>
          <p:cNvPr id="26" name="Rectangle 359">
            <a:extLst>
              <a:ext uri="{FF2B5EF4-FFF2-40B4-BE49-F238E27FC236}">
                <a16:creationId xmlns:a16="http://schemas.microsoft.com/office/drawing/2014/main" id="{949204FD-B15F-E846-2BE0-FAB1AB533D97}"/>
              </a:ext>
            </a:extLst>
          </p:cNvPr>
          <p:cNvSpPr>
            <a:spLocks/>
          </p:cNvSpPr>
          <p:nvPr>
            <p:custDataLst>
              <p:tags r:id="rId21"/>
            </p:custDataLst>
          </p:nvPr>
        </p:nvSpPr>
        <p:spPr bwMode="gray">
          <a:xfrm>
            <a:off x="2271713" y="37703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542BC38F-8E18-4B12-9AC6-DC216F8CEAEB}"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7" name="Rectangle 360">
            <a:extLst>
              <a:ext uri="{FF2B5EF4-FFF2-40B4-BE49-F238E27FC236}">
                <a16:creationId xmlns:a16="http://schemas.microsoft.com/office/drawing/2014/main" id="{CCDB6DB7-31FF-1441-CED5-991119859317}"/>
              </a:ext>
            </a:extLst>
          </p:cNvPr>
          <p:cNvSpPr>
            <a:spLocks/>
          </p:cNvSpPr>
          <p:nvPr>
            <p:custDataLst>
              <p:tags r:id="rId22"/>
            </p:custDataLst>
          </p:nvPr>
        </p:nvSpPr>
        <p:spPr bwMode="gray">
          <a:xfrm>
            <a:off x="2711450" y="36909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B72C4BD-7C37-4DD9-AD78-FF2A7D92124A}"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8" name="Rectangle 361">
            <a:extLst>
              <a:ext uri="{FF2B5EF4-FFF2-40B4-BE49-F238E27FC236}">
                <a16:creationId xmlns:a16="http://schemas.microsoft.com/office/drawing/2014/main" id="{4152C6D1-7EAF-600D-FB89-8920CF3A0710}"/>
              </a:ext>
            </a:extLst>
          </p:cNvPr>
          <p:cNvSpPr>
            <a:spLocks/>
          </p:cNvSpPr>
          <p:nvPr>
            <p:custDataLst>
              <p:tags r:id="rId23"/>
            </p:custDataLst>
          </p:nvPr>
        </p:nvSpPr>
        <p:spPr bwMode="gray">
          <a:xfrm>
            <a:off x="3503613" y="391160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6B52D05-29A0-459C-9768-15DFF3026304}" type="datetime'''''''''''''''''''''''''''''''''''''''''12'''''''">
              <a:rPr lang="en-US" altLang="en-US" sz="1400" smtClean="0">
                <a:solidFill>
                  <a:schemeClr val="tx1"/>
                </a:solidFill>
              </a:rPr>
              <a:pPr algn="ctr">
                <a:lnSpc>
                  <a:spcPct val="90000"/>
                </a:lnSpc>
                <a:spcBef>
                  <a:spcPct val="0"/>
                </a:spcBef>
                <a:spcAft>
                  <a:spcPct val="0"/>
                </a:spcAft>
              </a:pPr>
              <a:t>12</a:t>
            </a:fld>
            <a:endParaRPr lang="en-US" sz="1400">
              <a:solidFill>
                <a:schemeClr val="tx1"/>
              </a:solidFill>
            </a:endParaRPr>
          </a:p>
        </p:txBody>
      </p:sp>
      <p:sp>
        <p:nvSpPr>
          <p:cNvPr id="29" name="Rectangle 363">
            <a:extLst>
              <a:ext uri="{FF2B5EF4-FFF2-40B4-BE49-F238E27FC236}">
                <a16:creationId xmlns:a16="http://schemas.microsoft.com/office/drawing/2014/main" id="{8458D2D6-8DA6-14DE-1647-68AA16555042}"/>
              </a:ext>
            </a:extLst>
          </p:cNvPr>
          <p:cNvSpPr>
            <a:spLocks/>
          </p:cNvSpPr>
          <p:nvPr>
            <p:custDataLst>
              <p:tags r:id="rId24"/>
            </p:custDataLst>
          </p:nvPr>
        </p:nvSpPr>
        <p:spPr bwMode="gray">
          <a:xfrm>
            <a:off x="3943350" y="340995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C435C0F1-7428-480C-94E3-F8FC35BB1C51}" type="datetime'1''''''''7'''''''''''''''''''''">
              <a:rPr lang="en-US" altLang="en-US" sz="1400" smtClean="0">
                <a:solidFill>
                  <a:schemeClr val="tx1"/>
                </a:solidFill>
              </a:rPr>
              <a:pPr algn="ctr">
                <a:lnSpc>
                  <a:spcPct val="90000"/>
                </a:lnSpc>
                <a:spcBef>
                  <a:spcPct val="0"/>
                </a:spcBef>
                <a:spcAft>
                  <a:spcPct val="0"/>
                </a:spcAft>
              </a:pPr>
              <a:t>17</a:t>
            </a:fld>
            <a:endParaRPr lang="en-US" sz="1400">
              <a:solidFill>
                <a:schemeClr val="tx1"/>
              </a:solidFill>
            </a:endParaRPr>
          </a:p>
        </p:txBody>
      </p:sp>
      <p:sp>
        <p:nvSpPr>
          <p:cNvPr id="30" name="Rectangle 364">
            <a:extLst>
              <a:ext uri="{FF2B5EF4-FFF2-40B4-BE49-F238E27FC236}">
                <a16:creationId xmlns:a16="http://schemas.microsoft.com/office/drawing/2014/main" id="{0C871ECD-73A4-43E9-1370-1EF64D458675}"/>
              </a:ext>
            </a:extLst>
          </p:cNvPr>
          <p:cNvSpPr>
            <a:spLocks/>
          </p:cNvSpPr>
          <p:nvPr>
            <p:custDataLst>
              <p:tags r:id="rId25"/>
            </p:custDataLst>
          </p:nvPr>
        </p:nvSpPr>
        <p:spPr bwMode="gray">
          <a:xfrm>
            <a:off x="4733925" y="36163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EA3F950F-B335-465C-8F43-AB51268FBEBD}" type="datetime'''''''''''''''''''''''1''''''''''''''5'">
              <a:rPr lang="en-US" altLang="en-US" sz="1400" smtClean="0">
                <a:solidFill>
                  <a:schemeClr val="tx1"/>
                </a:solidFill>
              </a:rPr>
              <a:pPr algn="ctr">
                <a:lnSpc>
                  <a:spcPct val="90000"/>
                </a:lnSpc>
                <a:spcBef>
                  <a:spcPct val="0"/>
                </a:spcBef>
                <a:spcAft>
                  <a:spcPct val="0"/>
                </a:spcAft>
              </a:pPr>
              <a:t>15</a:t>
            </a:fld>
            <a:endParaRPr lang="en-US" sz="1400">
              <a:solidFill>
                <a:schemeClr val="tx1"/>
              </a:solidFill>
            </a:endParaRPr>
          </a:p>
        </p:txBody>
      </p:sp>
      <p:sp>
        <p:nvSpPr>
          <p:cNvPr id="31" name="Rectangle 365">
            <a:extLst>
              <a:ext uri="{FF2B5EF4-FFF2-40B4-BE49-F238E27FC236}">
                <a16:creationId xmlns:a16="http://schemas.microsoft.com/office/drawing/2014/main" id="{BCB19E19-E245-D3CA-5DF8-6850E8527422}"/>
              </a:ext>
            </a:extLst>
          </p:cNvPr>
          <p:cNvSpPr>
            <a:spLocks/>
          </p:cNvSpPr>
          <p:nvPr>
            <p:custDataLst>
              <p:tags r:id="rId26"/>
            </p:custDataLst>
          </p:nvPr>
        </p:nvSpPr>
        <p:spPr bwMode="gray">
          <a:xfrm>
            <a:off x="5173663" y="25114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845C499-2735-4D8D-BA2B-A82C79855911}" type="datetime'''''''''''''''''''''''2''''''''''''''''''''''''''6'''''''">
              <a:rPr lang="en-US" altLang="en-US" sz="1400" smtClean="0">
                <a:solidFill>
                  <a:schemeClr val="tx1"/>
                </a:solidFill>
              </a:rPr>
              <a:pPr algn="ctr">
                <a:lnSpc>
                  <a:spcPct val="90000"/>
                </a:lnSpc>
                <a:spcBef>
                  <a:spcPct val="0"/>
                </a:spcBef>
                <a:spcAft>
                  <a:spcPct val="0"/>
                </a:spcAft>
              </a:pPr>
              <a:t>26</a:t>
            </a:fld>
            <a:endParaRPr lang="en-US" sz="1400">
              <a:solidFill>
                <a:schemeClr val="tx1"/>
              </a:solidFill>
            </a:endParaRPr>
          </a:p>
        </p:txBody>
      </p:sp>
      <p:sp>
        <p:nvSpPr>
          <p:cNvPr id="32" name="Rectangle 366">
            <a:extLst>
              <a:ext uri="{FF2B5EF4-FFF2-40B4-BE49-F238E27FC236}">
                <a16:creationId xmlns:a16="http://schemas.microsoft.com/office/drawing/2014/main" id="{6C1533B2-D98B-9EFB-BEBA-4CB182D202BF}"/>
              </a:ext>
            </a:extLst>
          </p:cNvPr>
          <p:cNvSpPr>
            <a:spLocks/>
          </p:cNvSpPr>
          <p:nvPr>
            <p:custDataLst>
              <p:tags r:id="rId27"/>
            </p:custDataLst>
          </p:nvPr>
        </p:nvSpPr>
        <p:spPr bwMode="gray">
          <a:xfrm>
            <a:off x="7243763" y="4259263"/>
            <a:ext cx="1492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FC87031-C97B-4C10-929D-1BB1B82F245A}" type="datetime'''''''''''''''''''''''''''9'''''''">
              <a:rPr lang="en-US" altLang="en-US" sz="1400" smtClean="0">
                <a:solidFill>
                  <a:schemeClr val="tx1"/>
                </a:solidFill>
              </a:rPr>
              <a:pPr algn="ctr">
                <a:lnSpc>
                  <a:spcPct val="90000"/>
                </a:lnSpc>
                <a:spcBef>
                  <a:spcPct val="0"/>
                </a:spcBef>
                <a:spcAft>
                  <a:spcPct val="0"/>
                </a:spcAft>
              </a:pPr>
              <a:t>9</a:t>
            </a:fld>
            <a:endParaRPr lang="en-US" sz="1400">
              <a:solidFill>
                <a:schemeClr val="tx1"/>
              </a:solidFill>
            </a:endParaRPr>
          </a:p>
        </p:txBody>
      </p:sp>
      <p:sp>
        <p:nvSpPr>
          <p:cNvPr id="33" name="Rectangle 367">
            <a:extLst>
              <a:ext uri="{FF2B5EF4-FFF2-40B4-BE49-F238E27FC236}">
                <a16:creationId xmlns:a16="http://schemas.microsoft.com/office/drawing/2014/main" id="{0C57E5E1-CF26-54A4-E940-B75D1D5AEAD6}"/>
              </a:ext>
            </a:extLst>
          </p:cNvPr>
          <p:cNvSpPr>
            <a:spLocks/>
          </p:cNvSpPr>
          <p:nvPr>
            <p:custDataLst>
              <p:tags r:id="rId28"/>
            </p:custDataLst>
          </p:nvPr>
        </p:nvSpPr>
        <p:spPr bwMode="gray">
          <a:xfrm>
            <a:off x="7634288" y="37687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1C28B0E1-FF4C-4010-9F17-3CD820190A50}"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34" name="Oval 33">
            <a:extLst>
              <a:ext uri="{FF2B5EF4-FFF2-40B4-BE49-F238E27FC236}">
                <a16:creationId xmlns:a16="http://schemas.microsoft.com/office/drawing/2014/main" id="{0D336833-95B4-5DF1-0993-5DA9F80B2A03}"/>
              </a:ext>
            </a:extLst>
          </p:cNvPr>
          <p:cNvSpPr>
            <a:spLocks/>
          </p:cNvSpPr>
          <p:nvPr>
            <p:custDataLst>
              <p:tags r:id="rId29"/>
            </p:custDataLst>
          </p:nvPr>
        </p:nvSpPr>
        <p:spPr bwMode="auto">
          <a:xfrm>
            <a:off x="6234113" y="2246313"/>
            <a:ext cx="587375" cy="301625"/>
          </a:xfrm>
          <a:prstGeom prst="ellipse">
            <a:avLst/>
          </a:prstGeom>
          <a:solidFill>
            <a:schemeClr val="bg1"/>
          </a:solidFill>
          <a:ln w="9525" cap="flat" cmpd="sng" algn="ctr">
            <a:solidFill>
              <a:schemeClr val="tx1"/>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spcBef>
                <a:spcPct val="0"/>
              </a:spcBef>
              <a:spcAft>
                <a:spcPct val="0"/>
              </a:spcAft>
            </a:pPr>
            <a:fld id="{93ACE399-E739-4AD7-AADA-39F207D5A053}" type="datetime'''''''''''''''''''''''''''''''''''-''''''''''''48''''%'''''">
              <a:rPr lang="en-US" altLang="en-US" sz="1400" smtClean="0">
                <a:solidFill>
                  <a:schemeClr val="tx1"/>
                </a:solidFill>
                <a:effectLst/>
              </a:rPr>
              <a:pPr algn="ctr">
                <a:spcBef>
                  <a:spcPct val="0"/>
                </a:spcBef>
                <a:spcAft>
                  <a:spcPct val="0"/>
                </a:spcAft>
              </a:pPr>
              <a:t>-48%</a:t>
            </a:fld>
            <a:endParaRPr lang="en-US" sz="1400">
              <a:solidFill>
                <a:schemeClr val="tx1"/>
              </a:solidFill>
            </a:endParaRPr>
          </a:p>
        </p:txBody>
      </p:sp>
      <p:sp>
        <p:nvSpPr>
          <p:cNvPr id="35" name="Rectangle 19">
            <a:extLst>
              <a:ext uri="{FF2B5EF4-FFF2-40B4-BE49-F238E27FC236}">
                <a16:creationId xmlns:a16="http://schemas.microsoft.com/office/drawing/2014/main" id="{D43F45FF-6670-40D4-2888-6B621F6FB837}"/>
              </a:ext>
            </a:extLst>
          </p:cNvPr>
          <p:cNvSpPr>
            <a:spLocks/>
          </p:cNvSpPr>
          <p:nvPr>
            <p:custDataLst>
              <p:tags r:id="rId30"/>
            </p:custDataLst>
          </p:nvPr>
        </p:nvSpPr>
        <p:spPr bwMode="auto">
          <a:xfrm>
            <a:off x="3598863"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2">
            <a:extLst>
              <a:ext uri="{FF2B5EF4-FFF2-40B4-BE49-F238E27FC236}">
                <a16:creationId xmlns:a16="http://schemas.microsoft.com/office/drawing/2014/main" id="{D844FCD2-EE66-A7FA-BE17-336D2247FC77}"/>
              </a:ext>
            </a:extLst>
          </p:cNvPr>
          <p:cNvSpPr>
            <a:spLocks/>
          </p:cNvSpPr>
          <p:nvPr>
            <p:custDataLst>
              <p:tags r:id="rId31"/>
            </p:custDataLst>
          </p:nvPr>
        </p:nvSpPr>
        <p:spPr bwMode="auto">
          <a:xfrm>
            <a:off x="45148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2">
            <a:extLst>
              <a:ext uri="{FF2B5EF4-FFF2-40B4-BE49-F238E27FC236}">
                <a16:creationId xmlns:a16="http://schemas.microsoft.com/office/drawing/2014/main" id="{B4CB4B08-9589-F42E-BFF9-F2A095D2780D}"/>
              </a:ext>
            </a:extLst>
          </p:cNvPr>
          <p:cNvSpPr>
            <a:spLocks/>
          </p:cNvSpPr>
          <p:nvPr>
            <p:custDataLst>
              <p:tags r:id="rId32"/>
            </p:custDataLst>
          </p:nvPr>
        </p:nvSpPr>
        <p:spPr bwMode="auto">
          <a:xfrm>
            <a:off x="3900488" y="5773738"/>
            <a:ext cx="5127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59D7227-14F8-4379-8C12-A53A6E5096F1}" type="datetime'''''''''''''''''Onl''''''''i''''''''n''''e'''''''''''">
              <a:rPr lang="en-US" altLang="en-US" sz="1400" smtClean="0">
                <a:solidFill>
                  <a:schemeClr val="tx1"/>
                </a:solidFill>
              </a:rPr>
              <a:pPr>
                <a:spcBef>
                  <a:spcPct val="0"/>
                </a:spcBef>
                <a:spcAft>
                  <a:spcPct val="0"/>
                </a:spcAft>
              </a:pPr>
              <a:t>Online</a:t>
            </a:fld>
            <a:endParaRPr lang="en-US" sz="1400">
              <a:solidFill>
                <a:schemeClr val="tx1"/>
              </a:solidFill>
            </a:endParaRPr>
          </a:p>
        </p:txBody>
      </p:sp>
      <p:sp>
        <p:nvSpPr>
          <p:cNvPr id="38" name="Rectangle 10">
            <a:extLst>
              <a:ext uri="{FF2B5EF4-FFF2-40B4-BE49-F238E27FC236}">
                <a16:creationId xmlns:a16="http://schemas.microsoft.com/office/drawing/2014/main" id="{14B863F4-D62A-257B-CF15-2AF266511B43}"/>
              </a:ext>
            </a:extLst>
          </p:cNvPr>
          <p:cNvSpPr>
            <a:spLocks/>
          </p:cNvSpPr>
          <p:nvPr>
            <p:custDataLst>
              <p:tags r:id="rId33"/>
            </p:custDataLst>
          </p:nvPr>
        </p:nvSpPr>
        <p:spPr bwMode="auto">
          <a:xfrm>
            <a:off x="4816475" y="5773738"/>
            <a:ext cx="5095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083AECE-1438-4DF2-8A13-DD4A2AFF889D}" type="datetime'Of''''''''''f''''''''l''''''''''i''''''''''n''''e'">
              <a:rPr lang="en-US" altLang="en-US" sz="1400" smtClean="0">
                <a:solidFill>
                  <a:schemeClr val="tx1"/>
                </a:solidFill>
              </a:rPr>
              <a:pPr>
                <a:spcBef>
                  <a:spcPct val="0"/>
                </a:spcBef>
                <a:spcAft>
                  <a:spcPct val="0"/>
                </a:spcAft>
              </a:pPr>
              <a:t>Offline</a:t>
            </a:fld>
            <a:endParaRPr lang="en-US" sz="1400">
              <a:solidFill>
                <a:schemeClr val="tx1"/>
              </a:solidFill>
            </a:endParaRPr>
          </a:p>
        </p:txBody>
      </p:sp>
      <p:sp>
        <p:nvSpPr>
          <p:cNvPr id="45" name="tc_columnhead">
            <a:extLst>
              <a:ext uri="{FF2B5EF4-FFF2-40B4-BE49-F238E27FC236}">
                <a16:creationId xmlns:a16="http://schemas.microsoft.com/office/drawing/2014/main" id="{E4D05E99-57CF-C81A-80D8-E799492B64E3}"/>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46" name="tc_columnheadline">
            <a:extLst>
              <a:ext uri="{FF2B5EF4-FFF2-40B4-BE49-F238E27FC236}">
                <a16:creationId xmlns:a16="http://schemas.microsoft.com/office/drawing/2014/main" id="{D4492394-DA09-C52F-7077-1944DB893D2D}"/>
              </a:ext>
            </a:extLst>
          </p:cNvPr>
          <p:cNvCxnSpPr>
            <a:cxnSpLocks/>
            <a:stCxn id="45" idx="4"/>
            <a:endCxn id="45"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8" name="tc_columnhead">
            <a:extLst>
              <a:ext uri="{FF2B5EF4-FFF2-40B4-BE49-F238E27FC236}">
                <a16:creationId xmlns:a16="http://schemas.microsoft.com/office/drawing/2014/main" id="{B609D60C-FF97-30BB-614C-A2C30EEBBF34}"/>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49" name="tc_columnheadline">
            <a:extLst>
              <a:ext uri="{FF2B5EF4-FFF2-40B4-BE49-F238E27FC236}">
                <a16:creationId xmlns:a16="http://schemas.microsoft.com/office/drawing/2014/main" id="{64975172-FFA9-5669-B3F5-23FE35837E98}"/>
              </a:ext>
            </a:extLst>
          </p:cNvPr>
          <p:cNvCxnSpPr>
            <a:cxnSpLocks/>
            <a:stCxn id="48" idx="4"/>
            <a:endCxn id="4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18">
            <a:extLst>
              <a:ext uri="{FF2B5EF4-FFF2-40B4-BE49-F238E27FC236}">
                <a16:creationId xmlns:a16="http://schemas.microsoft.com/office/drawing/2014/main" id="{0E69FDF9-F5E1-E6D9-95C3-75B746510A50}"/>
              </a:ext>
            </a:extLst>
          </p:cNvPr>
          <p:cNvSpPr>
            <a:spLocks/>
          </p:cNvSpPr>
          <p:nvPr/>
        </p:nvSpPr>
        <p:spPr>
          <a:xfrm>
            <a:off x="8811106" y="-805994"/>
            <a:ext cx="4575600" cy="1365365"/>
          </a:xfrm>
          <a:prstGeom prst="rect">
            <a:avLst/>
          </a:prstGeom>
          <a:solidFill>
            <a:schemeClr val="bg2"/>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t>
            </a:r>
            <a:r>
              <a:rPr lang="en-US" sz="1200" b="1" u="sng" dirty="0">
                <a:solidFill>
                  <a:schemeClr val="tx1"/>
                </a:solidFill>
              </a:rPr>
              <a:t>think-cell charts</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a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CAGR arrows, difference arrows),</a:t>
            </a:r>
            <a:r>
              <a:rPr lang="en-US" sz="1200" b="1" dirty="0">
                <a:solidFill>
                  <a:schemeClr val="tx1"/>
                </a:solidFill>
              </a:rPr>
              <a:t> </a:t>
            </a:r>
            <a:r>
              <a:rPr lang="en-US" sz="1200" dirty="0">
                <a:solidFill>
                  <a:schemeClr val="tx1"/>
                </a:solidFill>
              </a:rPr>
              <a:t>right-click a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a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73" name="Text Placeholder 15">
            <a:extLst>
              <a:ext uri="{FF2B5EF4-FFF2-40B4-BE49-F238E27FC236}">
                <a16:creationId xmlns:a16="http://schemas.microsoft.com/office/drawing/2014/main" id="{FB9BC161-67F9-90B0-90B4-215D01703775}"/>
              </a:ext>
            </a:extLst>
          </p:cNvPr>
          <p:cNvSpPr/>
          <p:nvPr/>
        </p:nvSpPr>
        <p:spPr>
          <a:xfrm>
            <a:off x="407988" y="6275487"/>
            <a:ext cx="4052391"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columns, bar, bars, think-cell, chart, charts, graph, graphs, comment</a:t>
            </a:r>
          </a:p>
        </p:txBody>
      </p:sp>
    </p:spTree>
    <p:extLst>
      <p:ext uri="{BB962C8B-B14F-4D97-AF65-F5344CB8AC3E}">
        <p14:creationId xmlns:p14="http://schemas.microsoft.com/office/powerpoint/2010/main" val="4044534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51683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6" imgW="349" imgH="350" progId="TCLayout.ActiveDocument.1">
                  <p:embed/>
                </p:oleObj>
              </mc:Choice>
              <mc:Fallback>
                <p:oleObj name="think-cell Slide" r:id="rId36"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37"/>
                      <a:stretch>
                        <a:fillRect/>
                      </a:stretch>
                    </p:blipFill>
                    <p:spPr>
                      <a:xfrm>
                        <a:off x="1588" y="1588"/>
                        <a:ext cx="1588" cy="1588"/>
                      </a:xfrm>
                      <a:prstGeom prst="rect">
                        <a:avLst/>
                      </a:prstGeom>
                    </p:spPr>
                  </p:pic>
                </p:oleObj>
              </mc:Fallback>
            </mc:AlternateContent>
          </a:graphicData>
        </a:graphic>
      </p:graphicFrame>
      <p:graphicFrame>
        <p:nvGraphicFramePr>
          <p:cNvPr id="40" name="Chart 39">
            <a:extLst>
              <a:ext uri="{FF2B5EF4-FFF2-40B4-BE49-F238E27FC236}">
                <a16:creationId xmlns:a16="http://schemas.microsoft.com/office/drawing/2014/main" id="{EC438882-94AC-571C-4987-D5AB9EAE75BE}"/>
              </a:ext>
            </a:extLst>
          </p:cNvPr>
          <p:cNvGraphicFramePr/>
          <p:nvPr>
            <p:custDataLst>
              <p:tags r:id="rId2"/>
            </p:custDataLst>
            <p:extLst>
              <p:ext uri="{D42A27DB-BD31-4B8C-83A1-F6EECF244321}">
                <p14:modId xmlns:p14="http://schemas.microsoft.com/office/powerpoint/2010/main" val="254793427"/>
              </p:ext>
            </p:extLst>
          </p:nvPr>
        </p:nvGraphicFramePr>
        <p:xfrm>
          <a:off x="688975" y="2297113"/>
          <a:ext cx="7548563" cy="3113087"/>
        </p:xfrm>
        <a:graphic>
          <a:graphicData uri="http://schemas.openxmlformats.org/drawingml/2006/chart">
            <c:chart xmlns:c="http://schemas.openxmlformats.org/drawingml/2006/chart" xmlns:r="http://schemas.openxmlformats.org/officeDocument/2006/relationships" r:id="rId38"/>
          </a:graphicData>
        </a:graphic>
      </p:graphicFrame>
      <p:sp>
        <p:nvSpPr>
          <p:cNvPr id="6" name="Rectangle 167">
            <a:extLst>
              <a:ext uri="{FF2B5EF4-FFF2-40B4-BE49-F238E27FC236}">
                <a16:creationId xmlns:a16="http://schemas.microsoft.com/office/drawing/2014/main" id="{3E20C19A-E70C-493C-9258-C2B48C96C2C0}"/>
              </a:ext>
            </a:extLst>
          </p:cNvPr>
          <p:cNvSpPr>
            <a:spLocks/>
          </p:cNvSpPr>
          <p:nvPr>
            <p:custDataLst>
              <p:tags r:id="rId3"/>
            </p:custDataLst>
          </p:nvPr>
        </p:nvSpPr>
        <p:spPr bwMode="gray">
          <a:xfrm>
            <a:off x="496888" y="5237163"/>
            <a:ext cx="984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CFC9594A-2098-41E8-A382-6AA7F35981C2}" type="datetime'''''''0'''''''''''''''''''''''''''''''''''">
              <a:rPr lang="en-US" altLang="en-US" sz="1400" smtClean="0">
                <a:solidFill>
                  <a:schemeClr val="tx1"/>
                </a:solidFill>
              </a:rPr>
              <a:pPr algn="r">
                <a:lnSpc>
                  <a:spcPct val="90000"/>
                </a:lnSpc>
                <a:spcBef>
                  <a:spcPct val="0"/>
                </a:spcBef>
                <a:spcAft>
                  <a:spcPct val="0"/>
                </a:spcAft>
              </a:pPr>
              <a:t>0</a:t>
            </a:fld>
            <a:endParaRPr lang="en-US" sz="1400">
              <a:solidFill>
                <a:schemeClr val="tx1"/>
              </a:solidFill>
            </a:endParaRPr>
          </a:p>
        </p:txBody>
      </p:sp>
      <p:sp>
        <p:nvSpPr>
          <p:cNvPr id="41" name="Text Placeholder 2">
            <a:extLst>
              <a:ext uri="{FF2B5EF4-FFF2-40B4-BE49-F238E27FC236}">
                <a16:creationId xmlns:a16="http://schemas.microsoft.com/office/drawing/2014/main" id="{A36AD9A7-A470-4248-33C2-9AE6FF8B56DA}"/>
              </a:ext>
            </a:extLst>
          </p:cNvPr>
          <p:cNvSpPr>
            <a:spLocks/>
          </p:cNvSpPr>
          <p:nvPr>
            <p:custDataLst>
              <p:tags r:id="rId4"/>
            </p:custDataLst>
          </p:nvPr>
        </p:nvSpPr>
        <p:spPr bwMode="gray">
          <a:xfrm>
            <a:off x="496888" y="4730750"/>
            <a:ext cx="984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2C3CFECC-A84D-4857-A2EA-AA69DC58F029}" type="datetime'''''''''''''''''''''''''''5'''''''''''''''''''''''''''''''''''">
              <a:rPr lang="en-US" altLang="en-US" sz="1400" smtClean="0">
                <a:effectLst/>
                <a:solidFill>
                  <a:srgbClr val="1A1D31"/>
                </a:solidFill>
              </a:rPr>
              <a:pPr marL="0" lvl="0" indent="0" algn="r">
                <a:spcBef>
                  <a:spcPct val="0"/>
                </a:spcBef>
                <a:spcAft>
                  <a:spcPct val="0"/>
                </a:spcAft>
                <a:buNone/>
              </a:pPr>
              <a:t>5</a:t>
            </a:fld>
            <a:endParaRPr lang="en-US" sz="1400"/>
          </a:p>
        </p:txBody>
      </p:sp>
      <p:sp>
        <p:nvSpPr>
          <p:cNvPr id="11" name="Rectangle 172">
            <a:extLst>
              <a:ext uri="{FF2B5EF4-FFF2-40B4-BE49-F238E27FC236}">
                <a16:creationId xmlns:a16="http://schemas.microsoft.com/office/drawing/2014/main" id="{1336B2C2-E797-12C2-8DED-179B1D6C9B6A}"/>
              </a:ext>
            </a:extLst>
          </p:cNvPr>
          <p:cNvSpPr>
            <a:spLocks/>
          </p:cNvSpPr>
          <p:nvPr>
            <p:custDataLst>
              <p:tags r:id="rId5"/>
            </p:custDataLst>
          </p:nvPr>
        </p:nvSpPr>
        <p:spPr bwMode="gray">
          <a:xfrm>
            <a:off x="398463" y="4254500"/>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69AED3C5-D392-43FE-8527-4FA183F962B7}" type="datetime'''''1''0'''''">
              <a:rPr lang="en-US" altLang="en-US" sz="1400" smtClean="0">
                <a:solidFill>
                  <a:schemeClr val="tx1"/>
                </a:solidFill>
              </a:rPr>
              <a:pPr algn="r">
                <a:lnSpc>
                  <a:spcPct val="90000"/>
                </a:lnSpc>
                <a:spcBef>
                  <a:spcPct val="0"/>
                </a:spcBef>
                <a:spcAft>
                  <a:spcPct val="0"/>
                </a:spcAft>
              </a:pPr>
              <a:t>10</a:t>
            </a:fld>
            <a:endParaRPr lang="en-US" sz="1400">
              <a:solidFill>
                <a:schemeClr val="tx1"/>
              </a:solidFill>
            </a:endParaRPr>
          </a:p>
        </p:txBody>
      </p:sp>
      <p:sp>
        <p:nvSpPr>
          <p:cNvPr id="42" name="Text Placeholder 2">
            <a:extLst>
              <a:ext uri="{FF2B5EF4-FFF2-40B4-BE49-F238E27FC236}">
                <a16:creationId xmlns:a16="http://schemas.microsoft.com/office/drawing/2014/main" id="{A36AD9A7-A470-4248-33C2-9AE6FF8B56DA}"/>
              </a:ext>
            </a:extLst>
          </p:cNvPr>
          <p:cNvSpPr>
            <a:spLocks/>
          </p:cNvSpPr>
          <p:nvPr>
            <p:custDataLst>
              <p:tags r:id="rId6"/>
            </p:custDataLst>
          </p:nvPr>
        </p:nvSpPr>
        <p:spPr bwMode="gray">
          <a:xfrm>
            <a:off x="398463" y="3748088"/>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962EE7-4FAB-4C3B-A887-81AEEED2A771}" type="datetime'1''''''''5'''''''''''''''''''''''''">
              <a:rPr lang="en-US" altLang="en-US" sz="1400" smtClean="0">
                <a:effectLst/>
                <a:solidFill>
                  <a:srgbClr val="1A1D31"/>
                </a:solidFill>
              </a:rPr>
              <a:pPr marL="0" lvl="0" indent="0" algn="r">
                <a:spcBef>
                  <a:spcPct val="0"/>
                </a:spcBef>
                <a:spcAft>
                  <a:spcPct val="0"/>
                </a:spcAft>
                <a:buNone/>
              </a:pPr>
              <a:t>15</a:t>
            </a:fld>
            <a:endParaRPr lang="en-US" sz="1400"/>
          </a:p>
        </p:txBody>
      </p:sp>
      <p:sp>
        <p:nvSpPr>
          <p:cNvPr id="12" name="Rectangle 177">
            <a:extLst>
              <a:ext uri="{FF2B5EF4-FFF2-40B4-BE49-F238E27FC236}">
                <a16:creationId xmlns:a16="http://schemas.microsoft.com/office/drawing/2014/main" id="{EC381340-2B3E-E99F-F995-293851645FDF}"/>
              </a:ext>
            </a:extLst>
          </p:cNvPr>
          <p:cNvSpPr>
            <a:spLocks/>
          </p:cNvSpPr>
          <p:nvPr>
            <p:custDataLst>
              <p:tags r:id="rId7"/>
            </p:custDataLst>
          </p:nvPr>
        </p:nvSpPr>
        <p:spPr bwMode="gray">
          <a:xfrm>
            <a:off x="398463" y="3271838"/>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3A31AB80-69DB-485B-873C-E3046BB2AF4E}" type="datetime'20'''''''''''''''''''''''''''''''''">
              <a:rPr lang="en-US" altLang="en-US" sz="1400" smtClean="0">
                <a:solidFill>
                  <a:schemeClr val="tx1"/>
                </a:solidFill>
              </a:rPr>
              <a:pPr algn="r">
                <a:lnSpc>
                  <a:spcPct val="90000"/>
                </a:lnSpc>
                <a:spcBef>
                  <a:spcPct val="0"/>
                </a:spcBef>
                <a:spcAft>
                  <a:spcPct val="0"/>
                </a:spcAft>
              </a:pPr>
              <a:t>20</a:t>
            </a:fld>
            <a:endParaRPr lang="en-US" sz="1400">
              <a:solidFill>
                <a:schemeClr val="tx1"/>
              </a:solidFill>
            </a:endParaRPr>
          </a:p>
        </p:txBody>
      </p:sp>
      <p:sp>
        <p:nvSpPr>
          <p:cNvPr id="43"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gray">
          <a:xfrm>
            <a:off x="398463" y="2765425"/>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8DE26AE-B5B7-495E-BF8B-9456DBAB3530}" type="datetime'''''''''''''''''''''''''''''2''''''''''''''''''5'''''''">
              <a:rPr lang="en-US" altLang="en-US" sz="1400" smtClean="0">
                <a:effectLst/>
                <a:solidFill>
                  <a:srgbClr val="1A1D31"/>
                </a:solidFill>
              </a:rPr>
              <a:pPr marL="0" lvl="0" indent="0" algn="r">
                <a:spcBef>
                  <a:spcPct val="0"/>
                </a:spcBef>
                <a:spcAft>
                  <a:spcPct val="0"/>
                </a:spcAft>
                <a:buNone/>
              </a:pPr>
              <a:t>25</a:t>
            </a:fld>
            <a:endParaRPr lang="en-US" sz="1400"/>
          </a:p>
        </p:txBody>
      </p:sp>
      <p:sp>
        <p:nvSpPr>
          <p:cNvPr id="44" name="Text Placeholder 2">
            <a:extLst>
              <a:ext uri="{FF2B5EF4-FFF2-40B4-BE49-F238E27FC236}">
                <a16:creationId xmlns:a16="http://schemas.microsoft.com/office/drawing/2014/main" id="{A36AD9A7-A470-4248-33C2-9AE6FF8B56DA}"/>
              </a:ext>
            </a:extLst>
          </p:cNvPr>
          <p:cNvSpPr>
            <a:spLocks/>
          </p:cNvSpPr>
          <p:nvPr>
            <p:custDataLst>
              <p:tags r:id="rId9"/>
            </p:custDataLst>
          </p:nvPr>
        </p:nvSpPr>
        <p:spPr bwMode="gray">
          <a:xfrm>
            <a:off x="398463" y="2273300"/>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8ABFA58-C35E-4878-8D73-7AF0B0EAAE65}" type="datetime'''''''''''''''''''''''3''0'''''''''''''''''''''''''''''">
              <a:rPr lang="en-US" altLang="en-US" sz="1400" smtClean="0">
                <a:effectLst/>
                <a:solidFill>
                  <a:srgbClr val="1A1D31"/>
                </a:solidFill>
              </a:rPr>
              <a:pPr marL="0" lvl="0" indent="0" algn="r">
                <a:spcBef>
                  <a:spcPct val="0"/>
                </a:spcBef>
                <a:spcAft>
                  <a:spcPct val="0"/>
                </a:spcAft>
                <a:buNone/>
              </a:pPr>
              <a:t>30</a:t>
            </a:fld>
            <a:endParaRPr lang="en-US" sz="1400"/>
          </a:p>
        </p:txBody>
      </p:sp>
      <p:cxnSp>
        <p:nvCxnSpPr>
          <p:cNvPr id="15" name="Straight Connector 113">
            <a:extLst>
              <a:ext uri="{FF2B5EF4-FFF2-40B4-BE49-F238E27FC236}">
                <a16:creationId xmlns:a16="http://schemas.microsoft.com/office/drawing/2014/main" id="{490DA7FE-DF02-1A55-B003-A38E635FD60F}"/>
              </a:ext>
            </a:extLst>
          </p:cNvPr>
          <p:cNvCxnSpPr>
            <a:cxnSpLocks/>
          </p:cNvCxnSpPr>
          <p:nvPr>
            <p:custDataLst>
              <p:tags r:id="rId10"/>
            </p:custDataLst>
          </p:nvPr>
        </p:nvCxnSpPr>
        <p:spPr bwMode="auto">
          <a:xfrm flipV="1">
            <a:off x="5297488" y="2397125"/>
            <a:ext cx="0" cy="7620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14">
            <a:extLst>
              <a:ext uri="{FF2B5EF4-FFF2-40B4-BE49-F238E27FC236}">
                <a16:creationId xmlns:a16="http://schemas.microsoft.com/office/drawing/2014/main" id="{5ED79ED3-6039-D248-270A-9A4BE6808BE9}"/>
              </a:ext>
            </a:extLst>
          </p:cNvPr>
          <p:cNvCxnSpPr>
            <a:cxnSpLocks/>
          </p:cNvCxnSpPr>
          <p:nvPr>
            <p:custDataLst>
              <p:tags r:id="rId11"/>
            </p:custDataLst>
          </p:nvPr>
        </p:nvCxnSpPr>
        <p:spPr bwMode="auto">
          <a:xfrm>
            <a:off x="5297488" y="2397125"/>
            <a:ext cx="2460625" cy="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15">
            <a:extLst>
              <a:ext uri="{FF2B5EF4-FFF2-40B4-BE49-F238E27FC236}">
                <a16:creationId xmlns:a16="http://schemas.microsoft.com/office/drawing/2014/main" id="{0FA57901-6219-12FE-517B-352CA8537C06}"/>
              </a:ext>
            </a:extLst>
          </p:cNvPr>
          <p:cNvCxnSpPr>
            <a:cxnSpLocks/>
          </p:cNvCxnSpPr>
          <p:nvPr>
            <p:custDataLst>
              <p:tags r:id="rId12"/>
            </p:custDataLst>
          </p:nvPr>
        </p:nvCxnSpPr>
        <p:spPr bwMode="auto">
          <a:xfrm>
            <a:off x="7758113" y="2397125"/>
            <a:ext cx="0" cy="1333500"/>
          </a:xfrm>
          <a:prstGeom prst="line">
            <a:avLst/>
          </a:prstGeom>
          <a:ln w="12700" cap="flat" cmpd="sng" algn="ctr">
            <a:solidFill>
              <a:schemeClr val="tx1"/>
            </a:solidFill>
            <a:prstDash val="solid"/>
            <a:miter lim="800000"/>
            <a:headEnd type="none" w="med" len="med"/>
            <a:tailEnd type="triangle" w="med" len="med"/>
          </a:ln>
          <a:effectLst/>
        </p:spPr>
        <p:style>
          <a:lnRef idx="1">
            <a:schemeClr val="dk1"/>
          </a:lnRef>
          <a:fillRef idx="0">
            <a:schemeClr val="dk1"/>
          </a:fillRef>
          <a:effectRef idx="0">
            <a:schemeClr val="dk1"/>
          </a:effectRef>
          <a:fontRef idx="minor">
            <a:schemeClr val="tx1"/>
          </a:fontRef>
        </p:style>
      </p:cxnSp>
      <p:sp>
        <p:nvSpPr>
          <p:cNvPr id="18" name="Rectangle 246">
            <a:extLst>
              <a:ext uri="{FF2B5EF4-FFF2-40B4-BE49-F238E27FC236}">
                <a16:creationId xmlns:a16="http://schemas.microsoft.com/office/drawing/2014/main" id="{0C784A0A-E037-5B73-0BD3-F85DE1D57491}"/>
              </a:ext>
            </a:extLst>
          </p:cNvPr>
          <p:cNvSpPr>
            <a:spLocks/>
          </p:cNvSpPr>
          <p:nvPr>
            <p:custDataLst>
              <p:tags r:id="rId13"/>
            </p:custDataLst>
          </p:nvPr>
        </p:nvSpPr>
        <p:spPr bwMode="auto">
          <a:xfrm>
            <a:off x="398463" y="1917700"/>
            <a:ext cx="11239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sz="1400" dirty="0">
                <a:solidFill>
                  <a:schemeClr val="tx1"/>
                </a:solidFill>
              </a:rPr>
              <a:t>Median age (days)</a:t>
            </a:r>
          </a:p>
        </p:txBody>
      </p:sp>
      <p:sp>
        <p:nvSpPr>
          <p:cNvPr id="20" name="Rectangle 11">
            <a:extLst>
              <a:ext uri="{FF2B5EF4-FFF2-40B4-BE49-F238E27FC236}">
                <a16:creationId xmlns:a16="http://schemas.microsoft.com/office/drawing/2014/main" id="{4970B787-9B59-707F-9211-2F3FE9300364}"/>
              </a:ext>
            </a:extLst>
          </p:cNvPr>
          <p:cNvSpPr>
            <a:spLocks/>
          </p:cNvSpPr>
          <p:nvPr>
            <p:custDataLst>
              <p:tags r:id="rId14"/>
            </p:custDataLst>
          </p:nvPr>
        </p:nvSpPr>
        <p:spPr bwMode="auto">
          <a:xfrm>
            <a:off x="1069975"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728CBBD-5F52-4733-B9FB-FE2DACADF6E2}" type="datetime'B''''r''''''''''''''a''n''''''d'''' ''''''''''''''1'''''">
              <a:rPr lang="en-US" altLang="en-US" sz="1400" smtClean="0">
                <a:solidFill>
                  <a:schemeClr val="tx1"/>
                </a:solidFill>
              </a:rPr>
              <a:pPr algn="ctr">
                <a:spcBef>
                  <a:spcPct val="0"/>
                </a:spcBef>
                <a:spcAft>
                  <a:spcPct val="0"/>
                </a:spcAft>
              </a:pPr>
              <a:t>Brand 1</a:t>
            </a:fld>
            <a:endParaRPr lang="en-US" sz="1400">
              <a:solidFill>
                <a:schemeClr val="tx1"/>
              </a:solidFill>
            </a:endParaRPr>
          </a:p>
        </p:txBody>
      </p:sp>
      <p:sp>
        <p:nvSpPr>
          <p:cNvPr id="21" name="Rectangle 31">
            <a:extLst>
              <a:ext uri="{FF2B5EF4-FFF2-40B4-BE49-F238E27FC236}">
                <a16:creationId xmlns:a16="http://schemas.microsoft.com/office/drawing/2014/main" id="{00BB3EED-75DA-70B9-0F62-F76D70319947}"/>
              </a:ext>
            </a:extLst>
          </p:cNvPr>
          <p:cNvSpPr>
            <a:spLocks/>
          </p:cNvSpPr>
          <p:nvPr>
            <p:custDataLst>
              <p:tags r:id="rId15"/>
            </p:custDataLst>
          </p:nvPr>
        </p:nvSpPr>
        <p:spPr bwMode="auto">
          <a:xfrm>
            <a:off x="2300288"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94AF4360-C1BF-4D6F-9234-89165ACB10D4}" type="datetime'''''B''''''r''a''''''n''''''d'' ''''''2'''">
              <a:rPr lang="en-US" altLang="en-US" sz="1400" smtClean="0">
                <a:solidFill>
                  <a:schemeClr val="tx1"/>
                </a:solidFill>
              </a:rPr>
              <a:pPr algn="ctr">
                <a:spcBef>
                  <a:spcPct val="0"/>
                </a:spcBef>
                <a:spcAft>
                  <a:spcPct val="0"/>
                </a:spcAft>
              </a:pPr>
              <a:t>Brand 2</a:t>
            </a:fld>
            <a:endParaRPr lang="en-US" sz="1400">
              <a:solidFill>
                <a:schemeClr val="tx1"/>
              </a:solidFill>
            </a:endParaRPr>
          </a:p>
        </p:txBody>
      </p:sp>
      <p:sp>
        <p:nvSpPr>
          <p:cNvPr id="22" name="Rectangle 32">
            <a:extLst>
              <a:ext uri="{FF2B5EF4-FFF2-40B4-BE49-F238E27FC236}">
                <a16:creationId xmlns:a16="http://schemas.microsoft.com/office/drawing/2014/main" id="{B8EC06C6-EEC6-3485-8C17-9858FADFC9EA}"/>
              </a:ext>
            </a:extLst>
          </p:cNvPr>
          <p:cNvSpPr>
            <a:spLocks/>
          </p:cNvSpPr>
          <p:nvPr>
            <p:custDataLst>
              <p:tags r:id="rId16"/>
            </p:custDataLst>
          </p:nvPr>
        </p:nvSpPr>
        <p:spPr bwMode="auto">
          <a:xfrm>
            <a:off x="35306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0ED863F-B3EC-4182-8D48-84C51B6756A1}" type="datetime'''''''''''''''B''r''''''''a''''''''''''''nd'' ''''''''''''''3'">
              <a:rPr lang="en-US" altLang="en-US" sz="1400" smtClean="0">
                <a:solidFill>
                  <a:schemeClr val="tx1"/>
                </a:solidFill>
              </a:rPr>
              <a:pPr algn="ctr">
                <a:spcBef>
                  <a:spcPct val="0"/>
                </a:spcBef>
                <a:spcAft>
                  <a:spcPct val="0"/>
                </a:spcAft>
              </a:pPr>
              <a:t>Brand 3</a:t>
            </a:fld>
            <a:endParaRPr lang="en-US" sz="1400">
              <a:solidFill>
                <a:schemeClr val="tx1"/>
              </a:solidFill>
            </a:endParaRPr>
          </a:p>
        </p:txBody>
      </p:sp>
      <p:sp>
        <p:nvSpPr>
          <p:cNvPr id="23" name="Rectangle 341">
            <a:extLst>
              <a:ext uri="{FF2B5EF4-FFF2-40B4-BE49-F238E27FC236}">
                <a16:creationId xmlns:a16="http://schemas.microsoft.com/office/drawing/2014/main" id="{ABF44360-8224-36FA-098F-A6B38D486DBA}"/>
              </a:ext>
            </a:extLst>
          </p:cNvPr>
          <p:cNvSpPr>
            <a:spLocks/>
          </p:cNvSpPr>
          <p:nvPr>
            <p:custDataLst>
              <p:tags r:id="rId17"/>
            </p:custDataLst>
          </p:nvPr>
        </p:nvSpPr>
        <p:spPr bwMode="auto">
          <a:xfrm>
            <a:off x="47625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C879B4F-C170-4D71-8B5D-1C85194368EC}" type="datetime'''''''''''''''''''''''''''B''ran''''''d'''''''''''''' ''4'">
              <a:rPr lang="en-US" altLang="en-US" sz="1400" smtClean="0">
                <a:solidFill>
                  <a:schemeClr val="tx1"/>
                </a:solidFill>
              </a:rPr>
              <a:pPr algn="ctr">
                <a:spcBef>
                  <a:spcPct val="0"/>
                </a:spcBef>
                <a:spcAft>
                  <a:spcPct val="0"/>
                </a:spcAft>
              </a:pPr>
              <a:t>Brand 4</a:t>
            </a:fld>
            <a:endParaRPr lang="en-US" sz="1400">
              <a:solidFill>
                <a:schemeClr val="tx1"/>
              </a:solidFill>
            </a:endParaRPr>
          </a:p>
        </p:txBody>
      </p:sp>
      <p:sp>
        <p:nvSpPr>
          <p:cNvPr id="19" name="Rectangle 35">
            <a:extLst>
              <a:ext uri="{FF2B5EF4-FFF2-40B4-BE49-F238E27FC236}">
                <a16:creationId xmlns:a16="http://schemas.microsoft.com/office/drawing/2014/main" id="{1B688C84-1B4C-5EEE-8471-666CB833DB88}"/>
              </a:ext>
            </a:extLst>
          </p:cNvPr>
          <p:cNvSpPr>
            <a:spLocks/>
          </p:cNvSpPr>
          <p:nvPr>
            <p:custDataLst>
              <p:tags r:id="rId18"/>
            </p:custDataLst>
          </p:nvPr>
        </p:nvSpPr>
        <p:spPr bwMode="auto">
          <a:xfrm>
            <a:off x="7124700" y="5386388"/>
            <a:ext cx="8302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89DB73BD-DCEF-433A-B8EC-01E61FC6CDCB}" type="datetime'O''''''''''''u''''r'' ''''''''''Br''''''an''''''''d'''''''">
              <a:rPr lang="en-US" altLang="en-US" sz="1400" smtClean="0">
                <a:solidFill>
                  <a:schemeClr val="tx1"/>
                </a:solidFill>
              </a:rPr>
              <a:pPr algn="ctr">
                <a:spcBef>
                  <a:spcPct val="0"/>
                </a:spcBef>
                <a:spcAft>
                  <a:spcPct val="0"/>
                </a:spcAft>
              </a:pPr>
              <a:t>Our Brand</a:t>
            </a:fld>
            <a:endParaRPr lang="en-US" sz="1400">
              <a:solidFill>
                <a:schemeClr val="tx1"/>
              </a:solidFill>
            </a:endParaRPr>
          </a:p>
        </p:txBody>
      </p:sp>
      <p:sp>
        <p:nvSpPr>
          <p:cNvPr id="24" name="Rectangle 357">
            <a:extLst>
              <a:ext uri="{FF2B5EF4-FFF2-40B4-BE49-F238E27FC236}">
                <a16:creationId xmlns:a16="http://schemas.microsoft.com/office/drawing/2014/main" id="{57FD7012-D997-A805-6E02-ABE8F803DD60}"/>
              </a:ext>
            </a:extLst>
          </p:cNvPr>
          <p:cNvSpPr>
            <a:spLocks/>
          </p:cNvSpPr>
          <p:nvPr>
            <p:custDataLst>
              <p:tags r:id="rId19"/>
            </p:custDataLst>
          </p:nvPr>
        </p:nvSpPr>
        <p:spPr bwMode="gray">
          <a:xfrm>
            <a:off x="1041400" y="35766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7F2B032B-7ACF-4A45-B498-DAF073F4862D}" type="datetime'''''''''''''1''''''''''''''''''''''''''''''6'''''''">
              <a:rPr lang="en-US" altLang="en-US" sz="1400" smtClean="0">
                <a:solidFill>
                  <a:schemeClr val="tx1"/>
                </a:solidFill>
              </a:rPr>
              <a:pPr algn="ctr">
                <a:lnSpc>
                  <a:spcPct val="90000"/>
                </a:lnSpc>
                <a:spcBef>
                  <a:spcPct val="0"/>
                </a:spcBef>
                <a:spcAft>
                  <a:spcPct val="0"/>
                </a:spcAft>
              </a:pPr>
              <a:t>16</a:t>
            </a:fld>
            <a:endParaRPr lang="en-US" sz="1400">
              <a:solidFill>
                <a:schemeClr val="tx1"/>
              </a:solidFill>
            </a:endParaRPr>
          </a:p>
        </p:txBody>
      </p:sp>
      <p:sp>
        <p:nvSpPr>
          <p:cNvPr id="25" name="Rectangle 358">
            <a:extLst>
              <a:ext uri="{FF2B5EF4-FFF2-40B4-BE49-F238E27FC236}">
                <a16:creationId xmlns:a16="http://schemas.microsoft.com/office/drawing/2014/main" id="{421437B7-BA42-9BD8-6BDF-4C7D403B3A58}"/>
              </a:ext>
            </a:extLst>
          </p:cNvPr>
          <p:cNvSpPr>
            <a:spLocks/>
          </p:cNvSpPr>
          <p:nvPr>
            <p:custDataLst>
              <p:tags r:id="rId20"/>
            </p:custDataLst>
          </p:nvPr>
        </p:nvSpPr>
        <p:spPr bwMode="gray">
          <a:xfrm>
            <a:off x="1481138" y="28051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303C2CB7-2660-4465-818D-CF7A66CEC485}" type="datetime'2''''''''''''''''''''''3'''''''''">
              <a:rPr lang="en-US" altLang="en-US" sz="1400" smtClean="0">
                <a:solidFill>
                  <a:schemeClr val="tx1"/>
                </a:solidFill>
              </a:rPr>
              <a:pPr algn="ctr">
                <a:lnSpc>
                  <a:spcPct val="90000"/>
                </a:lnSpc>
                <a:spcBef>
                  <a:spcPct val="0"/>
                </a:spcBef>
                <a:spcAft>
                  <a:spcPct val="0"/>
                </a:spcAft>
              </a:pPr>
              <a:t>23</a:t>
            </a:fld>
            <a:endParaRPr lang="en-US" sz="1400">
              <a:solidFill>
                <a:schemeClr val="tx1"/>
              </a:solidFill>
            </a:endParaRPr>
          </a:p>
        </p:txBody>
      </p:sp>
      <p:sp>
        <p:nvSpPr>
          <p:cNvPr id="26" name="Rectangle 359">
            <a:extLst>
              <a:ext uri="{FF2B5EF4-FFF2-40B4-BE49-F238E27FC236}">
                <a16:creationId xmlns:a16="http://schemas.microsoft.com/office/drawing/2014/main" id="{949204FD-B15F-E846-2BE0-FAB1AB533D97}"/>
              </a:ext>
            </a:extLst>
          </p:cNvPr>
          <p:cNvSpPr>
            <a:spLocks/>
          </p:cNvSpPr>
          <p:nvPr>
            <p:custDataLst>
              <p:tags r:id="rId21"/>
            </p:custDataLst>
          </p:nvPr>
        </p:nvSpPr>
        <p:spPr bwMode="gray">
          <a:xfrm>
            <a:off x="2271713" y="37703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542BC38F-8E18-4B12-9AC6-DC216F8CEAEB}"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7" name="Rectangle 360">
            <a:extLst>
              <a:ext uri="{FF2B5EF4-FFF2-40B4-BE49-F238E27FC236}">
                <a16:creationId xmlns:a16="http://schemas.microsoft.com/office/drawing/2014/main" id="{CCDB6DB7-31FF-1441-CED5-991119859317}"/>
              </a:ext>
            </a:extLst>
          </p:cNvPr>
          <p:cNvSpPr>
            <a:spLocks/>
          </p:cNvSpPr>
          <p:nvPr>
            <p:custDataLst>
              <p:tags r:id="rId22"/>
            </p:custDataLst>
          </p:nvPr>
        </p:nvSpPr>
        <p:spPr bwMode="gray">
          <a:xfrm>
            <a:off x="2711450" y="36909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B72C4BD-7C37-4DD9-AD78-FF2A7D92124A}"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8" name="Rectangle 361">
            <a:extLst>
              <a:ext uri="{FF2B5EF4-FFF2-40B4-BE49-F238E27FC236}">
                <a16:creationId xmlns:a16="http://schemas.microsoft.com/office/drawing/2014/main" id="{4152C6D1-7EAF-600D-FB89-8920CF3A0710}"/>
              </a:ext>
            </a:extLst>
          </p:cNvPr>
          <p:cNvSpPr>
            <a:spLocks/>
          </p:cNvSpPr>
          <p:nvPr>
            <p:custDataLst>
              <p:tags r:id="rId23"/>
            </p:custDataLst>
          </p:nvPr>
        </p:nvSpPr>
        <p:spPr bwMode="gray">
          <a:xfrm>
            <a:off x="3503613" y="391160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6B52D05-29A0-459C-9768-15DFF3026304}" type="datetime'''''''''''''''''''''''''''''''''''''''''12'''''''">
              <a:rPr lang="en-US" altLang="en-US" sz="1400" smtClean="0">
                <a:solidFill>
                  <a:schemeClr val="tx1"/>
                </a:solidFill>
              </a:rPr>
              <a:pPr algn="ctr">
                <a:lnSpc>
                  <a:spcPct val="90000"/>
                </a:lnSpc>
                <a:spcBef>
                  <a:spcPct val="0"/>
                </a:spcBef>
                <a:spcAft>
                  <a:spcPct val="0"/>
                </a:spcAft>
              </a:pPr>
              <a:t>12</a:t>
            </a:fld>
            <a:endParaRPr lang="en-US" sz="1400">
              <a:solidFill>
                <a:schemeClr val="tx1"/>
              </a:solidFill>
            </a:endParaRPr>
          </a:p>
        </p:txBody>
      </p:sp>
      <p:sp>
        <p:nvSpPr>
          <p:cNvPr id="29" name="Rectangle 363">
            <a:extLst>
              <a:ext uri="{FF2B5EF4-FFF2-40B4-BE49-F238E27FC236}">
                <a16:creationId xmlns:a16="http://schemas.microsoft.com/office/drawing/2014/main" id="{8458D2D6-8DA6-14DE-1647-68AA16555042}"/>
              </a:ext>
            </a:extLst>
          </p:cNvPr>
          <p:cNvSpPr>
            <a:spLocks/>
          </p:cNvSpPr>
          <p:nvPr>
            <p:custDataLst>
              <p:tags r:id="rId24"/>
            </p:custDataLst>
          </p:nvPr>
        </p:nvSpPr>
        <p:spPr bwMode="gray">
          <a:xfrm>
            <a:off x="3943350" y="340995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C435C0F1-7428-480C-94E3-F8FC35BB1C51}" type="datetime'1''''''''7'''''''''''''''''''''">
              <a:rPr lang="en-US" altLang="en-US" sz="1400" smtClean="0">
                <a:solidFill>
                  <a:schemeClr val="tx1"/>
                </a:solidFill>
              </a:rPr>
              <a:pPr algn="ctr">
                <a:lnSpc>
                  <a:spcPct val="90000"/>
                </a:lnSpc>
                <a:spcBef>
                  <a:spcPct val="0"/>
                </a:spcBef>
                <a:spcAft>
                  <a:spcPct val="0"/>
                </a:spcAft>
              </a:pPr>
              <a:t>17</a:t>
            </a:fld>
            <a:endParaRPr lang="en-US" sz="1400">
              <a:solidFill>
                <a:schemeClr val="tx1"/>
              </a:solidFill>
            </a:endParaRPr>
          </a:p>
        </p:txBody>
      </p:sp>
      <p:sp>
        <p:nvSpPr>
          <p:cNvPr id="30" name="Rectangle 364">
            <a:extLst>
              <a:ext uri="{FF2B5EF4-FFF2-40B4-BE49-F238E27FC236}">
                <a16:creationId xmlns:a16="http://schemas.microsoft.com/office/drawing/2014/main" id="{0C871ECD-73A4-43E9-1370-1EF64D458675}"/>
              </a:ext>
            </a:extLst>
          </p:cNvPr>
          <p:cNvSpPr>
            <a:spLocks/>
          </p:cNvSpPr>
          <p:nvPr>
            <p:custDataLst>
              <p:tags r:id="rId25"/>
            </p:custDataLst>
          </p:nvPr>
        </p:nvSpPr>
        <p:spPr bwMode="gray">
          <a:xfrm>
            <a:off x="4733925" y="36163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EA3F950F-B335-465C-8F43-AB51268FBEBD}" type="datetime'''''''''''''''''''''''1''''''''''''''5'">
              <a:rPr lang="en-US" altLang="en-US" sz="1400" smtClean="0">
                <a:solidFill>
                  <a:schemeClr val="tx1"/>
                </a:solidFill>
              </a:rPr>
              <a:pPr algn="ctr">
                <a:lnSpc>
                  <a:spcPct val="90000"/>
                </a:lnSpc>
                <a:spcBef>
                  <a:spcPct val="0"/>
                </a:spcBef>
                <a:spcAft>
                  <a:spcPct val="0"/>
                </a:spcAft>
              </a:pPr>
              <a:t>15</a:t>
            </a:fld>
            <a:endParaRPr lang="en-US" sz="1400">
              <a:solidFill>
                <a:schemeClr val="tx1"/>
              </a:solidFill>
            </a:endParaRPr>
          </a:p>
        </p:txBody>
      </p:sp>
      <p:sp>
        <p:nvSpPr>
          <p:cNvPr id="31" name="Rectangle 365">
            <a:extLst>
              <a:ext uri="{FF2B5EF4-FFF2-40B4-BE49-F238E27FC236}">
                <a16:creationId xmlns:a16="http://schemas.microsoft.com/office/drawing/2014/main" id="{BCB19E19-E245-D3CA-5DF8-6850E8527422}"/>
              </a:ext>
            </a:extLst>
          </p:cNvPr>
          <p:cNvSpPr>
            <a:spLocks/>
          </p:cNvSpPr>
          <p:nvPr>
            <p:custDataLst>
              <p:tags r:id="rId26"/>
            </p:custDataLst>
          </p:nvPr>
        </p:nvSpPr>
        <p:spPr bwMode="gray">
          <a:xfrm>
            <a:off x="5173663" y="25114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845C499-2735-4D8D-BA2B-A82C79855911}" type="datetime'''''''''''''''''''''''2''''''''''''''''''''''''''6'''''''">
              <a:rPr lang="en-US" altLang="en-US" sz="1400" smtClean="0">
                <a:solidFill>
                  <a:schemeClr val="tx1"/>
                </a:solidFill>
              </a:rPr>
              <a:pPr algn="ctr">
                <a:lnSpc>
                  <a:spcPct val="90000"/>
                </a:lnSpc>
                <a:spcBef>
                  <a:spcPct val="0"/>
                </a:spcBef>
                <a:spcAft>
                  <a:spcPct val="0"/>
                </a:spcAft>
              </a:pPr>
              <a:t>26</a:t>
            </a:fld>
            <a:endParaRPr lang="en-US" sz="1400">
              <a:solidFill>
                <a:schemeClr val="tx1"/>
              </a:solidFill>
            </a:endParaRPr>
          </a:p>
        </p:txBody>
      </p:sp>
      <p:sp>
        <p:nvSpPr>
          <p:cNvPr id="32" name="Rectangle 366">
            <a:extLst>
              <a:ext uri="{FF2B5EF4-FFF2-40B4-BE49-F238E27FC236}">
                <a16:creationId xmlns:a16="http://schemas.microsoft.com/office/drawing/2014/main" id="{6C1533B2-D98B-9EFB-BEBA-4CB182D202BF}"/>
              </a:ext>
            </a:extLst>
          </p:cNvPr>
          <p:cNvSpPr>
            <a:spLocks/>
          </p:cNvSpPr>
          <p:nvPr>
            <p:custDataLst>
              <p:tags r:id="rId27"/>
            </p:custDataLst>
          </p:nvPr>
        </p:nvSpPr>
        <p:spPr bwMode="gray">
          <a:xfrm>
            <a:off x="7243763" y="4259263"/>
            <a:ext cx="1492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FC87031-C97B-4C10-929D-1BB1B82F245A}" type="datetime'''''''''''''''''''''''''''9'''''''">
              <a:rPr lang="en-US" altLang="en-US" sz="1400" smtClean="0">
                <a:solidFill>
                  <a:schemeClr val="tx1"/>
                </a:solidFill>
              </a:rPr>
              <a:pPr algn="ctr">
                <a:lnSpc>
                  <a:spcPct val="90000"/>
                </a:lnSpc>
                <a:spcBef>
                  <a:spcPct val="0"/>
                </a:spcBef>
                <a:spcAft>
                  <a:spcPct val="0"/>
                </a:spcAft>
              </a:pPr>
              <a:t>9</a:t>
            </a:fld>
            <a:endParaRPr lang="en-US" sz="1400">
              <a:solidFill>
                <a:schemeClr val="tx1"/>
              </a:solidFill>
            </a:endParaRPr>
          </a:p>
        </p:txBody>
      </p:sp>
      <p:sp>
        <p:nvSpPr>
          <p:cNvPr id="33" name="Rectangle 367">
            <a:extLst>
              <a:ext uri="{FF2B5EF4-FFF2-40B4-BE49-F238E27FC236}">
                <a16:creationId xmlns:a16="http://schemas.microsoft.com/office/drawing/2014/main" id="{0C57E5E1-CF26-54A4-E940-B75D1D5AEAD6}"/>
              </a:ext>
            </a:extLst>
          </p:cNvPr>
          <p:cNvSpPr>
            <a:spLocks/>
          </p:cNvSpPr>
          <p:nvPr>
            <p:custDataLst>
              <p:tags r:id="rId28"/>
            </p:custDataLst>
          </p:nvPr>
        </p:nvSpPr>
        <p:spPr bwMode="gray">
          <a:xfrm>
            <a:off x="7634288" y="37687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1C28B0E1-FF4C-4010-9F17-3CD820190A50}"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34" name="Oval 33">
            <a:extLst>
              <a:ext uri="{FF2B5EF4-FFF2-40B4-BE49-F238E27FC236}">
                <a16:creationId xmlns:a16="http://schemas.microsoft.com/office/drawing/2014/main" id="{0D336833-95B4-5DF1-0993-5DA9F80B2A03}"/>
              </a:ext>
            </a:extLst>
          </p:cNvPr>
          <p:cNvSpPr>
            <a:spLocks/>
          </p:cNvSpPr>
          <p:nvPr>
            <p:custDataLst>
              <p:tags r:id="rId29"/>
            </p:custDataLst>
          </p:nvPr>
        </p:nvSpPr>
        <p:spPr bwMode="auto">
          <a:xfrm>
            <a:off x="6234113" y="2246313"/>
            <a:ext cx="587375" cy="301625"/>
          </a:xfrm>
          <a:prstGeom prst="ellipse">
            <a:avLst/>
          </a:prstGeom>
          <a:solidFill>
            <a:schemeClr val="bg1"/>
          </a:solidFill>
          <a:ln w="9525" cap="flat" cmpd="sng" algn="ctr">
            <a:solidFill>
              <a:schemeClr val="tx1"/>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spcBef>
                <a:spcPct val="0"/>
              </a:spcBef>
              <a:spcAft>
                <a:spcPct val="0"/>
              </a:spcAft>
            </a:pPr>
            <a:fld id="{93ACE399-E739-4AD7-AADA-39F207D5A053}" type="datetime'''''''''''''''''''''''''''''''''''-''''''''''''48''''%'''''">
              <a:rPr lang="en-US" altLang="en-US" sz="1400" smtClean="0">
                <a:solidFill>
                  <a:schemeClr val="tx1"/>
                </a:solidFill>
                <a:effectLst/>
              </a:rPr>
              <a:pPr algn="ctr">
                <a:spcBef>
                  <a:spcPct val="0"/>
                </a:spcBef>
                <a:spcAft>
                  <a:spcPct val="0"/>
                </a:spcAft>
              </a:pPr>
              <a:t>-48%</a:t>
            </a:fld>
            <a:endParaRPr lang="en-US" sz="1400">
              <a:solidFill>
                <a:schemeClr val="tx1"/>
              </a:solidFill>
            </a:endParaRPr>
          </a:p>
        </p:txBody>
      </p:sp>
      <p:sp>
        <p:nvSpPr>
          <p:cNvPr id="35" name="Rectangle 19">
            <a:extLst>
              <a:ext uri="{FF2B5EF4-FFF2-40B4-BE49-F238E27FC236}">
                <a16:creationId xmlns:a16="http://schemas.microsoft.com/office/drawing/2014/main" id="{D43F45FF-6670-40D4-2888-6B621F6FB837}"/>
              </a:ext>
            </a:extLst>
          </p:cNvPr>
          <p:cNvSpPr>
            <a:spLocks/>
          </p:cNvSpPr>
          <p:nvPr>
            <p:custDataLst>
              <p:tags r:id="rId30"/>
            </p:custDataLst>
          </p:nvPr>
        </p:nvSpPr>
        <p:spPr bwMode="auto">
          <a:xfrm>
            <a:off x="3598863"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2">
            <a:extLst>
              <a:ext uri="{FF2B5EF4-FFF2-40B4-BE49-F238E27FC236}">
                <a16:creationId xmlns:a16="http://schemas.microsoft.com/office/drawing/2014/main" id="{D844FCD2-EE66-A7FA-BE17-336D2247FC77}"/>
              </a:ext>
            </a:extLst>
          </p:cNvPr>
          <p:cNvSpPr>
            <a:spLocks/>
          </p:cNvSpPr>
          <p:nvPr>
            <p:custDataLst>
              <p:tags r:id="rId31"/>
            </p:custDataLst>
          </p:nvPr>
        </p:nvSpPr>
        <p:spPr bwMode="auto">
          <a:xfrm>
            <a:off x="45148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2">
            <a:extLst>
              <a:ext uri="{FF2B5EF4-FFF2-40B4-BE49-F238E27FC236}">
                <a16:creationId xmlns:a16="http://schemas.microsoft.com/office/drawing/2014/main" id="{B4CB4B08-9589-F42E-BFF9-F2A095D2780D}"/>
              </a:ext>
            </a:extLst>
          </p:cNvPr>
          <p:cNvSpPr>
            <a:spLocks/>
          </p:cNvSpPr>
          <p:nvPr>
            <p:custDataLst>
              <p:tags r:id="rId32"/>
            </p:custDataLst>
          </p:nvPr>
        </p:nvSpPr>
        <p:spPr bwMode="auto">
          <a:xfrm>
            <a:off x="3900488" y="5773738"/>
            <a:ext cx="5127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59D7227-14F8-4379-8C12-A53A6E5096F1}" type="datetime'''''''''''''''''Onl''''''''i''''''''n''''e'''''''''''">
              <a:rPr lang="en-US" altLang="en-US" sz="1400" smtClean="0">
                <a:solidFill>
                  <a:schemeClr val="tx1"/>
                </a:solidFill>
              </a:rPr>
              <a:pPr>
                <a:spcBef>
                  <a:spcPct val="0"/>
                </a:spcBef>
                <a:spcAft>
                  <a:spcPct val="0"/>
                </a:spcAft>
              </a:pPr>
              <a:t>Online</a:t>
            </a:fld>
            <a:endParaRPr lang="en-US" sz="1400">
              <a:solidFill>
                <a:schemeClr val="tx1"/>
              </a:solidFill>
            </a:endParaRPr>
          </a:p>
        </p:txBody>
      </p:sp>
      <p:sp>
        <p:nvSpPr>
          <p:cNvPr id="38" name="Rectangle 10">
            <a:extLst>
              <a:ext uri="{FF2B5EF4-FFF2-40B4-BE49-F238E27FC236}">
                <a16:creationId xmlns:a16="http://schemas.microsoft.com/office/drawing/2014/main" id="{14B863F4-D62A-257B-CF15-2AF266511B43}"/>
              </a:ext>
            </a:extLst>
          </p:cNvPr>
          <p:cNvSpPr>
            <a:spLocks/>
          </p:cNvSpPr>
          <p:nvPr>
            <p:custDataLst>
              <p:tags r:id="rId33"/>
            </p:custDataLst>
          </p:nvPr>
        </p:nvSpPr>
        <p:spPr bwMode="auto">
          <a:xfrm>
            <a:off x="4816475" y="5773738"/>
            <a:ext cx="5095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083AECE-1438-4DF2-8A13-DD4A2AFF889D}" type="datetime'Of''''''''''f''''''''l''''''''''i''''''''''n''''e'">
              <a:rPr lang="en-US" altLang="en-US" sz="1400" smtClean="0">
                <a:solidFill>
                  <a:schemeClr val="tx1"/>
                </a:solidFill>
              </a:rPr>
              <a:pPr>
                <a:spcBef>
                  <a:spcPct val="0"/>
                </a:spcBef>
                <a:spcAft>
                  <a:spcPct val="0"/>
                </a:spcAft>
              </a:pPr>
              <a:t>Offline</a:t>
            </a:fld>
            <a:endParaRPr lang="en-US" sz="1400">
              <a:solidFill>
                <a:schemeClr val="tx1"/>
              </a:solidFill>
            </a:endParaRPr>
          </a:p>
        </p:txBody>
      </p:sp>
      <p:sp>
        <p:nvSpPr>
          <p:cNvPr id="45" name="tc_columnhead">
            <a:extLst>
              <a:ext uri="{FF2B5EF4-FFF2-40B4-BE49-F238E27FC236}">
                <a16:creationId xmlns:a16="http://schemas.microsoft.com/office/drawing/2014/main" id="{E4D05E99-57CF-C81A-80D8-E799492B64E3}"/>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46" name="tc_columnheadline">
            <a:extLst>
              <a:ext uri="{FF2B5EF4-FFF2-40B4-BE49-F238E27FC236}">
                <a16:creationId xmlns:a16="http://schemas.microsoft.com/office/drawing/2014/main" id="{D4492394-DA09-C52F-7077-1944DB893D2D}"/>
              </a:ext>
            </a:extLst>
          </p:cNvPr>
          <p:cNvCxnSpPr>
            <a:cxnSpLocks/>
            <a:stCxn id="45" idx="4"/>
            <a:endCxn id="45"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8" name="tc_columnhead">
            <a:extLst>
              <a:ext uri="{FF2B5EF4-FFF2-40B4-BE49-F238E27FC236}">
                <a16:creationId xmlns:a16="http://schemas.microsoft.com/office/drawing/2014/main" id="{B609D60C-FF97-30BB-614C-A2C30EEBBF34}"/>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49" name="tc_columnheadline">
            <a:extLst>
              <a:ext uri="{FF2B5EF4-FFF2-40B4-BE49-F238E27FC236}">
                <a16:creationId xmlns:a16="http://schemas.microsoft.com/office/drawing/2014/main" id="{64975172-FFA9-5669-B3F5-23FE35837E98}"/>
              </a:ext>
            </a:extLst>
          </p:cNvPr>
          <p:cNvCxnSpPr>
            <a:cxnSpLocks/>
            <a:stCxn id="48" idx="4"/>
            <a:endCxn id="4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18">
            <a:extLst>
              <a:ext uri="{FF2B5EF4-FFF2-40B4-BE49-F238E27FC236}">
                <a16:creationId xmlns:a16="http://schemas.microsoft.com/office/drawing/2014/main" id="{0E69FDF9-F5E1-E6D9-95C3-75B746510A50}"/>
              </a:ext>
            </a:extLst>
          </p:cNvPr>
          <p:cNvSpPr>
            <a:spLocks/>
          </p:cNvSpPr>
          <p:nvPr/>
        </p:nvSpPr>
        <p:spPr>
          <a:xfrm>
            <a:off x="8811106" y="-805994"/>
            <a:ext cx="4575600" cy="1365365"/>
          </a:xfrm>
          <a:prstGeom prst="rect">
            <a:avLst/>
          </a:prstGeom>
          <a:solidFill>
            <a:schemeClr val="bg2"/>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t>
            </a:r>
            <a:r>
              <a:rPr lang="en-US" sz="1200" b="1" u="sng" dirty="0">
                <a:solidFill>
                  <a:schemeClr val="tx1"/>
                </a:solidFill>
              </a:rPr>
              <a:t>think-cell charts</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a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CAGR arrows, difference arrows),</a:t>
            </a:r>
            <a:r>
              <a:rPr lang="en-US" sz="1200" b="1" dirty="0">
                <a:solidFill>
                  <a:schemeClr val="tx1"/>
                </a:solidFill>
              </a:rPr>
              <a:t> </a:t>
            </a:r>
            <a:r>
              <a:rPr lang="en-US" sz="1200" dirty="0">
                <a:solidFill>
                  <a:schemeClr val="tx1"/>
                </a:solidFill>
              </a:rPr>
              <a:t>right-click a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a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73" name="Text Placeholder 15">
            <a:extLst>
              <a:ext uri="{FF2B5EF4-FFF2-40B4-BE49-F238E27FC236}">
                <a16:creationId xmlns:a16="http://schemas.microsoft.com/office/drawing/2014/main" id="{FB9BC161-67F9-90B0-90B4-215D01703775}"/>
              </a:ext>
            </a:extLst>
          </p:cNvPr>
          <p:cNvSpPr/>
          <p:nvPr/>
        </p:nvSpPr>
        <p:spPr>
          <a:xfrm>
            <a:off x="407988" y="6275487"/>
            <a:ext cx="4052391"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columns, bar, bars, think-cell, chart, charts, graph, graphs, comment</a:t>
            </a:r>
          </a:p>
        </p:txBody>
      </p:sp>
    </p:spTree>
    <p:extLst>
      <p:ext uri="{BB962C8B-B14F-4D97-AF65-F5344CB8AC3E}">
        <p14:creationId xmlns:p14="http://schemas.microsoft.com/office/powerpoint/2010/main" val="404453400"/>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rPr>
                <a:solidFill>
                  <a:srgbClr val="1A1D31"/>
                </a:solidFill>
              </a:rPr>
              <a:t>Risks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51683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6" imgW="349" imgH="350" progId="TCLayout.ActiveDocument.1">
                  <p:embed/>
                </p:oleObj>
              </mc:Choice>
              <mc:Fallback>
                <p:oleObj name="think-cell Slide" r:id="rId36"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37"/>
                      <a:stretch>
                        <a:fillRect/>
                      </a:stretch>
                    </p:blipFill>
                    <p:spPr>
                      <a:xfrm>
                        <a:off x="1588" y="1588"/>
                        <a:ext cx="1588" cy="1588"/>
                      </a:xfrm>
                      <a:prstGeom prst="rect">
                        <a:avLst/>
                      </a:prstGeom>
                    </p:spPr>
                  </p:pic>
                </p:oleObj>
              </mc:Fallback>
            </mc:AlternateContent>
          </a:graphicData>
        </a:graphic>
      </p:graphicFrame>
      <p:graphicFrame>
        <p:nvGraphicFramePr>
          <p:cNvPr id="40" name="Chart 39">
            <a:extLst>
              <a:ext uri="{FF2B5EF4-FFF2-40B4-BE49-F238E27FC236}">
                <a16:creationId xmlns:a16="http://schemas.microsoft.com/office/drawing/2014/main" id="{EC438882-94AC-571C-4987-D5AB9EAE75BE}"/>
              </a:ext>
            </a:extLst>
          </p:cNvPr>
          <p:cNvGraphicFramePr/>
          <p:nvPr>
            <p:custDataLst>
              <p:tags r:id="rId2"/>
            </p:custDataLst>
            <p:extLst>
              <p:ext uri="{D42A27DB-BD31-4B8C-83A1-F6EECF244321}">
                <p14:modId xmlns:p14="http://schemas.microsoft.com/office/powerpoint/2010/main" val="254793427"/>
              </p:ext>
            </p:extLst>
          </p:nvPr>
        </p:nvGraphicFramePr>
        <p:xfrm>
          <a:off x="688975" y="2297113"/>
          <a:ext cx="7548563" cy="3113087"/>
        </p:xfrm>
        <a:graphic>
          <a:graphicData uri="http://schemas.openxmlformats.org/drawingml/2006/chart">
            <c:chart xmlns:c="http://schemas.openxmlformats.org/drawingml/2006/chart" xmlns:r="http://schemas.openxmlformats.org/officeDocument/2006/relationships" r:id="rId38"/>
          </a:graphicData>
        </a:graphic>
      </p:graphicFrame>
      <p:sp>
        <p:nvSpPr>
          <p:cNvPr id="6" name="Rectangle 167">
            <a:extLst>
              <a:ext uri="{FF2B5EF4-FFF2-40B4-BE49-F238E27FC236}">
                <a16:creationId xmlns:a16="http://schemas.microsoft.com/office/drawing/2014/main" id="{3E20C19A-E70C-493C-9258-C2B48C96C2C0}"/>
              </a:ext>
            </a:extLst>
          </p:cNvPr>
          <p:cNvSpPr>
            <a:spLocks/>
          </p:cNvSpPr>
          <p:nvPr>
            <p:custDataLst>
              <p:tags r:id="rId3"/>
            </p:custDataLst>
          </p:nvPr>
        </p:nvSpPr>
        <p:spPr bwMode="gray">
          <a:xfrm>
            <a:off x="496888" y="5237163"/>
            <a:ext cx="984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CFC9594A-2098-41E8-A382-6AA7F35981C2}" type="datetime'''''''0'''''''''''''''''''''''''''''''''''">
              <a:rPr lang="en-US" altLang="en-US" sz="1400" smtClean="0">
                <a:solidFill>
                  <a:schemeClr val="tx1"/>
                </a:solidFill>
              </a:rPr>
              <a:pPr algn="r">
                <a:lnSpc>
                  <a:spcPct val="90000"/>
                </a:lnSpc>
                <a:spcBef>
                  <a:spcPct val="0"/>
                </a:spcBef>
                <a:spcAft>
                  <a:spcPct val="0"/>
                </a:spcAft>
              </a:pPr>
              <a:t>0</a:t>
            </a:fld>
            <a:endParaRPr lang="en-US" sz="1400">
              <a:solidFill>
                <a:schemeClr val="tx1"/>
              </a:solidFill>
            </a:endParaRPr>
          </a:p>
        </p:txBody>
      </p:sp>
      <p:sp>
        <p:nvSpPr>
          <p:cNvPr id="41" name="Text Placeholder 2">
            <a:extLst>
              <a:ext uri="{FF2B5EF4-FFF2-40B4-BE49-F238E27FC236}">
                <a16:creationId xmlns:a16="http://schemas.microsoft.com/office/drawing/2014/main" id="{A36AD9A7-A470-4248-33C2-9AE6FF8B56DA}"/>
              </a:ext>
            </a:extLst>
          </p:cNvPr>
          <p:cNvSpPr>
            <a:spLocks/>
          </p:cNvSpPr>
          <p:nvPr>
            <p:custDataLst>
              <p:tags r:id="rId4"/>
            </p:custDataLst>
          </p:nvPr>
        </p:nvSpPr>
        <p:spPr bwMode="gray">
          <a:xfrm>
            <a:off x="496888" y="4730750"/>
            <a:ext cx="984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2C3CFECC-A84D-4857-A2EA-AA69DC58F029}" type="datetime'''''''''''''''''''''''''''5'''''''''''''''''''''''''''''''''''">
              <a:rPr lang="en-US" altLang="en-US" sz="1400" smtClean="0">
                <a:effectLst/>
                <a:solidFill>
                  <a:srgbClr val="1A1D31"/>
                </a:solidFill>
              </a:rPr>
              <a:pPr marL="0" lvl="0" indent="0" algn="r">
                <a:spcBef>
                  <a:spcPct val="0"/>
                </a:spcBef>
                <a:spcAft>
                  <a:spcPct val="0"/>
                </a:spcAft>
                <a:buNone/>
              </a:pPr>
              <a:t>5</a:t>
            </a:fld>
            <a:endParaRPr lang="en-US" sz="1400"/>
          </a:p>
        </p:txBody>
      </p:sp>
      <p:sp>
        <p:nvSpPr>
          <p:cNvPr id="11" name="Rectangle 172">
            <a:extLst>
              <a:ext uri="{FF2B5EF4-FFF2-40B4-BE49-F238E27FC236}">
                <a16:creationId xmlns:a16="http://schemas.microsoft.com/office/drawing/2014/main" id="{1336B2C2-E797-12C2-8DED-179B1D6C9B6A}"/>
              </a:ext>
            </a:extLst>
          </p:cNvPr>
          <p:cNvSpPr>
            <a:spLocks/>
          </p:cNvSpPr>
          <p:nvPr>
            <p:custDataLst>
              <p:tags r:id="rId5"/>
            </p:custDataLst>
          </p:nvPr>
        </p:nvSpPr>
        <p:spPr bwMode="gray">
          <a:xfrm>
            <a:off x="398463" y="4254500"/>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69AED3C5-D392-43FE-8527-4FA183F962B7}" type="datetime'''''1''0'''''">
              <a:rPr lang="en-US" altLang="en-US" sz="1400" smtClean="0">
                <a:solidFill>
                  <a:schemeClr val="tx1"/>
                </a:solidFill>
              </a:rPr>
              <a:pPr algn="r">
                <a:lnSpc>
                  <a:spcPct val="90000"/>
                </a:lnSpc>
                <a:spcBef>
                  <a:spcPct val="0"/>
                </a:spcBef>
                <a:spcAft>
                  <a:spcPct val="0"/>
                </a:spcAft>
              </a:pPr>
              <a:t>10</a:t>
            </a:fld>
            <a:endParaRPr lang="en-US" sz="1400">
              <a:solidFill>
                <a:schemeClr val="tx1"/>
              </a:solidFill>
            </a:endParaRPr>
          </a:p>
        </p:txBody>
      </p:sp>
      <p:sp>
        <p:nvSpPr>
          <p:cNvPr id="42" name="Text Placeholder 2">
            <a:extLst>
              <a:ext uri="{FF2B5EF4-FFF2-40B4-BE49-F238E27FC236}">
                <a16:creationId xmlns:a16="http://schemas.microsoft.com/office/drawing/2014/main" id="{A36AD9A7-A470-4248-33C2-9AE6FF8B56DA}"/>
              </a:ext>
            </a:extLst>
          </p:cNvPr>
          <p:cNvSpPr>
            <a:spLocks/>
          </p:cNvSpPr>
          <p:nvPr>
            <p:custDataLst>
              <p:tags r:id="rId6"/>
            </p:custDataLst>
          </p:nvPr>
        </p:nvSpPr>
        <p:spPr bwMode="gray">
          <a:xfrm>
            <a:off x="398463" y="3748088"/>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962EE7-4FAB-4C3B-A887-81AEEED2A771}" type="datetime'1''''''''5'''''''''''''''''''''''''">
              <a:rPr lang="en-US" altLang="en-US" sz="1400" smtClean="0">
                <a:effectLst/>
                <a:solidFill>
                  <a:srgbClr val="1A1D31"/>
                </a:solidFill>
              </a:rPr>
              <a:pPr marL="0" lvl="0" indent="0" algn="r">
                <a:spcBef>
                  <a:spcPct val="0"/>
                </a:spcBef>
                <a:spcAft>
                  <a:spcPct val="0"/>
                </a:spcAft>
                <a:buNone/>
              </a:pPr>
              <a:t>15</a:t>
            </a:fld>
            <a:endParaRPr lang="en-US" sz="1400"/>
          </a:p>
        </p:txBody>
      </p:sp>
      <p:sp>
        <p:nvSpPr>
          <p:cNvPr id="12" name="Rectangle 177">
            <a:extLst>
              <a:ext uri="{FF2B5EF4-FFF2-40B4-BE49-F238E27FC236}">
                <a16:creationId xmlns:a16="http://schemas.microsoft.com/office/drawing/2014/main" id="{EC381340-2B3E-E99F-F995-293851645FDF}"/>
              </a:ext>
            </a:extLst>
          </p:cNvPr>
          <p:cNvSpPr>
            <a:spLocks/>
          </p:cNvSpPr>
          <p:nvPr>
            <p:custDataLst>
              <p:tags r:id="rId7"/>
            </p:custDataLst>
          </p:nvPr>
        </p:nvSpPr>
        <p:spPr bwMode="gray">
          <a:xfrm>
            <a:off x="398463" y="3271838"/>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3A31AB80-69DB-485B-873C-E3046BB2AF4E}" type="datetime'20'''''''''''''''''''''''''''''''''">
              <a:rPr lang="en-US" altLang="en-US" sz="1400" smtClean="0">
                <a:solidFill>
                  <a:schemeClr val="tx1"/>
                </a:solidFill>
              </a:rPr>
              <a:pPr algn="r">
                <a:lnSpc>
                  <a:spcPct val="90000"/>
                </a:lnSpc>
                <a:spcBef>
                  <a:spcPct val="0"/>
                </a:spcBef>
                <a:spcAft>
                  <a:spcPct val="0"/>
                </a:spcAft>
              </a:pPr>
              <a:t>20</a:t>
            </a:fld>
            <a:endParaRPr lang="en-US" sz="1400">
              <a:solidFill>
                <a:schemeClr val="tx1"/>
              </a:solidFill>
            </a:endParaRPr>
          </a:p>
        </p:txBody>
      </p:sp>
      <p:sp>
        <p:nvSpPr>
          <p:cNvPr id="43"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gray">
          <a:xfrm>
            <a:off x="398463" y="2765425"/>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8DE26AE-B5B7-495E-BF8B-9456DBAB3530}" type="datetime'''''''''''''''''''''''''''''2''''''''''''''''''5'''''''">
              <a:rPr lang="en-US" altLang="en-US" sz="1400" smtClean="0">
                <a:effectLst/>
                <a:solidFill>
                  <a:srgbClr val="1A1D31"/>
                </a:solidFill>
              </a:rPr>
              <a:pPr marL="0" lvl="0" indent="0" algn="r">
                <a:spcBef>
                  <a:spcPct val="0"/>
                </a:spcBef>
                <a:spcAft>
                  <a:spcPct val="0"/>
                </a:spcAft>
                <a:buNone/>
              </a:pPr>
              <a:t>25</a:t>
            </a:fld>
            <a:endParaRPr lang="en-US" sz="1400"/>
          </a:p>
        </p:txBody>
      </p:sp>
      <p:sp>
        <p:nvSpPr>
          <p:cNvPr id="44" name="Text Placeholder 2">
            <a:extLst>
              <a:ext uri="{FF2B5EF4-FFF2-40B4-BE49-F238E27FC236}">
                <a16:creationId xmlns:a16="http://schemas.microsoft.com/office/drawing/2014/main" id="{A36AD9A7-A470-4248-33C2-9AE6FF8B56DA}"/>
              </a:ext>
            </a:extLst>
          </p:cNvPr>
          <p:cNvSpPr>
            <a:spLocks/>
          </p:cNvSpPr>
          <p:nvPr>
            <p:custDataLst>
              <p:tags r:id="rId9"/>
            </p:custDataLst>
          </p:nvPr>
        </p:nvSpPr>
        <p:spPr bwMode="gray">
          <a:xfrm>
            <a:off x="398463" y="2273300"/>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8ABFA58-C35E-4878-8D73-7AF0B0EAAE65}" type="datetime'''''''''''''''''''''''3''0'''''''''''''''''''''''''''''">
              <a:rPr lang="en-US" altLang="en-US" sz="1400" smtClean="0">
                <a:effectLst/>
                <a:solidFill>
                  <a:srgbClr val="1A1D31"/>
                </a:solidFill>
              </a:rPr>
              <a:pPr marL="0" lvl="0" indent="0" algn="r">
                <a:spcBef>
                  <a:spcPct val="0"/>
                </a:spcBef>
                <a:spcAft>
                  <a:spcPct val="0"/>
                </a:spcAft>
                <a:buNone/>
              </a:pPr>
              <a:t>30</a:t>
            </a:fld>
            <a:endParaRPr lang="en-US" sz="1400"/>
          </a:p>
        </p:txBody>
      </p:sp>
      <p:cxnSp>
        <p:nvCxnSpPr>
          <p:cNvPr id="15" name="Straight Connector 113">
            <a:extLst>
              <a:ext uri="{FF2B5EF4-FFF2-40B4-BE49-F238E27FC236}">
                <a16:creationId xmlns:a16="http://schemas.microsoft.com/office/drawing/2014/main" id="{490DA7FE-DF02-1A55-B003-A38E635FD60F}"/>
              </a:ext>
            </a:extLst>
          </p:cNvPr>
          <p:cNvCxnSpPr>
            <a:cxnSpLocks/>
          </p:cNvCxnSpPr>
          <p:nvPr>
            <p:custDataLst>
              <p:tags r:id="rId10"/>
            </p:custDataLst>
          </p:nvPr>
        </p:nvCxnSpPr>
        <p:spPr bwMode="auto">
          <a:xfrm flipV="1">
            <a:off x="5297488" y="2397125"/>
            <a:ext cx="0" cy="7620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14">
            <a:extLst>
              <a:ext uri="{FF2B5EF4-FFF2-40B4-BE49-F238E27FC236}">
                <a16:creationId xmlns:a16="http://schemas.microsoft.com/office/drawing/2014/main" id="{5ED79ED3-6039-D248-270A-9A4BE6808BE9}"/>
              </a:ext>
            </a:extLst>
          </p:cNvPr>
          <p:cNvCxnSpPr>
            <a:cxnSpLocks/>
          </p:cNvCxnSpPr>
          <p:nvPr>
            <p:custDataLst>
              <p:tags r:id="rId11"/>
            </p:custDataLst>
          </p:nvPr>
        </p:nvCxnSpPr>
        <p:spPr bwMode="auto">
          <a:xfrm>
            <a:off x="5297488" y="2397125"/>
            <a:ext cx="2460625" cy="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15">
            <a:extLst>
              <a:ext uri="{FF2B5EF4-FFF2-40B4-BE49-F238E27FC236}">
                <a16:creationId xmlns:a16="http://schemas.microsoft.com/office/drawing/2014/main" id="{0FA57901-6219-12FE-517B-352CA8537C06}"/>
              </a:ext>
            </a:extLst>
          </p:cNvPr>
          <p:cNvCxnSpPr>
            <a:cxnSpLocks/>
          </p:cNvCxnSpPr>
          <p:nvPr>
            <p:custDataLst>
              <p:tags r:id="rId12"/>
            </p:custDataLst>
          </p:nvPr>
        </p:nvCxnSpPr>
        <p:spPr bwMode="auto">
          <a:xfrm>
            <a:off x="7758113" y="2397125"/>
            <a:ext cx="0" cy="1333500"/>
          </a:xfrm>
          <a:prstGeom prst="line">
            <a:avLst/>
          </a:prstGeom>
          <a:ln w="12700" cap="flat" cmpd="sng" algn="ctr">
            <a:solidFill>
              <a:schemeClr val="tx1"/>
            </a:solidFill>
            <a:prstDash val="solid"/>
            <a:miter lim="800000"/>
            <a:headEnd type="none" w="med" len="med"/>
            <a:tailEnd type="triangle" w="med" len="med"/>
          </a:ln>
          <a:effectLst/>
        </p:spPr>
        <p:style>
          <a:lnRef idx="1">
            <a:schemeClr val="dk1"/>
          </a:lnRef>
          <a:fillRef idx="0">
            <a:schemeClr val="dk1"/>
          </a:fillRef>
          <a:effectRef idx="0">
            <a:schemeClr val="dk1"/>
          </a:effectRef>
          <a:fontRef idx="minor">
            <a:schemeClr val="tx1"/>
          </a:fontRef>
        </p:style>
      </p:cxnSp>
      <p:sp>
        <p:nvSpPr>
          <p:cNvPr id="18" name="Rectangle 246">
            <a:extLst>
              <a:ext uri="{FF2B5EF4-FFF2-40B4-BE49-F238E27FC236}">
                <a16:creationId xmlns:a16="http://schemas.microsoft.com/office/drawing/2014/main" id="{0C784A0A-E037-5B73-0BD3-F85DE1D57491}"/>
              </a:ext>
            </a:extLst>
          </p:cNvPr>
          <p:cNvSpPr>
            <a:spLocks/>
          </p:cNvSpPr>
          <p:nvPr>
            <p:custDataLst>
              <p:tags r:id="rId13"/>
            </p:custDataLst>
          </p:nvPr>
        </p:nvSpPr>
        <p:spPr bwMode="auto">
          <a:xfrm>
            <a:off x="398463" y="1917700"/>
            <a:ext cx="11239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sz="1400" dirty="0">
                <a:solidFill>
                  <a:schemeClr val="tx1"/>
                </a:solidFill>
              </a:rPr>
              <a:t>Share (%)</a:t>
            </a:r>
          </a:p>
        </p:txBody>
      </p:sp>
      <p:sp>
        <p:nvSpPr>
          <p:cNvPr id="20" name="Rectangle 11">
            <a:extLst>
              <a:ext uri="{FF2B5EF4-FFF2-40B4-BE49-F238E27FC236}">
                <a16:creationId xmlns:a16="http://schemas.microsoft.com/office/drawing/2014/main" id="{4970B787-9B59-707F-9211-2F3FE9300364}"/>
              </a:ext>
            </a:extLst>
          </p:cNvPr>
          <p:cNvSpPr>
            <a:spLocks/>
          </p:cNvSpPr>
          <p:nvPr>
            <p:custDataLst>
              <p:tags r:id="rId14"/>
            </p:custDataLst>
          </p:nvPr>
        </p:nvSpPr>
        <p:spPr bwMode="auto">
          <a:xfrm>
            <a:off x="1069975"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728CBBD-5F52-4733-B9FB-FE2DACADF6E2}" type="datetime'B''''r''''''''''''''a''n''''''d'''' ''''''''''''''1'''''">
              <a:rPr lang="en-US" altLang="en-US" sz="1400" smtClean="0">
                <a:solidFill>
                  <a:schemeClr val="tx1"/>
                </a:solidFill>
              </a:rPr>
              <a:pPr algn="ctr">
                <a:spcBef>
                  <a:spcPct val="0"/>
                </a:spcBef>
                <a:spcAft>
                  <a:spcPct val="0"/>
                </a:spcAft>
              </a:pPr>
              <a:t>Brand 1</a:t>
            </a:fld>
            <a:endParaRPr lang="en-US" sz="1400">
              <a:solidFill>
                <a:schemeClr val="tx1"/>
              </a:solidFill>
            </a:endParaRPr>
          </a:p>
        </p:txBody>
      </p:sp>
      <p:sp>
        <p:nvSpPr>
          <p:cNvPr id="21" name="Rectangle 31">
            <a:extLst>
              <a:ext uri="{FF2B5EF4-FFF2-40B4-BE49-F238E27FC236}">
                <a16:creationId xmlns:a16="http://schemas.microsoft.com/office/drawing/2014/main" id="{00BB3EED-75DA-70B9-0F62-F76D70319947}"/>
              </a:ext>
            </a:extLst>
          </p:cNvPr>
          <p:cNvSpPr>
            <a:spLocks/>
          </p:cNvSpPr>
          <p:nvPr>
            <p:custDataLst>
              <p:tags r:id="rId15"/>
            </p:custDataLst>
          </p:nvPr>
        </p:nvSpPr>
        <p:spPr bwMode="auto">
          <a:xfrm>
            <a:off x="2300288"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94AF4360-C1BF-4D6F-9234-89165ACB10D4}" type="datetime'''''B''''''r''a''''''n''''''d'' ''''''2'''">
              <a:rPr lang="en-US" altLang="en-US" sz="1400" smtClean="0">
                <a:solidFill>
                  <a:schemeClr val="tx1"/>
                </a:solidFill>
              </a:rPr>
              <a:pPr algn="ctr">
                <a:spcBef>
                  <a:spcPct val="0"/>
                </a:spcBef>
                <a:spcAft>
                  <a:spcPct val="0"/>
                </a:spcAft>
              </a:pPr>
              <a:t>Brand 2</a:t>
            </a:fld>
            <a:endParaRPr lang="en-US" sz="1400">
              <a:solidFill>
                <a:schemeClr val="tx1"/>
              </a:solidFill>
            </a:endParaRPr>
          </a:p>
        </p:txBody>
      </p:sp>
      <p:sp>
        <p:nvSpPr>
          <p:cNvPr id="22" name="Rectangle 32">
            <a:extLst>
              <a:ext uri="{FF2B5EF4-FFF2-40B4-BE49-F238E27FC236}">
                <a16:creationId xmlns:a16="http://schemas.microsoft.com/office/drawing/2014/main" id="{B8EC06C6-EEC6-3485-8C17-9858FADFC9EA}"/>
              </a:ext>
            </a:extLst>
          </p:cNvPr>
          <p:cNvSpPr>
            <a:spLocks/>
          </p:cNvSpPr>
          <p:nvPr>
            <p:custDataLst>
              <p:tags r:id="rId16"/>
            </p:custDataLst>
          </p:nvPr>
        </p:nvSpPr>
        <p:spPr bwMode="auto">
          <a:xfrm>
            <a:off x="35306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0ED863F-B3EC-4182-8D48-84C51B6756A1}" type="datetime'''''''''''''''B''r''''''''a''''''''''''''nd'' ''''''''''''''3'">
              <a:rPr lang="en-US" altLang="en-US" sz="1400" smtClean="0">
                <a:solidFill>
                  <a:schemeClr val="tx1"/>
                </a:solidFill>
              </a:rPr>
              <a:pPr algn="ctr">
                <a:spcBef>
                  <a:spcPct val="0"/>
                </a:spcBef>
                <a:spcAft>
                  <a:spcPct val="0"/>
                </a:spcAft>
              </a:pPr>
              <a:t>Brand 3</a:t>
            </a:fld>
            <a:endParaRPr lang="en-US" sz="1400">
              <a:solidFill>
                <a:schemeClr val="tx1"/>
              </a:solidFill>
            </a:endParaRPr>
          </a:p>
        </p:txBody>
      </p:sp>
      <p:sp>
        <p:nvSpPr>
          <p:cNvPr id="23" name="Rectangle 341">
            <a:extLst>
              <a:ext uri="{FF2B5EF4-FFF2-40B4-BE49-F238E27FC236}">
                <a16:creationId xmlns:a16="http://schemas.microsoft.com/office/drawing/2014/main" id="{ABF44360-8224-36FA-098F-A6B38D486DBA}"/>
              </a:ext>
            </a:extLst>
          </p:cNvPr>
          <p:cNvSpPr>
            <a:spLocks/>
          </p:cNvSpPr>
          <p:nvPr>
            <p:custDataLst>
              <p:tags r:id="rId17"/>
            </p:custDataLst>
          </p:nvPr>
        </p:nvSpPr>
        <p:spPr bwMode="auto">
          <a:xfrm>
            <a:off x="47625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C879B4F-C170-4D71-8B5D-1C85194368EC}" type="datetime'''''''''''''''''''''''''''B''ran''''''d'''''''''''''' ''4'">
              <a:rPr lang="en-US" altLang="en-US" sz="1400" smtClean="0">
                <a:solidFill>
                  <a:schemeClr val="tx1"/>
                </a:solidFill>
              </a:rPr>
              <a:pPr algn="ctr">
                <a:spcBef>
                  <a:spcPct val="0"/>
                </a:spcBef>
                <a:spcAft>
                  <a:spcPct val="0"/>
                </a:spcAft>
              </a:pPr>
              <a:t>Brand 4</a:t>
            </a:fld>
            <a:endParaRPr lang="en-US" sz="1400">
              <a:solidFill>
                <a:schemeClr val="tx1"/>
              </a:solidFill>
            </a:endParaRPr>
          </a:p>
        </p:txBody>
      </p:sp>
      <p:sp>
        <p:nvSpPr>
          <p:cNvPr id="19" name="Rectangle 35">
            <a:extLst>
              <a:ext uri="{FF2B5EF4-FFF2-40B4-BE49-F238E27FC236}">
                <a16:creationId xmlns:a16="http://schemas.microsoft.com/office/drawing/2014/main" id="{1B688C84-1B4C-5EEE-8471-666CB833DB88}"/>
              </a:ext>
            </a:extLst>
          </p:cNvPr>
          <p:cNvSpPr>
            <a:spLocks/>
          </p:cNvSpPr>
          <p:nvPr>
            <p:custDataLst>
              <p:tags r:id="rId18"/>
            </p:custDataLst>
          </p:nvPr>
        </p:nvSpPr>
        <p:spPr bwMode="auto">
          <a:xfrm>
            <a:off x="7124700" y="5386388"/>
            <a:ext cx="8302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89DB73BD-DCEF-433A-B8EC-01E61FC6CDCB}" type="datetime'O''''''''''''u''''r'' ''''''''''Br''''''an''''''''d'''''''">
              <a:rPr lang="en-US" altLang="en-US" sz="1400" smtClean="0">
                <a:solidFill>
                  <a:schemeClr val="tx1"/>
                </a:solidFill>
              </a:rPr>
              <a:pPr algn="ctr">
                <a:spcBef>
                  <a:spcPct val="0"/>
                </a:spcBef>
                <a:spcAft>
                  <a:spcPct val="0"/>
                </a:spcAft>
              </a:pPr>
              <a:t>Our Brand</a:t>
            </a:fld>
            <a:endParaRPr lang="en-US" sz="1400">
              <a:solidFill>
                <a:schemeClr val="tx1"/>
              </a:solidFill>
            </a:endParaRPr>
          </a:p>
        </p:txBody>
      </p:sp>
      <p:sp>
        <p:nvSpPr>
          <p:cNvPr id="24" name="Rectangle 357">
            <a:extLst>
              <a:ext uri="{FF2B5EF4-FFF2-40B4-BE49-F238E27FC236}">
                <a16:creationId xmlns:a16="http://schemas.microsoft.com/office/drawing/2014/main" id="{57FD7012-D997-A805-6E02-ABE8F803DD60}"/>
              </a:ext>
            </a:extLst>
          </p:cNvPr>
          <p:cNvSpPr>
            <a:spLocks/>
          </p:cNvSpPr>
          <p:nvPr>
            <p:custDataLst>
              <p:tags r:id="rId19"/>
            </p:custDataLst>
          </p:nvPr>
        </p:nvSpPr>
        <p:spPr bwMode="gray">
          <a:xfrm>
            <a:off x="1041400" y="35766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7F2B032B-7ACF-4A45-B498-DAF073F4862D}" type="datetime'''''''''''''1''''''''''''''''''''''''''''''6'''''''">
              <a:rPr lang="en-US" altLang="en-US" sz="1400" smtClean="0">
                <a:solidFill>
                  <a:schemeClr val="tx1"/>
                </a:solidFill>
              </a:rPr>
              <a:pPr algn="ctr">
                <a:lnSpc>
                  <a:spcPct val="90000"/>
                </a:lnSpc>
                <a:spcBef>
                  <a:spcPct val="0"/>
                </a:spcBef>
                <a:spcAft>
                  <a:spcPct val="0"/>
                </a:spcAft>
              </a:pPr>
              <a:t>16</a:t>
            </a:fld>
            <a:endParaRPr lang="en-US" sz="1400">
              <a:solidFill>
                <a:schemeClr val="tx1"/>
              </a:solidFill>
            </a:endParaRPr>
          </a:p>
        </p:txBody>
      </p:sp>
      <p:sp>
        <p:nvSpPr>
          <p:cNvPr id="25" name="Rectangle 358">
            <a:extLst>
              <a:ext uri="{FF2B5EF4-FFF2-40B4-BE49-F238E27FC236}">
                <a16:creationId xmlns:a16="http://schemas.microsoft.com/office/drawing/2014/main" id="{421437B7-BA42-9BD8-6BDF-4C7D403B3A58}"/>
              </a:ext>
            </a:extLst>
          </p:cNvPr>
          <p:cNvSpPr>
            <a:spLocks/>
          </p:cNvSpPr>
          <p:nvPr>
            <p:custDataLst>
              <p:tags r:id="rId20"/>
            </p:custDataLst>
          </p:nvPr>
        </p:nvSpPr>
        <p:spPr bwMode="gray">
          <a:xfrm>
            <a:off x="1481138" y="28051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303C2CB7-2660-4465-818D-CF7A66CEC485}" type="datetime'2''''''''''''''''''''''3'''''''''">
              <a:rPr lang="en-US" altLang="en-US" sz="1400" smtClean="0">
                <a:solidFill>
                  <a:schemeClr val="tx1"/>
                </a:solidFill>
              </a:rPr>
              <a:pPr algn="ctr">
                <a:lnSpc>
                  <a:spcPct val="90000"/>
                </a:lnSpc>
                <a:spcBef>
                  <a:spcPct val="0"/>
                </a:spcBef>
                <a:spcAft>
                  <a:spcPct val="0"/>
                </a:spcAft>
              </a:pPr>
              <a:t>23</a:t>
            </a:fld>
            <a:endParaRPr lang="en-US" sz="1400">
              <a:solidFill>
                <a:schemeClr val="tx1"/>
              </a:solidFill>
            </a:endParaRPr>
          </a:p>
        </p:txBody>
      </p:sp>
      <p:sp>
        <p:nvSpPr>
          <p:cNvPr id="26" name="Rectangle 359">
            <a:extLst>
              <a:ext uri="{FF2B5EF4-FFF2-40B4-BE49-F238E27FC236}">
                <a16:creationId xmlns:a16="http://schemas.microsoft.com/office/drawing/2014/main" id="{949204FD-B15F-E846-2BE0-FAB1AB533D97}"/>
              </a:ext>
            </a:extLst>
          </p:cNvPr>
          <p:cNvSpPr>
            <a:spLocks/>
          </p:cNvSpPr>
          <p:nvPr>
            <p:custDataLst>
              <p:tags r:id="rId21"/>
            </p:custDataLst>
          </p:nvPr>
        </p:nvSpPr>
        <p:spPr bwMode="gray">
          <a:xfrm>
            <a:off x="2271713" y="37703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542BC38F-8E18-4B12-9AC6-DC216F8CEAEB}"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7" name="Rectangle 360">
            <a:extLst>
              <a:ext uri="{FF2B5EF4-FFF2-40B4-BE49-F238E27FC236}">
                <a16:creationId xmlns:a16="http://schemas.microsoft.com/office/drawing/2014/main" id="{CCDB6DB7-31FF-1441-CED5-991119859317}"/>
              </a:ext>
            </a:extLst>
          </p:cNvPr>
          <p:cNvSpPr>
            <a:spLocks/>
          </p:cNvSpPr>
          <p:nvPr>
            <p:custDataLst>
              <p:tags r:id="rId22"/>
            </p:custDataLst>
          </p:nvPr>
        </p:nvSpPr>
        <p:spPr bwMode="gray">
          <a:xfrm>
            <a:off x="2711450" y="36909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B72C4BD-7C37-4DD9-AD78-FF2A7D92124A}"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8" name="Rectangle 361">
            <a:extLst>
              <a:ext uri="{FF2B5EF4-FFF2-40B4-BE49-F238E27FC236}">
                <a16:creationId xmlns:a16="http://schemas.microsoft.com/office/drawing/2014/main" id="{4152C6D1-7EAF-600D-FB89-8920CF3A0710}"/>
              </a:ext>
            </a:extLst>
          </p:cNvPr>
          <p:cNvSpPr>
            <a:spLocks/>
          </p:cNvSpPr>
          <p:nvPr>
            <p:custDataLst>
              <p:tags r:id="rId23"/>
            </p:custDataLst>
          </p:nvPr>
        </p:nvSpPr>
        <p:spPr bwMode="gray">
          <a:xfrm>
            <a:off x="3503613" y="391160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6B52D05-29A0-459C-9768-15DFF3026304}" type="datetime'''''''''''''''''''''''''''''''''''''''''12'''''''">
              <a:rPr lang="en-US" altLang="en-US" sz="1400" smtClean="0">
                <a:solidFill>
                  <a:schemeClr val="tx1"/>
                </a:solidFill>
              </a:rPr>
              <a:pPr algn="ctr">
                <a:lnSpc>
                  <a:spcPct val="90000"/>
                </a:lnSpc>
                <a:spcBef>
                  <a:spcPct val="0"/>
                </a:spcBef>
                <a:spcAft>
                  <a:spcPct val="0"/>
                </a:spcAft>
              </a:pPr>
              <a:t>12</a:t>
            </a:fld>
            <a:endParaRPr lang="en-US" sz="1400">
              <a:solidFill>
                <a:schemeClr val="tx1"/>
              </a:solidFill>
            </a:endParaRPr>
          </a:p>
        </p:txBody>
      </p:sp>
      <p:sp>
        <p:nvSpPr>
          <p:cNvPr id="29" name="Rectangle 363">
            <a:extLst>
              <a:ext uri="{FF2B5EF4-FFF2-40B4-BE49-F238E27FC236}">
                <a16:creationId xmlns:a16="http://schemas.microsoft.com/office/drawing/2014/main" id="{8458D2D6-8DA6-14DE-1647-68AA16555042}"/>
              </a:ext>
            </a:extLst>
          </p:cNvPr>
          <p:cNvSpPr>
            <a:spLocks/>
          </p:cNvSpPr>
          <p:nvPr>
            <p:custDataLst>
              <p:tags r:id="rId24"/>
            </p:custDataLst>
          </p:nvPr>
        </p:nvSpPr>
        <p:spPr bwMode="gray">
          <a:xfrm>
            <a:off x="3943350" y="340995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C435C0F1-7428-480C-94E3-F8FC35BB1C51}" type="datetime'1''''''''7'''''''''''''''''''''">
              <a:rPr lang="en-US" altLang="en-US" sz="1400" smtClean="0">
                <a:solidFill>
                  <a:schemeClr val="tx1"/>
                </a:solidFill>
              </a:rPr>
              <a:pPr algn="ctr">
                <a:lnSpc>
                  <a:spcPct val="90000"/>
                </a:lnSpc>
                <a:spcBef>
                  <a:spcPct val="0"/>
                </a:spcBef>
                <a:spcAft>
                  <a:spcPct val="0"/>
                </a:spcAft>
              </a:pPr>
              <a:t>17</a:t>
            </a:fld>
            <a:endParaRPr lang="en-US" sz="1400">
              <a:solidFill>
                <a:schemeClr val="tx1"/>
              </a:solidFill>
            </a:endParaRPr>
          </a:p>
        </p:txBody>
      </p:sp>
      <p:sp>
        <p:nvSpPr>
          <p:cNvPr id="30" name="Rectangle 364">
            <a:extLst>
              <a:ext uri="{FF2B5EF4-FFF2-40B4-BE49-F238E27FC236}">
                <a16:creationId xmlns:a16="http://schemas.microsoft.com/office/drawing/2014/main" id="{0C871ECD-73A4-43E9-1370-1EF64D458675}"/>
              </a:ext>
            </a:extLst>
          </p:cNvPr>
          <p:cNvSpPr>
            <a:spLocks/>
          </p:cNvSpPr>
          <p:nvPr>
            <p:custDataLst>
              <p:tags r:id="rId25"/>
            </p:custDataLst>
          </p:nvPr>
        </p:nvSpPr>
        <p:spPr bwMode="gray">
          <a:xfrm>
            <a:off x="4733925" y="36163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EA3F950F-B335-465C-8F43-AB51268FBEBD}" type="datetime'''''''''''''''''''''''1''''''''''''''5'">
              <a:rPr lang="en-US" altLang="en-US" sz="1400" smtClean="0">
                <a:solidFill>
                  <a:schemeClr val="tx1"/>
                </a:solidFill>
              </a:rPr>
              <a:pPr algn="ctr">
                <a:lnSpc>
                  <a:spcPct val="90000"/>
                </a:lnSpc>
                <a:spcBef>
                  <a:spcPct val="0"/>
                </a:spcBef>
                <a:spcAft>
                  <a:spcPct val="0"/>
                </a:spcAft>
              </a:pPr>
              <a:t>15</a:t>
            </a:fld>
            <a:endParaRPr lang="en-US" sz="1400">
              <a:solidFill>
                <a:schemeClr val="tx1"/>
              </a:solidFill>
            </a:endParaRPr>
          </a:p>
        </p:txBody>
      </p:sp>
      <p:sp>
        <p:nvSpPr>
          <p:cNvPr id="31" name="Rectangle 365">
            <a:extLst>
              <a:ext uri="{FF2B5EF4-FFF2-40B4-BE49-F238E27FC236}">
                <a16:creationId xmlns:a16="http://schemas.microsoft.com/office/drawing/2014/main" id="{BCB19E19-E245-D3CA-5DF8-6850E8527422}"/>
              </a:ext>
            </a:extLst>
          </p:cNvPr>
          <p:cNvSpPr>
            <a:spLocks/>
          </p:cNvSpPr>
          <p:nvPr>
            <p:custDataLst>
              <p:tags r:id="rId26"/>
            </p:custDataLst>
          </p:nvPr>
        </p:nvSpPr>
        <p:spPr bwMode="gray">
          <a:xfrm>
            <a:off x="5173663" y="25114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845C499-2735-4D8D-BA2B-A82C79855911}" type="datetime'''''''''''''''''''''''2''''''''''''''''''''''''''6'''''''">
              <a:rPr lang="en-US" altLang="en-US" sz="1400" smtClean="0">
                <a:solidFill>
                  <a:schemeClr val="tx1"/>
                </a:solidFill>
              </a:rPr>
              <a:pPr algn="ctr">
                <a:lnSpc>
                  <a:spcPct val="90000"/>
                </a:lnSpc>
                <a:spcBef>
                  <a:spcPct val="0"/>
                </a:spcBef>
                <a:spcAft>
                  <a:spcPct val="0"/>
                </a:spcAft>
              </a:pPr>
              <a:t>26</a:t>
            </a:fld>
            <a:endParaRPr lang="en-US" sz="1400">
              <a:solidFill>
                <a:schemeClr val="tx1"/>
              </a:solidFill>
            </a:endParaRPr>
          </a:p>
        </p:txBody>
      </p:sp>
      <p:sp>
        <p:nvSpPr>
          <p:cNvPr id="32" name="Rectangle 366">
            <a:extLst>
              <a:ext uri="{FF2B5EF4-FFF2-40B4-BE49-F238E27FC236}">
                <a16:creationId xmlns:a16="http://schemas.microsoft.com/office/drawing/2014/main" id="{6C1533B2-D98B-9EFB-BEBA-4CB182D202BF}"/>
              </a:ext>
            </a:extLst>
          </p:cNvPr>
          <p:cNvSpPr>
            <a:spLocks/>
          </p:cNvSpPr>
          <p:nvPr>
            <p:custDataLst>
              <p:tags r:id="rId27"/>
            </p:custDataLst>
          </p:nvPr>
        </p:nvSpPr>
        <p:spPr bwMode="gray">
          <a:xfrm>
            <a:off x="7243763" y="4259263"/>
            <a:ext cx="1492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FC87031-C97B-4C10-929D-1BB1B82F245A}" type="datetime'''''''''''''''''''''''''''9'''''''">
              <a:rPr lang="en-US" altLang="en-US" sz="1400" smtClean="0">
                <a:solidFill>
                  <a:schemeClr val="tx1"/>
                </a:solidFill>
              </a:rPr>
              <a:pPr algn="ctr">
                <a:lnSpc>
                  <a:spcPct val="90000"/>
                </a:lnSpc>
                <a:spcBef>
                  <a:spcPct val="0"/>
                </a:spcBef>
                <a:spcAft>
                  <a:spcPct val="0"/>
                </a:spcAft>
              </a:pPr>
              <a:t>9</a:t>
            </a:fld>
            <a:endParaRPr lang="en-US" sz="1400">
              <a:solidFill>
                <a:schemeClr val="tx1"/>
              </a:solidFill>
            </a:endParaRPr>
          </a:p>
        </p:txBody>
      </p:sp>
      <p:sp>
        <p:nvSpPr>
          <p:cNvPr id="33" name="Rectangle 367">
            <a:extLst>
              <a:ext uri="{FF2B5EF4-FFF2-40B4-BE49-F238E27FC236}">
                <a16:creationId xmlns:a16="http://schemas.microsoft.com/office/drawing/2014/main" id="{0C57E5E1-CF26-54A4-E940-B75D1D5AEAD6}"/>
              </a:ext>
            </a:extLst>
          </p:cNvPr>
          <p:cNvSpPr>
            <a:spLocks/>
          </p:cNvSpPr>
          <p:nvPr>
            <p:custDataLst>
              <p:tags r:id="rId28"/>
            </p:custDataLst>
          </p:nvPr>
        </p:nvSpPr>
        <p:spPr bwMode="gray">
          <a:xfrm>
            <a:off x="7634288" y="37687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1C28B0E1-FF4C-4010-9F17-3CD820190A50}"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34" name="Oval 33">
            <a:extLst>
              <a:ext uri="{FF2B5EF4-FFF2-40B4-BE49-F238E27FC236}">
                <a16:creationId xmlns:a16="http://schemas.microsoft.com/office/drawing/2014/main" id="{0D336833-95B4-5DF1-0993-5DA9F80B2A03}"/>
              </a:ext>
            </a:extLst>
          </p:cNvPr>
          <p:cNvSpPr>
            <a:spLocks/>
          </p:cNvSpPr>
          <p:nvPr>
            <p:custDataLst>
              <p:tags r:id="rId29"/>
            </p:custDataLst>
          </p:nvPr>
        </p:nvSpPr>
        <p:spPr bwMode="auto">
          <a:xfrm>
            <a:off x="6234113" y="2246313"/>
            <a:ext cx="587375" cy="301625"/>
          </a:xfrm>
          <a:prstGeom prst="ellipse">
            <a:avLst/>
          </a:prstGeom>
          <a:solidFill>
            <a:schemeClr val="bg1"/>
          </a:solidFill>
          <a:ln w="9525" cap="flat" cmpd="sng" algn="ctr">
            <a:solidFill>
              <a:schemeClr val="tx1"/>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spcBef>
                <a:spcPct val="0"/>
              </a:spcBef>
              <a:spcAft>
                <a:spcPct val="0"/>
              </a:spcAft>
            </a:pPr>
            <a:fld id="{93ACE399-E739-4AD7-AADA-39F207D5A053}" type="datetime'''''''''''''''''''''''''''''''''''-''''''''''''48''''%'''''">
              <a:rPr lang="en-US" altLang="en-US" sz="1400" smtClean="0">
                <a:solidFill>
                  <a:schemeClr val="tx1"/>
                </a:solidFill>
                <a:effectLst/>
              </a:rPr>
              <a:pPr algn="ctr">
                <a:spcBef>
                  <a:spcPct val="0"/>
                </a:spcBef>
                <a:spcAft>
                  <a:spcPct val="0"/>
                </a:spcAft>
              </a:pPr>
              <a:t>-48%</a:t>
            </a:fld>
            <a:endParaRPr lang="en-US" sz="1400">
              <a:solidFill>
                <a:schemeClr val="tx1"/>
              </a:solidFill>
            </a:endParaRPr>
          </a:p>
        </p:txBody>
      </p:sp>
      <p:sp>
        <p:nvSpPr>
          <p:cNvPr id="35" name="Rectangle 19">
            <a:extLst>
              <a:ext uri="{FF2B5EF4-FFF2-40B4-BE49-F238E27FC236}">
                <a16:creationId xmlns:a16="http://schemas.microsoft.com/office/drawing/2014/main" id="{D43F45FF-6670-40D4-2888-6B621F6FB837}"/>
              </a:ext>
            </a:extLst>
          </p:cNvPr>
          <p:cNvSpPr>
            <a:spLocks/>
          </p:cNvSpPr>
          <p:nvPr>
            <p:custDataLst>
              <p:tags r:id="rId30"/>
            </p:custDataLst>
          </p:nvPr>
        </p:nvSpPr>
        <p:spPr bwMode="auto">
          <a:xfrm>
            <a:off x="3598863"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2">
            <a:extLst>
              <a:ext uri="{FF2B5EF4-FFF2-40B4-BE49-F238E27FC236}">
                <a16:creationId xmlns:a16="http://schemas.microsoft.com/office/drawing/2014/main" id="{D844FCD2-EE66-A7FA-BE17-336D2247FC77}"/>
              </a:ext>
            </a:extLst>
          </p:cNvPr>
          <p:cNvSpPr>
            <a:spLocks/>
          </p:cNvSpPr>
          <p:nvPr>
            <p:custDataLst>
              <p:tags r:id="rId31"/>
            </p:custDataLst>
          </p:nvPr>
        </p:nvSpPr>
        <p:spPr bwMode="auto">
          <a:xfrm>
            <a:off x="45148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2">
            <a:extLst>
              <a:ext uri="{FF2B5EF4-FFF2-40B4-BE49-F238E27FC236}">
                <a16:creationId xmlns:a16="http://schemas.microsoft.com/office/drawing/2014/main" id="{B4CB4B08-9589-F42E-BFF9-F2A095D2780D}"/>
              </a:ext>
            </a:extLst>
          </p:cNvPr>
          <p:cNvSpPr>
            <a:spLocks/>
          </p:cNvSpPr>
          <p:nvPr>
            <p:custDataLst>
              <p:tags r:id="rId32"/>
            </p:custDataLst>
          </p:nvPr>
        </p:nvSpPr>
        <p:spPr bwMode="auto">
          <a:xfrm>
            <a:off x="3900488" y="5773738"/>
            <a:ext cx="5127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59D7227-14F8-4379-8C12-A53A6E5096F1}" type="datetime'''''''''''''''''Onl''''''''i''''''''n''''e'''''''''''">
              <a:rPr lang="en-US" altLang="en-US" sz="1400" smtClean="0">
                <a:solidFill>
                  <a:schemeClr val="tx1"/>
                </a:solidFill>
              </a:rPr>
              <a:pPr>
                <a:spcBef>
                  <a:spcPct val="0"/>
                </a:spcBef>
                <a:spcAft>
                  <a:spcPct val="0"/>
                </a:spcAft>
              </a:pPr>
              <a:t>Online</a:t>
            </a:fld>
            <a:endParaRPr lang="en-US" sz="1400">
              <a:solidFill>
                <a:schemeClr val="tx1"/>
              </a:solidFill>
            </a:endParaRPr>
          </a:p>
        </p:txBody>
      </p:sp>
      <p:sp>
        <p:nvSpPr>
          <p:cNvPr id="38" name="Rectangle 10">
            <a:extLst>
              <a:ext uri="{FF2B5EF4-FFF2-40B4-BE49-F238E27FC236}">
                <a16:creationId xmlns:a16="http://schemas.microsoft.com/office/drawing/2014/main" id="{14B863F4-D62A-257B-CF15-2AF266511B43}"/>
              </a:ext>
            </a:extLst>
          </p:cNvPr>
          <p:cNvSpPr>
            <a:spLocks/>
          </p:cNvSpPr>
          <p:nvPr>
            <p:custDataLst>
              <p:tags r:id="rId33"/>
            </p:custDataLst>
          </p:nvPr>
        </p:nvSpPr>
        <p:spPr bwMode="auto">
          <a:xfrm>
            <a:off x="4816475" y="5773738"/>
            <a:ext cx="5095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083AECE-1438-4DF2-8A13-DD4A2AFF889D}" type="datetime'Of''''''''''f''''''''l''''''''''i''''''''''n''''e'">
              <a:rPr lang="en-US" altLang="en-US" sz="1400" smtClean="0">
                <a:solidFill>
                  <a:schemeClr val="tx1"/>
                </a:solidFill>
              </a:rPr>
              <a:pPr>
                <a:spcBef>
                  <a:spcPct val="0"/>
                </a:spcBef>
                <a:spcAft>
                  <a:spcPct val="0"/>
                </a:spcAft>
              </a:pPr>
              <a:t>Offline</a:t>
            </a:fld>
            <a:endParaRPr lang="en-US" sz="1400">
              <a:solidFill>
                <a:schemeClr val="tx1"/>
              </a:solidFill>
            </a:endParaRPr>
          </a:p>
        </p:txBody>
      </p:sp>
      <p:sp>
        <p:nvSpPr>
          <p:cNvPr id="45" name="tc_columnhead">
            <a:extLst>
              <a:ext uri="{FF2B5EF4-FFF2-40B4-BE49-F238E27FC236}">
                <a16:creationId xmlns:a16="http://schemas.microsoft.com/office/drawing/2014/main" id="{E4D05E99-57CF-C81A-80D8-E799492B64E3}"/>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46" name="tc_columnheadline">
            <a:extLst>
              <a:ext uri="{FF2B5EF4-FFF2-40B4-BE49-F238E27FC236}">
                <a16:creationId xmlns:a16="http://schemas.microsoft.com/office/drawing/2014/main" id="{D4492394-DA09-C52F-7077-1944DB893D2D}"/>
              </a:ext>
            </a:extLst>
          </p:cNvPr>
          <p:cNvCxnSpPr>
            <a:cxnSpLocks/>
            <a:stCxn id="45" idx="4"/>
            <a:endCxn id="45"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8" name="tc_columnhead">
            <a:extLst>
              <a:ext uri="{FF2B5EF4-FFF2-40B4-BE49-F238E27FC236}">
                <a16:creationId xmlns:a16="http://schemas.microsoft.com/office/drawing/2014/main" id="{B609D60C-FF97-30BB-614C-A2C30EEBBF34}"/>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49" name="tc_columnheadline">
            <a:extLst>
              <a:ext uri="{FF2B5EF4-FFF2-40B4-BE49-F238E27FC236}">
                <a16:creationId xmlns:a16="http://schemas.microsoft.com/office/drawing/2014/main" id="{64975172-FFA9-5669-B3F5-23FE35837E98}"/>
              </a:ext>
            </a:extLst>
          </p:cNvPr>
          <p:cNvCxnSpPr>
            <a:cxnSpLocks/>
            <a:stCxn id="48" idx="4"/>
            <a:endCxn id="4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18">
            <a:extLst>
              <a:ext uri="{FF2B5EF4-FFF2-40B4-BE49-F238E27FC236}">
                <a16:creationId xmlns:a16="http://schemas.microsoft.com/office/drawing/2014/main" id="{0E69FDF9-F5E1-E6D9-95C3-75B746510A50}"/>
              </a:ext>
            </a:extLst>
          </p:cNvPr>
          <p:cNvSpPr>
            <a:spLocks/>
          </p:cNvSpPr>
          <p:nvPr/>
        </p:nvSpPr>
        <p:spPr>
          <a:xfrm>
            <a:off x="8811106" y="-805994"/>
            <a:ext cx="4575600" cy="1365365"/>
          </a:xfrm>
          <a:prstGeom prst="rect">
            <a:avLst/>
          </a:prstGeom>
          <a:solidFill>
            <a:schemeClr val="bg2"/>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t>
            </a:r>
            <a:r>
              <a:rPr lang="en-US" sz="1200" b="1" u="sng" dirty="0">
                <a:solidFill>
                  <a:schemeClr val="tx1"/>
                </a:solidFill>
              </a:rPr>
              <a:t>think-cell charts</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a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CAGR arrows, difference arrows),</a:t>
            </a:r>
            <a:r>
              <a:rPr lang="en-US" sz="1200" b="1" dirty="0">
                <a:solidFill>
                  <a:schemeClr val="tx1"/>
                </a:solidFill>
              </a:rPr>
              <a:t> </a:t>
            </a:r>
            <a:r>
              <a:rPr lang="en-US" sz="1200" dirty="0">
                <a:solidFill>
                  <a:schemeClr val="tx1"/>
                </a:solidFill>
              </a:rPr>
              <a:t>right-click a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a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73" name="Text Placeholder 15">
            <a:extLst>
              <a:ext uri="{FF2B5EF4-FFF2-40B4-BE49-F238E27FC236}">
                <a16:creationId xmlns:a16="http://schemas.microsoft.com/office/drawing/2014/main" id="{FB9BC161-67F9-90B0-90B4-215D01703775}"/>
              </a:ext>
            </a:extLst>
          </p:cNvPr>
          <p:cNvSpPr/>
          <p:nvPr/>
        </p:nvSpPr>
        <p:spPr>
          <a:xfrm>
            <a:off x="407988" y="6275487"/>
            <a:ext cx="4052391"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columns, bar, bars, think-cell, chart, charts, graph, graphs, comment</a:t>
            </a:r>
          </a:p>
        </p:txBody>
      </p:sp>
      <p:sp>
        <p:nvSpPr>
          <p:cNvPr id="74" name="tcfield_S21_LargestAccount"/>
          <p:cNvSpPr txBox="1"/>
          <p:nvPr/>
        </p:nvSpPr>
        <p:spPr>
          <a:xfrm>
            <a:off x="650000" y="4650000"/>
            <a:ext cx="3400000" cy="330000"/>
          </a:xfrm>
          <a:prstGeom prst="rect">
            <a:avLst/>
          </a:prstGeom>
          <a:noFill/>
          <a:ln>
            <a:noFill/>
          </a:ln>
        </p:spPr>
        <p:txBody>
          <a:bodyPr wrap="square" rtlCol="0">
            <a:spAutoFit/>
          </a:bodyPr>
          <a:lstStyle/>
          <a:p>
            <a:fld id="{F2363072-7264-475B-A7EA-A81BF719B065}"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1_LargestAccount&lt;/m_strName&gt;&lt;/PersistentType&gt;&lt;/root&gt;">
              <a:rPr lang="en-US" sz="1400">
                <a:solidFill>
                  <a:srgbClr val="1A1D31"/>
                </a:solidFill>
              </a:rPr>
              <a:t>&lt;S21_LargestAccount&gt;</a:t>
            </a:fld>
            <a:endParaRPr lang="en-US" sz="1400"/>
          </a:p>
        </p:txBody>
      </p:sp>
      <p:sp>
        <p:nvSpPr>
          <p:cNvPr id="75" name="tcfield_S21_LargestArr"/>
          <p:cNvSpPr txBox="1"/>
          <p:nvPr/>
        </p:nvSpPr>
        <p:spPr>
          <a:xfrm>
            <a:off x="4450000" y="4650000"/>
            <a:ext cx="3400000" cy="330000"/>
          </a:xfrm>
          <a:prstGeom prst="rect">
            <a:avLst/>
          </a:prstGeom>
          <a:noFill/>
          <a:ln>
            <a:noFill/>
          </a:ln>
        </p:spPr>
        <p:txBody>
          <a:bodyPr wrap="square" rtlCol="0">
            <a:spAutoFit/>
          </a:bodyPr>
          <a:lstStyle/>
          <a:p>
            <a:fld id="{B482F1B1-3745-4500-8838-FD2E6073CEA1}"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1_LargestArr&lt;/m_strName&gt;&lt;/PersistentType&gt;&lt;/root&gt;">
              <a:rPr lang="en-US" sz="1400">
                <a:solidFill>
                  <a:srgbClr val="1A1D31"/>
                </a:solidFill>
              </a:rPr>
              <a:t>&lt;S21_LargestArr&gt;</a:t>
            </a:fld>
            <a:endParaRPr lang="en-US" sz="1400"/>
          </a:p>
        </p:txBody>
      </p:sp>
      <p:sp>
        <p:nvSpPr>
          <p:cNvPr id="76" name="tcfield_S21_LargestShare"/>
          <p:cNvSpPr txBox="1"/>
          <p:nvPr/>
        </p:nvSpPr>
        <p:spPr>
          <a:xfrm>
            <a:off x="650000" y="5070000"/>
            <a:ext cx="3400000" cy="330000"/>
          </a:xfrm>
          <a:prstGeom prst="rect">
            <a:avLst/>
          </a:prstGeom>
          <a:noFill/>
          <a:ln>
            <a:noFill/>
          </a:ln>
        </p:spPr>
        <p:txBody>
          <a:bodyPr wrap="square" rtlCol="0">
            <a:spAutoFit/>
          </a:bodyPr>
          <a:lstStyle/>
          <a:p>
            <a:fld id="{75A10CF2-B8DD-4F51-B120-ECBF1C72D44E}"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1_LargestShare&lt;/m_strName&gt;&lt;/PersistentType&gt;&lt;/root&gt;">
              <a:rPr lang="en-US" sz="1400">
                <a:solidFill>
                  <a:srgbClr val="1A1D31"/>
                </a:solidFill>
              </a:rPr>
              <a:t>&lt;S21_LargestShare&gt;</a:t>
            </a:fld>
            <a:endParaRPr lang="en-US" sz="1400"/>
          </a:p>
        </p:txBody>
      </p:sp>
      <p:sp>
        <p:nvSpPr>
          <p:cNvPr id="77" name="tcfield_S21_ThresholdFlag"/>
          <p:cNvSpPr txBox="1"/>
          <p:nvPr/>
        </p:nvSpPr>
        <p:spPr>
          <a:xfrm>
            <a:off x="4450000" y="5070000"/>
            <a:ext cx="3400000" cy="330000"/>
          </a:xfrm>
          <a:prstGeom prst="rect">
            <a:avLst/>
          </a:prstGeom>
          <a:noFill/>
          <a:ln>
            <a:noFill/>
          </a:ln>
        </p:spPr>
        <p:txBody>
          <a:bodyPr wrap="square" rtlCol="0">
            <a:spAutoFit/>
          </a:bodyPr>
          <a:lstStyle/>
          <a:p>
            <a:fld id="{548AFF6B-0CDB-4A77-A39A-B295910C5BB0}"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1_ThresholdFlag&lt;/m_strName&gt;&lt;/PersistentType&gt;&lt;/root&gt;">
              <a:rPr lang="en-US" sz="1400">
                <a:solidFill>
                  <a:srgbClr val="1A1D31"/>
                </a:solidFill>
              </a:rPr>
              <a:t>&lt;S21_ThresholdFlag&gt;</a:t>
            </a:fld>
            <a:endParaRPr lang="en-US" sz="1400"/>
          </a:p>
        </p:txBody>
      </p:sp>
      <p:sp>
        <p:nvSpPr>
          <p:cNvPr id="78" name="tcfield_S21_ConcentrationTable"/>
          <p:cNvSpPr txBox="1"/>
          <p:nvPr/>
        </p:nvSpPr>
        <p:spPr>
          <a:xfrm>
            <a:off x="100000" y="7200000"/>
            <a:ext cx="2000000" cy="100000"/>
          </a:xfrm>
          <a:prstGeom prst="rect">
            <a:avLst/>
          </a:prstGeom>
          <a:noFill/>
          <a:ln>
            <a:noFill/>
          </a:ln>
        </p:spPr>
        <p:txBody>
          <a:bodyPr wrap="square" rtlCol="0">
            <a:spAutoFit/>
          </a:bodyPr>
          <a:lstStyle/>
          <a:p>
            <a:fld id="{BC096E6A-2878-4DF9-9647-C8C5325B48AD}"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1_ConcentrationTable&lt;/m_strName&gt;&lt;/PersistentType&gt;&lt;/root&gt;">
              <a:rPr lang="en-US" sz="800">
                <a:solidFill>
                  <a:srgbClr val="1A1D31"/>
                </a:solidFill>
              </a:rPr>
              <a:t>&lt;S21_ConcentrationTable&gt;</a:t>
            </a:fld>
            <a:endParaRPr lang="en-US" sz="800"/>
          </a:p>
        </p:txBody>
      </p:sp>
    </p:spTree>
    <p:extLst>
      <p:ext uri="{BB962C8B-B14F-4D97-AF65-F5344CB8AC3E}">
        <p14:creationId xmlns:p14="http://schemas.microsoft.com/office/powerpoint/2010/main" val="404453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1135903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349" imgH="350" progId="TCLayout.ActiveDocument.1">
                  <p:embed/>
                </p:oleObj>
              </mc:Choice>
              <mc:Fallback>
                <p:oleObj name="think-cell Slide" r:id="rId24"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3" name="Rectangle 18">
            <a:extLst>
              <a:ext uri="{FF2B5EF4-FFF2-40B4-BE49-F238E27FC236}">
                <a16:creationId xmlns:a16="http://schemas.microsoft.com/office/drawing/2014/main" id="{7F4EBA3E-1547-3489-3D2C-A48BCEF28565}"/>
              </a:ext>
            </a:extLst>
          </p:cNvPr>
          <p:cNvSpPr>
            <a:spLocks/>
          </p:cNvSpPr>
          <p:nvPr/>
        </p:nvSpPr>
        <p:spPr>
          <a:xfrm>
            <a:off x="8811106" y="-1175326"/>
            <a:ext cx="4575600" cy="1734697"/>
          </a:xfrm>
          <a:prstGeom prst="rect">
            <a:avLst/>
          </a:prstGeom>
          <a:solidFill>
            <a:schemeClr val="bg1">
              <a:lumMod val="95000"/>
            </a:schemeClr>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 </a:t>
            </a:r>
            <a:r>
              <a:rPr lang="en-US" sz="1200" b="1" u="sng" dirty="0">
                <a:solidFill>
                  <a:schemeClr val="tx1"/>
                </a:solidFill>
              </a:rPr>
              <a:t>think-cell chart</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the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value lines, difference arrows),</a:t>
            </a:r>
            <a:r>
              <a:rPr lang="en-US" sz="1200" b="1" dirty="0">
                <a:solidFill>
                  <a:schemeClr val="tx1"/>
                </a:solidFill>
              </a:rPr>
              <a:t> </a:t>
            </a:r>
            <a:r>
              <a:rPr lang="en-US" sz="1200" dirty="0">
                <a:solidFill>
                  <a:schemeClr val="tx1"/>
                </a:solidFill>
              </a:rPr>
              <a:t>right-click the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the chart or a feature,</a:t>
            </a:r>
            <a:r>
              <a:rPr lang="en-US" sz="1200" b="1" dirty="0">
                <a:solidFill>
                  <a:schemeClr val="tx1"/>
                </a:solidFill>
              </a:rPr>
              <a:t> </a:t>
            </a:r>
            <a:r>
              <a:rPr lang="en-US" sz="1200" dirty="0">
                <a:solidFill>
                  <a:schemeClr val="tx1"/>
                </a:solidFill>
              </a:rPr>
              <a:t>click the chart or feature to open the mini toolbar.</a:t>
            </a:r>
          </a:p>
          <a:p>
            <a:pPr marL="140400" indent="-140400">
              <a:buFont typeface="Arial" panose="020B0604020202020204" pitchFamily="34" charset="0"/>
              <a:buChar char="•"/>
            </a:pPr>
            <a:r>
              <a:rPr lang="en-US" sz="1200" dirty="0">
                <a:solidFill>
                  <a:schemeClr val="tx1"/>
                </a:solidFill>
                <a:cs typeface="Arial"/>
              </a:rPr>
              <a:t>To </a:t>
            </a:r>
            <a:r>
              <a:rPr lang="en-US" sz="1200" b="1" dirty="0">
                <a:solidFill>
                  <a:schemeClr val="tx1"/>
                </a:solidFill>
                <a:cs typeface="Arial"/>
              </a:rPr>
              <a:t>sort the bars</a:t>
            </a:r>
            <a:r>
              <a:rPr lang="en-US" sz="1200" dirty="0">
                <a:solidFill>
                  <a:schemeClr val="tx1"/>
                </a:solidFill>
                <a:cs typeface="Arial"/>
              </a:rPr>
              <a:t> from highest to lowest, in the mini toolbar, select </a:t>
            </a:r>
            <a:r>
              <a:rPr lang="en-US" sz="1200" b="1" dirty="0">
                <a:solidFill>
                  <a:schemeClr val="tx1"/>
                </a:solidFill>
                <a:cs typeface="Arial"/>
              </a:rPr>
              <a:t>Categories in Descending Y Extent Order</a:t>
            </a:r>
            <a:r>
              <a:rPr lang="en-US" sz="1200" dirty="0">
                <a:solidFill>
                  <a:schemeClr val="tx1"/>
                </a:solidFill>
                <a:cs typeface="Arial"/>
              </a:rPr>
              <a:t>.</a:t>
            </a:r>
          </a:p>
        </p:txBody>
      </p:sp>
      <p:graphicFrame>
        <p:nvGraphicFramePr>
          <p:cNvPr id="9" name="Chart 8">
            <a:extLst>
              <a:ext uri="{FF2B5EF4-FFF2-40B4-BE49-F238E27FC236}">
                <a16:creationId xmlns:a16="http://schemas.microsoft.com/office/drawing/2014/main" id="{CBD56CE7-10C6-CF16-4B7A-CD2E5C99D3FE}"/>
              </a:ext>
            </a:extLst>
          </p:cNvPr>
          <p:cNvGraphicFramePr/>
          <p:nvPr>
            <p:custDataLst>
              <p:tags r:id="rId2"/>
            </p:custDataLst>
            <p:extLst>
              <p:ext uri="{D42A27DB-BD31-4B8C-83A1-F6EECF244321}">
                <p14:modId xmlns:p14="http://schemas.microsoft.com/office/powerpoint/2010/main" val="3042036561"/>
              </p:ext>
            </p:extLst>
          </p:nvPr>
        </p:nvGraphicFramePr>
        <p:xfrm>
          <a:off x="812800" y="2249488"/>
          <a:ext cx="6804025" cy="4114800"/>
        </p:xfrm>
        <a:graphic>
          <a:graphicData uri="http://schemas.openxmlformats.org/drawingml/2006/chart">
            <c:chart xmlns:c="http://schemas.openxmlformats.org/drawingml/2006/chart" xmlns:r="http://schemas.openxmlformats.org/officeDocument/2006/relationships" r:id="rId26"/>
          </a:graphicData>
        </a:graphic>
      </p:graphicFrame>
      <p:sp>
        <p:nvSpPr>
          <p:cNvPr id="21" name="Arrow: Right 20">
            <a:extLst>
              <a:ext uri="{FF2B5EF4-FFF2-40B4-BE49-F238E27FC236}">
                <a16:creationId xmlns:a16="http://schemas.microsoft.com/office/drawing/2014/main" id="{C825AC13-30B3-F273-0862-975E9BD50234}"/>
              </a:ext>
            </a:extLst>
          </p:cNvPr>
          <p:cNvSpPr>
            <a:spLocks/>
          </p:cNvSpPr>
          <p:nvPr>
            <p:custDataLst>
              <p:tags r:id="rId3"/>
            </p:custDataLst>
          </p:nvPr>
        </p:nvSpPr>
        <p:spPr bwMode="auto">
          <a:xfrm rot="5400000">
            <a:off x="5010150"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356" name="Straight Connector 355">
            <a:extLst>
              <a:ext uri="{FF2B5EF4-FFF2-40B4-BE49-F238E27FC236}">
                <a16:creationId xmlns:a16="http://schemas.microsoft.com/office/drawing/2014/main" id="{934AA6D2-1DFC-3C1F-AF13-57F06750C6BB}"/>
              </a:ext>
            </a:extLst>
          </p:cNvPr>
          <p:cNvCxnSpPr/>
          <p:nvPr>
            <p:custDataLst>
              <p:tags r:id="rId4"/>
            </p:custDataLst>
          </p:nvPr>
        </p:nvCxnSpPr>
        <p:spPr bwMode="auto">
          <a:xfrm flipV="1">
            <a:off x="5073650" y="4513263"/>
            <a:ext cx="0" cy="1544638"/>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2" name="Straight Connector 361">
            <a:extLst>
              <a:ext uri="{FF2B5EF4-FFF2-40B4-BE49-F238E27FC236}">
                <a16:creationId xmlns:a16="http://schemas.microsoft.com/office/drawing/2014/main" id="{8A799DCC-6AD1-F5DE-9DE9-5EAE89C72688}"/>
              </a:ext>
            </a:extLst>
          </p:cNvPr>
          <p:cNvCxnSpPr/>
          <p:nvPr>
            <p:custDataLst>
              <p:tags r:id="rId5"/>
            </p:custDataLst>
          </p:nvPr>
        </p:nvCxnSpPr>
        <p:spPr bwMode="auto">
          <a:xfrm flipV="1">
            <a:off x="5073650" y="2757488"/>
            <a:ext cx="0" cy="1543050"/>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5" name="Arrow: Right 54">
            <a:extLst>
              <a:ext uri="{FF2B5EF4-FFF2-40B4-BE49-F238E27FC236}">
                <a16:creationId xmlns:a16="http://schemas.microsoft.com/office/drawing/2014/main" id="{6227B2AA-AA04-C8F9-65BC-DC85CA80B33D}"/>
              </a:ext>
            </a:extLst>
          </p:cNvPr>
          <p:cNvSpPr/>
          <p:nvPr>
            <p:custDataLst>
              <p:tags r:id="rId6"/>
            </p:custDataLst>
          </p:nvPr>
        </p:nvSpPr>
        <p:spPr bwMode="auto">
          <a:xfrm rot="5400000">
            <a:off x="6018213" y="2438400"/>
            <a:ext cx="128588" cy="152400"/>
          </a:xfrm>
          <a:prstGeom prst="rightArrow">
            <a:avLst>
              <a:gd name="adj1" fmla="val 100000"/>
              <a:gd name="adj2" fmla="val 100000"/>
            </a:avLst>
          </a:prstGeom>
          <a:solidFill>
            <a:schemeClr val="tx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rgbClr val="777777"/>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cxnSp>
        <p:nvCxnSpPr>
          <p:cNvPr id="56" name="Straight Connector 55">
            <a:extLst>
              <a:ext uri="{FF2B5EF4-FFF2-40B4-BE49-F238E27FC236}">
                <a16:creationId xmlns:a16="http://schemas.microsoft.com/office/drawing/2014/main" id="{54C474CB-78C2-3A26-CF08-CFBBD02A0CFA}"/>
              </a:ext>
            </a:extLst>
          </p:cNvPr>
          <p:cNvCxnSpPr>
            <a:cxnSpLocks/>
          </p:cNvCxnSpPr>
          <p:nvPr>
            <p:custDataLst>
              <p:tags r:id="rId7"/>
            </p:custDataLst>
          </p:nvPr>
        </p:nvCxnSpPr>
        <p:spPr bwMode="auto">
          <a:xfrm flipV="1">
            <a:off x="6081713" y="2757488"/>
            <a:ext cx="0" cy="3300413"/>
          </a:xfrm>
          <a:prstGeom prst="line">
            <a:avLst/>
          </a:prstGeom>
          <a:ln w="9525" cap="flat" cmpd="sng" algn="ctr">
            <a:solidFill>
              <a:schemeClr val="tx1"/>
            </a:solidFill>
            <a:prstDash val="lgDash"/>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 Placeholder 2">
            <a:extLst>
              <a:ext uri="{FF2B5EF4-FFF2-40B4-BE49-F238E27FC236}">
                <a16:creationId xmlns:a16="http://schemas.microsoft.com/office/drawing/2014/main" id="{0E8F8D5C-1491-8981-3D5A-0B42E45A1311}"/>
              </a:ext>
            </a:extLst>
          </p:cNvPr>
          <p:cNvSpPr>
            <a:spLocks/>
          </p:cNvSpPr>
          <p:nvPr>
            <p:custDataLst>
              <p:tags r:id="rId8"/>
            </p:custDataLst>
          </p:nvPr>
        </p:nvSpPr>
        <p:spPr bwMode="auto">
          <a:xfrm>
            <a:off x="7558088" y="2544762"/>
            <a:ext cx="5905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ct val="0"/>
              </a:spcBef>
              <a:spcAft>
                <a:spcPct val="0"/>
              </a:spcAft>
              <a:buNone/>
            </a:pPr>
            <a:r>
              <a:rPr lang="en-US" altLang="en-US" sz="1400">
                <a:solidFill>
                  <a:schemeClr val="tx1"/>
                </a:solidFill>
                <a:effectLst/>
                <a:sym typeface="+mn-lt"/>
              </a:rPr>
              <a:t>Margin</a:t>
            </a:r>
            <a:br>
              <a:rPr lang="en-US" altLang="en-US" sz="1400">
                <a:solidFill>
                  <a:schemeClr val="tx1"/>
                </a:solidFill>
                <a:effectLst/>
                <a:sym typeface="+mn-lt"/>
              </a:rPr>
            </a:br>
            <a:r>
              <a:rPr lang="en-US" altLang="en-US" sz="1400">
                <a:solidFill>
                  <a:schemeClr val="tx1"/>
                </a:solidFill>
                <a:effectLst/>
                <a:sym typeface="+mn-lt"/>
              </a:rPr>
              <a:t>p</a:t>
            </a:r>
            <a:r>
              <a:rPr lang="en-US" sz="1400">
                <a:sym typeface="+mn-lt"/>
                <a:solidFill>
                  <a:srgbClr val="1A1D31"/>
                </a:solidFill>
              </a:rPr>
              <a:t>er unit</a:t>
            </a:r>
            <a:endParaRPr lang="en-US" sz="1400">
              <a:solidFill>
                <a:schemeClr val="tx1"/>
              </a:solidFill>
              <a:sym typeface="+mn-lt"/>
            </a:endParaRPr>
          </a:p>
        </p:txBody>
      </p:sp>
      <p:sp>
        <p:nvSpPr>
          <p:cNvPr id="24" name="Text Placeholder 2">
            <a:extLst>
              <a:ext uri="{FF2B5EF4-FFF2-40B4-BE49-F238E27FC236}">
                <a16:creationId xmlns:a16="http://schemas.microsoft.com/office/drawing/2014/main" id="{8A4D44A3-DF10-DFD0-EE66-C96264BE5B68}"/>
              </a:ext>
            </a:extLst>
          </p:cNvPr>
          <p:cNvSpPr>
            <a:spLocks/>
          </p:cNvSpPr>
          <p:nvPr>
            <p:custDataLst>
              <p:tags r:id="rId9"/>
            </p:custDataLst>
          </p:nvPr>
        </p:nvSpPr>
        <p:spPr bwMode="auto">
          <a:xfrm>
            <a:off x="403225" y="288607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5BA8B82-2C5E-446B-AE5B-7515A83038B1}" type="datetime'''B''r''an''''''''''''''''''''''''''d'''''''' ''''1'">
              <a:rPr lang="en-US" altLang="en-US" sz="1400" smtClean="0">
                <a:solidFill>
                  <a:srgbClr val="1A1D31"/>
                </a:solidFill>
              </a:rPr>
              <a:pPr marL="0" lvl="0" indent="0" algn="r">
                <a:spcBef>
                  <a:spcPct val="0"/>
                </a:spcBef>
                <a:spcAft>
                  <a:spcPct val="0"/>
                </a:spcAft>
                <a:buNone/>
              </a:pPr>
              <a:t>Brand 1</a:t>
            </a:fld>
            <a:endParaRPr lang="en-US" sz="1400"/>
          </a:p>
        </p:txBody>
      </p:sp>
      <p:sp>
        <p:nvSpPr>
          <p:cNvPr id="26" name="Text Placeholder 2">
            <a:extLst>
              <a:ext uri="{FF2B5EF4-FFF2-40B4-BE49-F238E27FC236}">
                <a16:creationId xmlns:a16="http://schemas.microsoft.com/office/drawing/2014/main" id="{A3D46989-DB07-AF83-390A-708F0554011E}"/>
              </a:ext>
            </a:extLst>
          </p:cNvPr>
          <p:cNvSpPr>
            <a:spLocks/>
          </p:cNvSpPr>
          <p:nvPr>
            <p:custDataLst>
              <p:tags r:id="rId10"/>
            </p:custDataLst>
          </p:nvPr>
        </p:nvSpPr>
        <p:spPr bwMode="auto">
          <a:xfrm>
            <a:off x="403225" y="335756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0A6ECC6-4287-4547-BFCA-64B9A0539B5E}" type="datetime'''''''''B''''''r''a''''n''''d'''''''' ''''''2'''''">
              <a:rPr lang="en-US" altLang="en-US" sz="1400" smtClean="0">
                <a:solidFill>
                  <a:srgbClr val="1A1D31"/>
                </a:solidFill>
              </a:rPr>
              <a:pPr marL="0" lvl="0" indent="0" algn="r">
                <a:spcBef>
                  <a:spcPct val="0"/>
                </a:spcBef>
                <a:spcAft>
                  <a:spcPct val="0"/>
                </a:spcAft>
                <a:buNone/>
              </a:pPr>
              <a:t>Brand 2</a:t>
            </a:fld>
            <a:endParaRPr lang="en-US" sz="1400"/>
          </a:p>
        </p:txBody>
      </p:sp>
      <p:sp>
        <p:nvSpPr>
          <p:cNvPr id="27" name="Text Placeholder 2">
            <a:extLst>
              <a:ext uri="{FF2B5EF4-FFF2-40B4-BE49-F238E27FC236}">
                <a16:creationId xmlns:a16="http://schemas.microsoft.com/office/drawing/2014/main" id="{E88BD066-4908-0B00-E9CE-64681E72D930}"/>
              </a:ext>
            </a:extLst>
          </p:cNvPr>
          <p:cNvSpPr>
            <a:spLocks/>
          </p:cNvSpPr>
          <p:nvPr>
            <p:custDataLst>
              <p:tags r:id="rId11"/>
            </p:custDataLst>
          </p:nvPr>
        </p:nvSpPr>
        <p:spPr bwMode="auto">
          <a:xfrm>
            <a:off x="403225" y="382905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50D3C9C3-D821-42CA-83DB-48FA5BABAA52}" type="datetime'''''''''B''''''''''''r''''an''d'''''' ''''''''''3'''''''">
              <a:rPr lang="en-US" altLang="en-US" sz="1400" smtClean="0">
                <a:solidFill>
                  <a:srgbClr val="1A1D31"/>
                </a:solidFill>
              </a:rPr>
              <a:pPr marL="0" lvl="0" indent="0" algn="r">
                <a:spcBef>
                  <a:spcPct val="0"/>
                </a:spcBef>
                <a:spcAft>
                  <a:spcPct val="0"/>
                </a:spcAft>
                <a:buNone/>
              </a:pPr>
              <a:t>Brand 3</a:t>
            </a:fld>
            <a:endParaRPr lang="en-US" sz="1400"/>
          </a:p>
        </p:txBody>
      </p:sp>
      <p:sp>
        <p:nvSpPr>
          <p:cNvPr id="28" name="Text Placeholder 2">
            <a:extLst>
              <a:ext uri="{FF2B5EF4-FFF2-40B4-BE49-F238E27FC236}">
                <a16:creationId xmlns:a16="http://schemas.microsoft.com/office/drawing/2014/main" id="{CA9671B0-D91D-6C8A-3F88-EAD87348508B}"/>
              </a:ext>
            </a:extLst>
          </p:cNvPr>
          <p:cNvSpPr>
            <a:spLocks/>
          </p:cNvSpPr>
          <p:nvPr>
            <p:custDataLst>
              <p:tags r:id="rId12"/>
            </p:custDataLst>
          </p:nvPr>
        </p:nvSpPr>
        <p:spPr bwMode="auto">
          <a:xfrm>
            <a:off x="403225" y="4300538"/>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41EDE958-AF08-42F2-87AE-C4F05609F1DF}" type="datetime'''B''r''''''''''''''''''''''''''''''''an''''''''d'''' 4'''">
              <a:rPr lang="en-US" altLang="en-US" sz="1400" smtClean="0">
                <a:solidFill>
                  <a:srgbClr val="1A1D31"/>
                </a:solidFill>
              </a:rPr>
              <a:pPr marL="0" lvl="0" indent="0" algn="r">
                <a:spcBef>
                  <a:spcPct val="0"/>
                </a:spcBef>
                <a:spcAft>
                  <a:spcPct val="0"/>
                </a:spcAft>
                <a:buNone/>
              </a:pPr>
              <a:t>Brand 4</a:t>
            </a:fld>
            <a:endParaRPr lang="en-US" sz="1400"/>
          </a:p>
        </p:txBody>
      </p:sp>
      <p:sp>
        <p:nvSpPr>
          <p:cNvPr id="31" name="Text Placeholder 2">
            <a:extLst>
              <a:ext uri="{FF2B5EF4-FFF2-40B4-BE49-F238E27FC236}">
                <a16:creationId xmlns:a16="http://schemas.microsoft.com/office/drawing/2014/main" id="{49CF8985-4D3C-EFA2-B457-B43029BBF799}"/>
              </a:ext>
            </a:extLst>
          </p:cNvPr>
          <p:cNvSpPr>
            <a:spLocks/>
          </p:cNvSpPr>
          <p:nvPr>
            <p:custDataLst>
              <p:tags r:id="rId13"/>
            </p:custDataLst>
          </p:nvPr>
        </p:nvSpPr>
        <p:spPr bwMode="auto">
          <a:xfrm>
            <a:off x="403225" y="4772025"/>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D3BF212-0685-4A0F-9AC7-E70BADFD212A}" type="datetime'''''B''''r''''''''''a''''''nd'''''''''''''''''''''''' ''''5'">
              <a:rPr lang="en-US" altLang="en-US" sz="1400" smtClean="0">
                <a:solidFill>
                  <a:srgbClr val="1A1D31"/>
                </a:solidFill>
              </a:rPr>
              <a:pPr marL="0" lvl="0" indent="0" algn="r">
                <a:spcBef>
                  <a:spcPct val="0"/>
                </a:spcBef>
                <a:spcAft>
                  <a:spcPct val="0"/>
                </a:spcAft>
                <a:buNone/>
              </a:pPr>
              <a:t>Brand 5</a:t>
            </a:fld>
            <a:endParaRPr lang="en-US" sz="1400"/>
          </a:p>
        </p:txBody>
      </p:sp>
      <p:sp>
        <p:nvSpPr>
          <p:cNvPr id="32" name="Text Placeholder 2">
            <a:extLst>
              <a:ext uri="{FF2B5EF4-FFF2-40B4-BE49-F238E27FC236}">
                <a16:creationId xmlns:a16="http://schemas.microsoft.com/office/drawing/2014/main" id="{51F04605-7815-7E0B-4DC4-560BDAA83566}"/>
              </a:ext>
            </a:extLst>
          </p:cNvPr>
          <p:cNvSpPr>
            <a:spLocks/>
          </p:cNvSpPr>
          <p:nvPr>
            <p:custDataLst>
              <p:tags r:id="rId14"/>
            </p:custDataLst>
          </p:nvPr>
        </p:nvSpPr>
        <p:spPr bwMode="auto">
          <a:xfrm>
            <a:off x="403225" y="5243513"/>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AE7C7A1-A1D0-4339-8750-60CC335B06A9}" type="datetime'''''''B''r''a''''''n''''''''''''''''''''''d'''' 6'''''''''">
              <a:rPr lang="en-US" altLang="en-US" sz="1400" smtClean="0">
                <a:solidFill>
                  <a:srgbClr val="1A1D31"/>
                </a:solidFill>
              </a:rPr>
              <a:pPr marL="0" lvl="0" indent="0" algn="r">
                <a:spcBef>
                  <a:spcPct val="0"/>
                </a:spcBef>
                <a:spcAft>
                  <a:spcPct val="0"/>
                </a:spcAft>
                <a:buNone/>
              </a:pPr>
              <a:t>Brand 6</a:t>
            </a:fld>
            <a:endParaRPr lang="en-US" sz="1400"/>
          </a:p>
        </p:txBody>
      </p:sp>
      <p:sp>
        <p:nvSpPr>
          <p:cNvPr id="33" name="Text Placeholder 2">
            <a:extLst>
              <a:ext uri="{FF2B5EF4-FFF2-40B4-BE49-F238E27FC236}">
                <a16:creationId xmlns:a16="http://schemas.microsoft.com/office/drawing/2014/main" id="{29C42B69-C377-A7D0-1496-F526CCD0FA80}"/>
              </a:ext>
            </a:extLst>
          </p:cNvPr>
          <p:cNvSpPr>
            <a:spLocks/>
          </p:cNvSpPr>
          <p:nvPr>
            <p:custDataLst>
              <p:tags r:id="rId15"/>
            </p:custDataLst>
          </p:nvPr>
        </p:nvSpPr>
        <p:spPr bwMode="auto">
          <a:xfrm>
            <a:off x="403225" y="5715000"/>
            <a:ext cx="620713"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7E460325-25F0-4177-96C3-6527D19F6B4D}" type="datetime'B''''''''''''''''r''''''''''''''''''''a''nd ''''''''''''7'">
              <a:rPr lang="en-US" altLang="en-US" sz="1400" smtClean="0">
                <a:solidFill>
                  <a:srgbClr val="1A1D31"/>
                </a:solidFill>
              </a:rPr>
              <a:pPr marL="0" lvl="0" indent="0" algn="r">
                <a:spcBef>
                  <a:spcPct val="0"/>
                </a:spcBef>
                <a:spcAft>
                  <a:spcPct val="0"/>
                </a:spcAft>
                <a:buNone/>
              </a:pPr>
              <a:t>Brand 7</a:t>
            </a:fld>
            <a:endParaRPr lang="en-US" sz="1400"/>
          </a:p>
        </p:txBody>
      </p:sp>
      <p:sp>
        <p:nvSpPr>
          <p:cNvPr id="39" name="Text Placeholder 2">
            <a:extLst>
              <a:ext uri="{FF2B5EF4-FFF2-40B4-BE49-F238E27FC236}">
                <a16:creationId xmlns:a16="http://schemas.microsoft.com/office/drawing/2014/main" id="{E14C730E-1CFD-BB90-D92D-5E530FD0B2B5}"/>
              </a:ext>
            </a:extLst>
          </p:cNvPr>
          <p:cNvSpPr>
            <a:spLocks/>
          </p:cNvSpPr>
          <p:nvPr>
            <p:custDataLst>
              <p:tags r:id="rId16"/>
            </p:custDataLst>
          </p:nvPr>
        </p:nvSpPr>
        <p:spPr bwMode="auto">
          <a:xfrm>
            <a:off x="4586288" y="1974850"/>
            <a:ext cx="974725"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Symbol" panose="05050102010706020507" pitchFamily="18" charset="2"/>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r>
              <a:rPr lang="en-US" altLang="en-US" sz="1400" b="1">
                <a:solidFill>
                  <a:srgbClr val="1A1D31"/>
                </a:solidFill>
              </a:rPr>
              <a:t>Market avg.</a:t>
            </a:r>
            <a:endParaRPr lang="en-US" altLang="en-US" sz="1400" b="1">
              <a:effectLst/>
            </a:endParaRPr>
          </a:p>
          <a:p>
            <a:pPr marL="0" lvl="0" indent="0" algn="ctr">
              <a:spcBef>
                <a:spcPct val="0"/>
              </a:spcBef>
              <a:spcAft>
                <a:spcPct val="0"/>
              </a:spcAft>
              <a:buNone/>
            </a:pPr>
            <a:fld id="{38244F02-4612-42C9-9C12-F3FE8B86482B}" type="datetime'''2''''''''''''''''''''''5'''''''''''''''''''''">
              <a:rPr lang="en-US" altLang="en-US" sz="1400" smtClean="0">
                <a:solidFill>
                  <a:srgbClr val="1A1D31"/>
                </a:solidFill>
              </a:rPr>
              <a:pPr marL="0" lvl="0" indent="0" algn="ctr">
                <a:spcBef>
                  <a:spcPct val="0"/>
                </a:spcBef>
                <a:spcAft>
                  <a:spcPct val="0"/>
                </a:spcAft>
                <a:buNone/>
              </a:pPr>
              <a:t>25</a:t>
            </a:fld>
            <a:endParaRPr lang="en-US" sz="1400"/>
          </a:p>
        </p:txBody>
      </p:sp>
      <p:sp>
        <p:nvSpPr>
          <p:cNvPr id="54" name="Text Placeholder 2">
            <a:extLst>
              <a:ext uri="{FF2B5EF4-FFF2-40B4-BE49-F238E27FC236}">
                <a16:creationId xmlns:a16="http://schemas.microsoft.com/office/drawing/2014/main" id="{A36AD9A7-A470-4248-33C2-9AE6FF8B56DA}"/>
              </a:ext>
            </a:extLst>
          </p:cNvPr>
          <p:cNvSpPr>
            <a:spLocks/>
          </p:cNvSpPr>
          <p:nvPr>
            <p:custDataLst>
              <p:tags r:id="rId17"/>
            </p:custDataLst>
          </p:nvPr>
        </p:nvSpPr>
        <p:spPr bwMode="auto">
          <a:xfrm>
            <a:off x="5653088" y="1974850"/>
            <a:ext cx="857250" cy="425450"/>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ctr">
              <a:spcBef>
                <a:spcPct val="0"/>
              </a:spcBef>
              <a:spcAft>
                <a:spcPct val="0"/>
              </a:spcAft>
              <a:buNone/>
            </a:pPr>
            <a:r>
              <a:rPr lang="en-US" altLang="en-US" sz="1400" b="1">
                <a:solidFill>
                  <a:srgbClr val="1A1D31"/>
                </a:solidFill>
              </a:rPr>
              <a:t>Our target</a:t>
            </a:r>
          </a:p>
          <a:p>
            <a:pPr marL="0" lvl="0" indent="0" algn="ctr">
              <a:spcBef>
                <a:spcPct val="0"/>
              </a:spcBef>
              <a:spcAft>
                <a:spcPct val="0"/>
              </a:spcAft>
              <a:buNone/>
            </a:pPr>
            <a:fld id="{B7B99715-CCEA-4008-B7DC-47D60E750A8C}" type="datetime'''''''''''''''''''''3''''''''6'''''''''''''''''">
              <a:rPr lang="en-US" altLang="en-US" sz="1400" smtClean="0">
                <a:solidFill>
                  <a:srgbClr val="1A1D31"/>
                </a:solidFill>
              </a:rPr>
              <a:pPr marL="0" lvl="0" indent="0" algn="ctr">
                <a:spcBef>
                  <a:spcPct val="0"/>
                </a:spcBef>
                <a:spcAft>
                  <a:spcPct val="0"/>
                </a:spcAft>
                <a:buNone/>
              </a:pPr>
              <a:t>36</a:t>
            </a:fld>
            <a:endParaRPr lang="en-US" sz="1400"/>
          </a:p>
        </p:txBody>
      </p:sp>
      <p:sp>
        <p:nvSpPr>
          <p:cNvPr id="125" name="Rectangle 124">
            <a:extLst>
              <a:ext uri="{FF2B5EF4-FFF2-40B4-BE49-F238E27FC236}">
                <a16:creationId xmlns:a16="http://schemas.microsoft.com/office/drawing/2014/main" id="{24AF8FE4-3A25-7F92-FA57-D7436F27B24F}"/>
              </a:ext>
            </a:extLst>
          </p:cNvPr>
          <p:cNvSpPr/>
          <p:nvPr>
            <p:custDataLst>
              <p:tags r:id="rId18"/>
            </p:custDataLst>
          </p:nvPr>
        </p:nvSpPr>
        <p:spPr bwMode="auto">
          <a:xfrm>
            <a:off x="474663" y="1974850"/>
            <a:ext cx="250825" cy="187325"/>
          </a:xfrm>
          <a:prstGeom prst="rect">
            <a:avLst/>
          </a:prstGeom>
          <a:solidFill>
            <a:schemeClr val="accent1"/>
          </a:solidFill>
          <a:ln w="9525" cap="flat" cmpd="sng" algn="ctr">
            <a:noFill/>
            <a:prstDash val="solid"/>
            <a:miter lim="800000"/>
            <a:headEnd type="none" w="med" len="med"/>
            <a:tailEnd type="none" w="med" len="med"/>
          </a:ln>
          <a:effectLst/>
          <a:extLst>
            <a:ext uri="{91240B29-F687-4F45-9708-019B960494DF}">
              <a14:hiddenLine xmlns:a14="http://schemas.microsoft.com/office/drawing/2010/main" w="9525" cap="flat" cmpd="sng" algn="ctr">
                <a:solidFill>
                  <a:schemeClr val="bg1"/>
                </a:solidFill>
                <a:prstDash val="solid"/>
                <a:miter lim="800000"/>
                <a:headEnd type="none" w="med" len="med"/>
                <a:tailEnd type="none" w="med" len="med"/>
              </a14:hiddenLine>
            </a:ext>
          </a:ex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124" name="Rectangle 123">
            <a:extLst>
              <a:ext uri="{FF2B5EF4-FFF2-40B4-BE49-F238E27FC236}">
                <a16:creationId xmlns:a16="http://schemas.microsoft.com/office/drawing/2014/main" id="{8F71070C-E52C-D998-EC41-3DB65A967EF7}"/>
              </a:ext>
            </a:extLst>
          </p:cNvPr>
          <p:cNvSpPr/>
          <p:nvPr>
            <p:custDataLst>
              <p:tags r:id="rId19"/>
            </p:custDataLst>
          </p:nvPr>
        </p:nvSpPr>
        <p:spPr bwMode="auto">
          <a:xfrm>
            <a:off x="1674813" y="197485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lang="en-US" sz="1400" err="1">
              <a:solidFill>
                <a:schemeClr val="tx1"/>
              </a:solidFill>
            </a:endParaRPr>
          </a:p>
        </p:txBody>
      </p:sp>
      <p:sp>
        <p:nvSpPr>
          <p:cNvPr id="71" name="Text Placeholder 2">
            <a:extLst>
              <a:ext uri="{FF2B5EF4-FFF2-40B4-BE49-F238E27FC236}">
                <a16:creationId xmlns:a16="http://schemas.microsoft.com/office/drawing/2014/main" id="{03B45610-B3C0-1D08-1D95-95FF6C013374}"/>
              </a:ext>
            </a:extLst>
          </p:cNvPr>
          <p:cNvSpPr>
            <a:spLocks/>
          </p:cNvSpPr>
          <p:nvPr>
            <p:custDataLst>
              <p:tags r:id="rId20"/>
            </p:custDataLst>
          </p:nvPr>
        </p:nvSpPr>
        <p:spPr bwMode="auto">
          <a:xfrm>
            <a:off x="776288" y="1970088"/>
            <a:ext cx="7969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0AB0605-8D71-4CE9-92CF-791AE4211A99}" type="datetime'O''u''''''''''''''r'''' ''''''b''''''r''''''a''''''nd'">
              <a:rPr lang="en-US" altLang="en-US" sz="1400" smtClean="0">
                <a:solidFill>
                  <a:srgbClr val="1A1D31"/>
                </a:solidFill>
              </a:rPr>
              <a:pPr marL="0" lvl="0" indent="0">
                <a:spcBef>
                  <a:spcPct val="0"/>
                </a:spcBef>
                <a:spcAft>
                  <a:spcPct val="0"/>
                </a:spcAft>
                <a:buNone/>
              </a:pPr>
              <a:t>Our brand</a:t>
            </a:fld>
            <a:endParaRPr lang="en-US" sz="1400"/>
          </a:p>
        </p:txBody>
      </p:sp>
      <p:sp>
        <p:nvSpPr>
          <p:cNvPr id="68" name="Text Placeholder 2">
            <a:extLst>
              <a:ext uri="{FF2B5EF4-FFF2-40B4-BE49-F238E27FC236}">
                <a16:creationId xmlns:a16="http://schemas.microsoft.com/office/drawing/2014/main" id="{A36AD9A7-A470-4248-33C2-9AE6FF8B56DA}"/>
              </a:ext>
            </a:extLst>
          </p:cNvPr>
          <p:cNvSpPr>
            <a:spLocks/>
          </p:cNvSpPr>
          <p:nvPr>
            <p:custDataLst>
              <p:tags r:id="rId21"/>
            </p:custDataLst>
          </p:nvPr>
        </p:nvSpPr>
        <p:spPr bwMode="auto">
          <a:xfrm>
            <a:off x="1976438" y="1970088"/>
            <a:ext cx="95567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ct val="0"/>
              </a:spcBef>
              <a:spcAft>
                <a:spcPct val="0"/>
              </a:spcAft>
              <a:buNone/>
            </a:pPr>
            <a:fld id="{46FBF1B3-9BFC-4E0D-8B82-E2C6FF0E38B7}" type="datetime'''C''''o''''''m''''p''''et''''i''''''t''''''''o''''rs'''''''''">
              <a:rPr lang="en-US" altLang="en-US" sz="1400" smtClean="0">
                <a:solidFill>
                  <a:srgbClr val="1A1D31"/>
                </a:solidFill>
              </a:rPr>
              <a:pPr marL="0" lvl="0" indent="0">
                <a:spcBef>
                  <a:spcPct val="0"/>
                </a:spcBef>
                <a:spcAft>
                  <a:spcPct val="0"/>
                </a:spcAft>
                <a:buNone/>
              </a:pPr>
              <a:t>Competitors</a:t>
            </a:fld>
            <a:endParaRPr lang="en-US" sz="1400"/>
          </a:p>
        </p:txBody>
      </p:sp>
      <p:sp>
        <p:nvSpPr>
          <p:cNvPr id="6" name="tc_columnhead">
            <a:extLst>
              <a:ext uri="{FF2B5EF4-FFF2-40B4-BE49-F238E27FC236}">
                <a16:creationId xmlns:a16="http://schemas.microsoft.com/office/drawing/2014/main" id="{DD8B1446-4C6B-3F84-1547-B2F5067DF169}"/>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8" name="tc_columnheadline">
            <a:extLst>
              <a:ext uri="{FF2B5EF4-FFF2-40B4-BE49-F238E27FC236}">
                <a16:creationId xmlns:a16="http://schemas.microsoft.com/office/drawing/2014/main" id="{C95042D1-A540-5ADE-F6A4-9668F6EA2130}"/>
              </a:ext>
            </a:extLst>
          </p:cNvPr>
          <p:cNvCxnSpPr>
            <a:cxnSpLocks/>
            <a:stCxn id="6" idx="4"/>
            <a:endCxn id="6"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c_columnhead">
            <a:extLst>
              <a:ext uri="{FF2B5EF4-FFF2-40B4-BE49-F238E27FC236}">
                <a16:creationId xmlns:a16="http://schemas.microsoft.com/office/drawing/2014/main" id="{7C88D92E-A6CE-ADA2-BF37-DBB878DC12FC}"/>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14" name="tc_columnheadline">
            <a:extLst>
              <a:ext uri="{FF2B5EF4-FFF2-40B4-BE49-F238E27FC236}">
                <a16:creationId xmlns:a16="http://schemas.microsoft.com/office/drawing/2014/main" id="{4672D726-8B34-C51E-E021-BE9CC02D9934}"/>
              </a:ext>
            </a:extLst>
          </p:cNvPr>
          <p:cNvCxnSpPr>
            <a:cxnSpLocks/>
            <a:stCxn id="11" idx="4"/>
            <a:endCxn id="11"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0" name="Text Placeholder 15">
            <a:extLst>
              <a:ext uri="{FF2B5EF4-FFF2-40B4-BE49-F238E27FC236}">
                <a16:creationId xmlns:a16="http://schemas.microsoft.com/office/drawing/2014/main" id="{A2E4A1B7-8BBA-7E58-A088-FD226839ED9B}"/>
              </a:ext>
            </a:extLst>
          </p:cNvPr>
          <p:cNvSpPr/>
          <p:nvPr/>
        </p:nvSpPr>
        <p:spPr>
          <a:xfrm>
            <a:off x="407988" y="6275487"/>
            <a:ext cx="4257576"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 columns, bars, think-cell, chart, charts, graph, graphs, comment</a:t>
            </a:r>
          </a:p>
        </p:txBody>
      </p:sp>
      <p:sp>
        <p:nvSpPr>
          <p:cNvPr id="363" name="tcfield_S22_StaleActivityFootnote"/>
          <p:cNvSpPr txBox="1"/>
          <p:nvPr/>
        </p:nvSpPr>
        <p:spPr>
          <a:xfrm>
            <a:off x="650000" y="5900000"/>
            <a:ext cx="8200000" cy="260000"/>
          </a:xfrm>
          <a:prstGeom prst="rect">
            <a:avLst/>
          </a:prstGeom>
          <a:noFill/>
          <a:ln>
            <a:noFill/>
          </a:ln>
        </p:spPr>
        <p:txBody>
          <a:bodyPr wrap="square" rtlCol="0">
            <a:spAutoFit/>
          </a:bodyPr>
          <a:lstStyle/>
          <a:p>
            <a:fld id="{08D6155B-8DD4-412C-AC7F-837CD0A60780}"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2_StaleActivityFootnote&lt;/m_strName&gt;&lt;/PersistentType&gt;&lt;/root&gt;">
              <a:rPr lang="en-US" sz="1400">
                <a:solidFill>
                  <a:srgbClr val="1A1D31"/>
                </a:solidFill>
              </a:rPr>
              <a:t>&lt;S22_StaleActivityFootnote&gt;</a:t>
            </a:fld>
            <a:endParaRPr lang="en-US" sz="1400"/>
          </a:p>
        </p:txBody>
      </p:sp>
    </p:spTree>
    <p:extLst>
      <p:ext uri="{BB962C8B-B14F-4D97-AF65-F5344CB8AC3E}">
        <p14:creationId xmlns:p14="http://schemas.microsoft.com/office/powerpoint/2010/main" val="832147397"/>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 opps × win rate × avg deal) ÷ cycle days —</a:t>
            </a:r>
          </a:p>
        </p:txBody>
      </p:sp>
      <p:sp>
        <p:nvSpPr>
          <p:cNvPr id="4" name="Text Placeholder 3"/>
          <p:cNvSpPr>
            <a:spLocks noGrp="1"/>
          </p:cNvSpPr>
          <p:nvPr>
            <p:ph type="body" idx="144" sz="quarter"/>
          </p:nvPr>
        </p:nvSpPr>
        <p:spPr/>
        <p:txBody>
          <a:bodyPr/>
          <a:lstStyle/>
          <a:p>
            <a:r>
              <a:rPr>
                <a:solidFill>
                  <a:srgbClr val="1A1D31"/>
                </a:solidFill>
              </a:rPr>
              <a:t>Sales 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single-cell bindings]</a:t>
            </a:r>
          </a:p>
          <a:p>
            <a:r>
              <a:rPr sz="1100" b="0">
                <a:solidFill>
                  <a:srgbClr val="1A1D31"/>
                </a:solidFill>
                <a:latin typeface="Arial"/>
              </a:rPr>
              <a:t>Source: model.xlsx</a:t>
            </a:r>
          </a:p>
          <a:p>
            <a:r>
              <a:rPr sz="1100" b="0">
                <a:solidFill>
                  <a:srgbClr val="1A1D31"/>
                </a:solidFill>
                <a:latin typeface="Arial"/>
              </a:rPr>
              <a:t>Range: Sales_Velocity!A1:C6</a:t>
            </a:r>
          </a:p>
          <a:p>
            <a:r>
              <a:rPr sz="1100" b="0">
                <a:solidFill>
                  <a:srgbClr val="1A1D31"/>
                </a:solidFill>
                <a:latin typeface="Arial"/>
              </a:rPr>
              <a:t>  Single-cell text bindings, in formula order:</a:t>
            </a:r>
          </a:p>
          <a:p>
            <a:r>
              <a:rPr sz="1100" b="0">
                <a:solidFill>
                  <a:srgbClr val="1A1D31"/>
                </a:solidFill>
                <a:latin typeface="Arial"/>
              </a:rPr>
              <a:t>    Sales_Velocity!B2  →  # Open L+E opps</a:t>
            </a:r>
          </a:p>
          <a:p>
            <a:r>
              <a:rPr sz="1100" b="0">
                <a:solidFill>
                  <a:srgbClr val="1A1D31"/>
                </a:solidFill>
                <a:latin typeface="Arial"/>
              </a:rPr>
              <a:t>    Sales_Velocity!B3  →  Win rate (CFQ Land+Expand closed)</a:t>
            </a:r>
          </a:p>
          <a:p>
            <a:r>
              <a:rPr sz="1100" b="0">
                <a:solidFill>
                  <a:srgbClr val="1A1D31"/>
                </a:solidFill>
                <a:latin typeface="Arial"/>
              </a:rPr>
              <a:t>    Sales_Velocity!B4  →  Avg deal size (won, last 6mo, EUR)</a:t>
            </a:r>
          </a:p>
          <a:p>
            <a:r>
              <a:rPr sz="1100" b="0">
                <a:solidFill>
                  <a:srgbClr val="1A1D31"/>
                </a:solidFill>
                <a:latin typeface="Arial"/>
              </a:rPr>
              <a:t>    Sales_Velocity!B5  →  Avg cycle days (won, last 6mo)</a:t>
            </a:r>
          </a:p>
          <a:p>
            <a:r>
              <a:rPr sz="1100" b="0">
                <a:solidFill>
                  <a:srgbClr val="1A1D31"/>
                </a:solidFill>
                <a:latin typeface="Arial"/>
              </a:rPr>
              <a:t>    Sales_Velocity!B6  →  Velocity (EUR / day)</a:t>
            </a:r>
          </a:p>
          <a:p>
            <a:r>
              <a:rPr sz="1100" b="0">
                <a:solidFill>
                  <a:srgbClr val="1A1D31"/>
                </a:solidFill>
                <a:latin typeface="Arial"/>
              </a:rPr>
              <a:t>Render 4 component KPI tiles across the slide; B6 (velocity)</a:t>
            </a:r>
          </a:p>
          <a:p>
            <a:r>
              <a:rPr sz="1100" b="0">
                <a:solidFill>
                  <a:srgbClr val="1A1D31"/>
                </a:solidFill>
                <a:latin typeface="Arial"/>
              </a:rPr>
              <a:t>sits center-large. The 'Note' column on each row (col C) is the</a:t>
            </a:r>
          </a:p>
          <a:p>
            <a:r>
              <a:rPr sz="1100" b="0">
                <a:solidFill>
                  <a:srgbClr val="1A1D31"/>
                </a:solidFill>
                <a:latin typeface="Arial"/>
              </a:rPr>
              <a:t>stakeholder-facing methodology — bind as italic-gray footnote.</a:t>
            </a:r>
          </a:p>
          <a:p>
            <a:r>
              <a:rPr sz="1100" b="0">
                <a:solidFill>
                  <a:srgbClr val="1A1D31"/>
                </a:solidFill>
                <a:latin typeface="Arial"/>
              </a:rPr>
              <a:t>No Δ-vs-prior cell exists today; QoQ delta is a Phase 2 ask.</a:t>
            </a:r>
          </a:p>
        </p:txBody>
      </p:sp>
      <p:sp>
        <p:nvSpPr>
          <p:cNvPr id="7" name="tcfield_S23_OpenOppsValue"/>
          <p:cNvSpPr txBox="1"/>
          <p:nvPr/>
        </p:nvSpPr>
        <p:spPr>
          <a:xfrm>
            <a:off x="650000" y="1250000"/>
            <a:ext cx="3900000" cy="360000"/>
          </a:xfrm>
          <a:prstGeom prst="rect">
            <a:avLst/>
          </a:prstGeom>
          <a:noFill/>
          <a:ln>
            <a:noFill/>
          </a:ln>
        </p:spPr>
        <p:txBody>
          <a:bodyPr wrap="square" rtlCol="0">
            <a:spAutoFit/>
          </a:bodyPr>
          <a:lstStyle/>
          <a:p>
            <a:fld id="{F4DA12E4-FC90-49A4-8C59-4CEB0682956A}"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OpenOppsValue&lt;/m_strName&gt;&lt;/PersistentType&gt;&lt;/root&gt;">
              <a:rPr lang="en-US" sz="1800">
                <a:solidFill>
                  <a:srgbClr val="083EA7"/>
                </a:solidFill>
              </a:rPr>
              <a:t>&lt;S23_OpenOppsValue&gt;</a:t>
            </a:fld>
            <a:endParaRPr lang="en-US" sz="1800"/>
          </a:p>
        </p:txBody>
      </p:sp>
      <p:sp>
        <p:nvSpPr>
          <p:cNvPr id="8" name="tcfield_S23_OpenOppsNote"/>
          <p:cNvSpPr txBox="1"/>
          <p:nvPr/>
        </p:nvSpPr>
        <p:spPr>
          <a:xfrm>
            <a:off x="5050000" y="1250000"/>
            <a:ext cx="3900000" cy="360000"/>
          </a:xfrm>
          <a:prstGeom prst="rect">
            <a:avLst/>
          </a:prstGeom>
          <a:noFill/>
          <a:ln>
            <a:noFill/>
          </a:ln>
        </p:spPr>
        <p:txBody>
          <a:bodyPr wrap="square" rtlCol="0">
            <a:spAutoFit/>
          </a:bodyPr>
          <a:lstStyle/>
          <a:p>
            <a:fld id="{669A5B45-2F4D-4332-8547-76380100322C}"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OpenOppsNote&lt;/m_strName&gt;&lt;/PersistentType&gt;&lt;/root&gt;">
              <a:rPr lang="en-US" sz="1800">
                <a:solidFill>
                  <a:srgbClr val="083EA7"/>
                </a:solidFill>
              </a:rPr>
              <a:t>&lt;S23_OpenOppsNote&gt;</a:t>
            </a:fld>
            <a:endParaRPr lang="en-US" sz="1800"/>
          </a:p>
        </p:txBody>
      </p:sp>
      <p:sp>
        <p:nvSpPr>
          <p:cNvPr id="9" name="tcfield_S23_WinRateValue"/>
          <p:cNvSpPr txBox="1"/>
          <p:nvPr/>
        </p:nvSpPr>
        <p:spPr>
          <a:xfrm>
            <a:off x="650000" y="1850000"/>
            <a:ext cx="3900000" cy="360000"/>
          </a:xfrm>
          <a:prstGeom prst="rect">
            <a:avLst/>
          </a:prstGeom>
          <a:noFill/>
          <a:ln>
            <a:noFill/>
          </a:ln>
        </p:spPr>
        <p:txBody>
          <a:bodyPr wrap="square" rtlCol="0">
            <a:spAutoFit/>
          </a:bodyPr>
          <a:lstStyle/>
          <a:p>
            <a:fld id="{1BEC885D-0BE6-4198-BC93-B25E82675FF8}"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WinRateValue&lt;/m_strName&gt;&lt;/PersistentType&gt;&lt;/root&gt;">
              <a:rPr lang="en-US" sz="1800">
                <a:solidFill>
                  <a:srgbClr val="083EA7"/>
                </a:solidFill>
              </a:rPr>
              <a:t>&lt;S23_WinRateValue&gt;</a:t>
            </a:fld>
            <a:endParaRPr lang="en-US" sz="1800"/>
          </a:p>
        </p:txBody>
      </p:sp>
      <p:sp>
        <p:nvSpPr>
          <p:cNvPr id="10" name="tcfield_S23_WinRateNote"/>
          <p:cNvSpPr txBox="1"/>
          <p:nvPr/>
        </p:nvSpPr>
        <p:spPr>
          <a:xfrm>
            <a:off x="5050000" y="1850000"/>
            <a:ext cx="3900000" cy="360000"/>
          </a:xfrm>
          <a:prstGeom prst="rect">
            <a:avLst/>
          </a:prstGeom>
          <a:noFill/>
          <a:ln>
            <a:noFill/>
          </a:ln>
        </p:spPr>
        <p:txBody>
          <a:bodyPr wrap="square" rtlCol="0">
            <a:spAutoFit/>
          </a:bodyPr>
          <a:lstStyle/>
          <a:p>
            <a:fld id="{B161E992-9E54-4D00-AAFF-2A56696CD3D5}"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WinRateNote&lt;/m_strName&gt;&lt;/PersistentType&gt;&lt;/root&gt;">
              <a:rPr lang="en-US" sz="1800">
                <a:solidFill>
                  <a:srgbClr val="083EA7"/>
                </a:solidFill>
              </a:rPr>
              <a:t>&lt;S23_WinRateNote&gt;</a:t>
            </a:fld>
            <a:endParaRPr lang="en-US" sz="1800"/>
          </a:p>
        </p:txBody>
      </p:sp>
      <p:sp>
        <p:nvSpPr>
          <p:cNvPr id="11" name="tcfield_S23_AvgDealSizeValue"/>
          <p:cNvSpPr txBox="1"/>
          <p:nvPr/>
        </p:nvSpPr>
        <p:spPr>
          <a:xfrm>
            <a:off x="650000" y="2450000"/>
            <a:ext cx="3900000" cy="360000"/>
          </a:xfrm>
          <a:prstGeom prst="rect">
            <a:avLst/>
          </a:prstGeom>
          <a:noFill/>
          <a:ln>
            <a:noFill/>
          </a:ln>
        </p:spPr>
        <p:txBody>
          <a:bodyPr wrap="square" rtlCol="0">
            <a:spAutoFit/>
          </a:bodyPr>
          <a:lstStyle/>
          <a:p>
            <a:fld id="{2AAFC90B-12DE-4438-A3C4-DDC8D1B5F970}"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AvgDealSizeValue&lt;/m_strName&gt;&lt;/PersistentType&gt;&lt;/root&gt;">
              <a:rPr lang="en-US" sz="1800">
                <a:solidFill>
                  <a:srgbClr val="083EA7"/>
                </a:solidFill>
              </a:rPr>
              <a:t>&lt;S23_AvgDealSizeValue&gt;</a:t>
            </a:fld>
            <a:endParaRPr lang="en-US" sz="1800"/>
          </a:p>
        </p:txBody>
      </p:sp>
      <p:sp>
        <p:nvSpPr>
          <p:cNvPr id="12" name="tcfield_S23_AvgDealSizeNote"/>
          <p:cNvSpPr txBox="1"/>
          <p:nvPr/>
        </p:nvSpPr>
        <p:spPr>
          <a:xfrm>
            <a:off x="5050000" y="2450000"/>
            <a:ext cx="3900000" cy="360000"/>
          </a:xfrm>
          <a:prstGeom prst="rect">
            <a:avLst/>
          </a:prstGeom>
          <a:noFill/>
          <a:ln>
            <a:noFill/>
          </a:ln>
        </p:spPr>
        <p:txBody>
          <a:bodyPr wrap="square" rtlCol="0">
            <a:spAutoFit/>
          </a:bodyPr>
          <a:lstStyle/>
          <a:p>
            <a:fld id="{1EDB46E9-0952-489E-925B-514C2F61FDB0}"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AvgDealSizeNote&lt;/m_strName&gt;&lt;/PersistentType&gt;&lt;/root&gt;">
              <a:rPr lang="en-US" sz="1800">
                <a:solidFill>
                  <a:srgbClr val="083EA7"/>
                </a:solidFill>
              </a:rPr>
              <a:t>&lt;S23_AvgDealSizeNote&gt;</a:t>
            </a:fld>
            <a:endParaRPr lang="en-US" sz="1800"/>
          </a:p>
        </p:txBody>
      </p:sp>
      <p:sp>
        <p:nvSpPr>
          <p:cNvPr id="13" name="tcfield_S23_AvgCycleDaysValue"/>
          <p:cNvSpPr txBox="1"/>
          <p:nvPr/>
        </p:nvSpPr>
        <p:spPr>
          <a:xfrm>
            <a:off x="650000" y="3050000"/>
            <a:ext cx="3900000" cy="360000"/>
          </a:xfrm>
          <a:prstGeom prst="rect">
            <a:avLst/>
          </a:prstGeom>
          <a:noFill/>
          <a:ln>
            <a:noFill/>
          </a:ln>
        </p:spPr>
        <p:txBody>
          <a:bodyPr wrap="square" rtlCol="0">
            <a:spAutoFit/>
          </a:bodyPr>
          <a:lstStyle/>
          <a:p>
            <a:fld id="{58B2786B-2D95-46A5-8E6A-41D94DFCADF4}"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AvgCycleDaysValue&lt;/m_strName&gt;&lt;/PersistentType&gt;&lt;/root&gt;">
              <a:rPr lang="en-US" sz="1800">
                <a:solidFill>
                  <a:srgbClr val="083EA7"/>
                </a:solidFill>
              </a:rPr>
              <a:t>&lt;S23_AvgCycleDaysValue&gt;</a:t>
            </a:fld>
            <a:endParaRPr lang="en-US" sz="1800"/>
          </a:p>
        </p:txBody>
      </p:sp>
      <p:sp>
        <p:nvSpPr>
          <p:cNvPr id="14" name="tcfield_S23_AvgCycleDaysNote"/>
          <p:cNvSpPr txBox="1"/>
          <p:nvPr/>
        </p:nvSpPr>
        <p:spPr>
          <a:xfrm>
            <a:off x="5050000" y="3050000"/>
            <a:ext cx="3900000" cy="360000"/>
          </a:xfrm>
          <a:prstGeom prst="rect">
            <a:avLst/>
          </a:prstGeom>
          <a:noFill/>
          <a:ln>
            <a:noFill/>
          </a:ln>
        </p:spPr>
        <p:txBody>
          <a:bodyPr wrap="square" rtlCol="0">
            <a:spAutoFit/>
          </a:bodyPr>
          <a:lstStyle/>
          <a:p>
            <a:fld id="{86CBE356-A17E-4697-9517-2F130FEF3F1D}"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AvgCycleDaysNote&lt;/m_strName&gt;&lt;/PersistentType&gt;&lt;/root&gt;">
              <a:rPr lang="en-US" sz="1800">
                <a:solidFill>
                  <a:srgbClr val="083EA7"/>
                </a:solidFill>
              </a:rPr>
              <a:t>&lt;S23_AvgCycleDaysNote&gt;</a:t>
            </a:fld>
            <a:endParaRPr lang="en-US" sz="1800"/>
          </a:p>
        </p:txBody>
      </p:sp>
      <p:sp>
        <p:nvSpPr>
          <p:cNvPr id="15" name="tcfield_S23_VelocityValue"/>
          <p:cNvSpPr txBox="1"/>
          <p:nvPr/>
        </p:nvSpPr>
        <p:spPr>
          <a:xfrm>
            <a:off x="650000" y="3650000"/>
            <a:ext cx="3900000" cy="360000"/>
          </a:xfrm>
          <a:prstGeom prst="rect">
            <a:avLst/>
          </a:prstGeom>
          <a:noFill/>
          <a:ln>
            <a:noFill/>
          </a:ln>
        </p:spPr>
        <p:txBody>
          <a:bodyPr wrap="square" rtlCol="0">
            <a:spAutoFit/>
          </a:bodyPr>
          <a:lstStyle/>
          <a:p>
            <a:fld id="{E9D0484A-E3EE-4E0C-A64E-43E8AB89186E}"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VelocityValue&lt;/m_strName&gt;&lt;/PersistentType&gt;&lt;/root&gt;">
              <a:rPr lang="en-US" sz="1800">
                <a:solidFill>
                  <a:srgbClr val="083EA7"/>
                </a:solidFill>
              </a:rPr>
              <a:t>&lt;S23_VelocityValue&gt;</a:t>
            </a:fld>
            <a:endParaRPr lang="en-US" sz="1800"/>
          </a:p>
        </p:txBody>
      </p:sp>
      <p:sp>
        <p:nvSpPr>
          <p:cNvPr id="16" name="tcfield_S23_VelocityNote"/>
          <p:cNvSpPr txBox="1"/>
          <p:nvPr/>
        </p:nvSpPr>
        <p:spPr>
          <a:xfrm>
            <a:off x="5050000" y="3650000"/>
            <a:ext cx="3900000" cy="360000"/>
          </a:xfrm>
          <a:prstGeom prst="rect">
            <a:avLst/>
          </a:prstGeom>
          <a:noFill/>
          <a:ln>
            <a:noFill/>
          </a:ln>
        </p:spPr>
        <p:txBody>
          <a:bodyPr wrap="square" rtlCol="0">
            <a:spAutoFit/>
          </a:bodyPr>
          <a:lstStyle/>
          <a:p>
            <a:fld id="{8FF5D95D-4443-418C-8623-0687CD536862}"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3_VelocityNote&lt;/m_strName&gt;&lt;/PersistentType&gt;&lt;/root&gt;">
              <a:rPr lang="en-US" sz="1800">
                <a:solidFill>
                  <a:srgbClr val="083EA7"/>
                </a:solidFill>
              </a:rPr>
              <a:t>&lt;S23_VelocityNote&gt;</a:t>
            </a:fld>
            <a:endParaRPr lang="en-US" sz="18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Top-15 accounts × motions (Land / Expand / Renewal)</a:t>
            </a:r>
          </a:p>
        </p:txBody>
      </p:sp>
      <p:sp>
        <p:nvSpPr>
          <p:cNvPr id="4" name="Text Placeholder 3"/>
          <p:cNvSpPr>
            <a:spLocks noGrp="1"/>
          </p:cNvSpPr>
          <p:nvPr>
            <p:ph type="body" idx="144" sz="quarter"/>
          </p:nvPr>
        </p:nvSpPr>
        <p:spPr/>
        <p:txBody>
          <a:bodyPr/>
          <a:lstStyle/>
          <a:p>
            <a:r>
              <a:rPr>
                <a:solidFill>
                  <a:srgbClr val="1A1D31"/>
                </a:solidFill>
              </a:rPr>
              <a:t>Account expansion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Account_Expansion!A1:F16</a:t>
            </a:r>
          </a:p>
          <a:p>
            <a:r>
              <a:rPr sz="1100" b="0">
                <a:solidFill>
                  <a:srgbClr val="1A1D31"/>
                </a:solidFill>
                <a:latin typeface="Arial"/>
              </a:rPr>
              <a:t>  Cols: # / Account / Land ARR / Expand ARR / Renewal ACV / # Motions</a:t>
            </a:r>
          </a:p>
          <a:p>
            <a:r>
              <a:rPr sz="1100" b="0">
                <a:solidFill>
                  <a:srgbClr val="1A1D31"/>
                </a:solidFill>
                <a:latin typeface="Arial"/>
              </a:rPr>
              <a:t>  Rows: Top-15 accounts by total open pipeline</a:t>
            </a:r>
          </a:p>
          <a:p>
            <a:r>
              <a:rPr sz="1100" b="0">
                <a:solidFill>
                  <a:srgbClr val="1A1D31"/>
                </a:solidFill>
                <a:latin typeface="Arial"/>
              </a:rPr>
              <a:t>Highlight rows where # Motions (col F) = 3 in pale aqua (#DCEEF5) —</a:t>
            </a:r>
          </a:p>
          <a:p>
            <a:r>
              <a:rPr sz="1100" b="0">
                <a:solidFill>
                  <a:srgbClr val="1A1D31"/>
                </a:solidFill>
                <a:latin typeface="Arial"/>
              </a:rPr>
              <a:t>these are full-stack expansion candidates. Conditional fill on</a:t>
            </a:r>
          </a:p>
          <a:p>
            <a:r>
              <a:rPr sz="1100" b="0">
                <a:solidFill>
                  <a:srgbClr val="1A1D31"/>
                </a:solidFill>
                <a:latin typeface="Arial"/>
              </a:rPr>
              <a:t>ARR cells (cols C/D/E): zero = light gray, &gt; EUR 500k = brand-blue tint.</a:t>
            </a:r>
          </a:p>
        </p:txBody>
      </p:sp>
      <p:sp>
        <p:nvSpPr>
          <p:cNvPr id="7" name="tcfield_S24_AccountExpansion"/>
          <p:cNvSpPr txBox="1"/>
          <p:nvPr/>
        </p:nvSpPr>
        <p:spPr>
          <a:xfrm>
            <a:off x="100000" y="7200000"/>
            <a:ext cx="2000000" cy="100000"/>
          </a:xfrm>
          <a:prstGeom prst="rect">
            <a:avLst/>
          </a:prstGeom>
          <a:noFill/>
          <a:ln>
            <a:noFill/>
          </a:ln>
        </p:spPr>
        <p:txBody>
          <a:bodyPr wrap="square" rtlCol="0">
            <a:spAutoFit/>
          </a:bodyPr>
          <a:lstStyle/>
          <a:p>
            <a:fld id="{EA504B58-53B7-4083-AEBA-84C277E82FF2}"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4_AccountExpansion&lt;/m_strName&gt;&lt;/PersistentType&gt;&lt;/root&gt;">
              <a:rPr lang="en-US" sz="800">
                <a:solidFill>
                  <a:srgbClr val="1A1D31"/>
                </a:solidFill>
              </a:rPr>
              <a:t>&lt;S24_AccountExpansion&gt;</a:t>
            </a:fld>
            <a:endParaRPr lang="en-US" sz="8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816494A8-BFF6-04E5-A4A2-020B8041E3D9}"/>
              </a:ext>
            </a:extLst>
          </p:cNvPr>
          <p:cNvGraphicFramePr>
            <a:graphicFrameLocks/>
          </p:cNvGraphicFramePr>
          <p:nvPr>
            <p:custDataLst>
              <p:tags r:id="rId1"/>
            </p:custDataLst>
            <p:extLst>
              <p:ext uri="{D42A27DB-BD31-4B8C-83A1-F6EECF244321}">
                <p14:modId xmlns:p14="http://schemas.microsoft.com/office/powerpoint/2010/main" val="151683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6" imgW="349" imgH="350" progId="TCLayout.ActiveDocument.1">
                  <p:embed/>
                </p:oleObj>
              </mc:Choice>
              <mc:Fallback>
                <p:oleObj name="think-cell Slide" r:id="rId36" imgW="349" imgH="350" progId="TCLayout.ActiveDocument.1">
                  <p:embed/>
                  <p:pic>
                    <p:nvPicPr>
                      <p:cNvPr id="10" name="think-cell data - do not delete" hidden="1">
                        <a:extLst>
                          <a:ext uri="{FF2B5EF4-FFF2-40B4-BE49-F238E27FC236}">
                            <a16:creationId xmlns:a16="http://schemas.microsoft.com/office/drawing/2014/main" id="{816494A8-BFF6-04E5-A4A2-020B8041E3D9}"/>
                          </a:ext>
                        </a:extLst>
                      </p:cNvPr>
                      <p:cNvPicPr/>
                      <p:nvPr/>
                    </p:nvPicPr>
                    <p:blipFill>
                      <a:blip r:embed="rId37"/>
                      <a:stretch>
                        <a:fillRect/>
                      </a:stretch>
                    </p:blipFill>
                    <p:spPr>
                      <a:xfrm>
                        <a:off x="1588" y="1588"/>
                        <a:ext cx="1588" cy="1588"/>
                      </a:xfrm>
                      <a:prstGeom prst="rect">
                        <a:avLst/>
                      </a:prstGeom>
                    </p:spPr>
                  </p:pic>
                </p:oleObj>
              </mc:Fallback>
            </mc:AlternateContent>
          </a:graphicData>
        </a:graphic>
      </p:graphicFrame>
      <p:graphicFrame>
        <p:nvGraphicFramePr>
          <p:cNvPr id="40" name="Chart 39">
            <a:extLst>
              <a:ext uri="{FF2B5EF4-FFF2-40B4-BE49-F238E27FC236}">
                <a16:creationId xmlns:a16="http://schemas.microsoft.com/office/drawing/2014/main" id="{EC438882-94AC-571C-4987-D5AB9EAE75BE}"/>
              </a:ext>
            </a:extLst>
          </p:cNvPr>
          <p:cNvGraphicFramePr/>
          <p:nvPr>
            <p:custDataLst>
              <p:tags r:id="rId2"/>
            </p:custDataLst>
            <p:extLst>
              <p:ext uri="{D42A27DB-BD31-4B8C-83A1-F6EECF244321}">
                <p14:modId xmlns:p14="http://schemas.microsoft.com/office/powerpoint/2010/main" val="254793427"/>
              </p:ext>
            </p:extLst>
          </p:nvPr>
        </p:nvGraphicFramePr>
        <p:xfrm>
          <a:off x="688975" y="2297113"/>
          <a:ext cx="7548563" cy="3113087"/>
        </p:xfrm>
        <a:graphic>
          <a:graphicData uri="http://schemas.openxmlformats.org/drawingml/2006/chart">
            <c:chart xmlns:c="http://schemas.openxmlformats.org/drawingml/2006/chart" xmlns:r="http://schemas.openxmlformats.org/officeDocument/2006/relationships" r:id="rId38"/>
          </a:graphicData>
        </a:graphic>
      </p:graphicFrame>
      <p:sp>
        <p:nvSpPr>
          <p:cNvPr id="6" name="Rectangle 167">
            <a:extLst>
              <a:ext uri="{FF2B5EF4-FFF2-40B4-BE49-F238E27FC236}">
                <a16:creationId xmlns:a16="http://schemas.microsoft.com/office/drawing/2014/main" id="{3E20C19A-E70C-493C-9258-C2B48C96C2C0}"/>
              </a:ext>
            </a:extLst>
          </p:cNvPr>
          <p:cNvSpPr>
            <a:spLocks/>
          </p:cNvSpPr>
          <p:nvPr>
            <p:custDataLst>
              <p:tags r:id="rId3"/>
            </p:custDataLst>
          </p:nvPr>
        </p:nvSpPr>
        <p:spPr bwMode="gray">
          <a:xfrm>
            <a:off x="496888" y="5237163"/>
            <a:ext cx="984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CFC9594A-2098-41E8-A382-6AA7F35981C2}" type="datetime'''''''0'''''''''''''''''''''''''''''''''''">
              <a:rPr lang="en-US" altLang="en-US" sz="1400" smtClean="0">
                <a:solidFill>
                  <a:schemeClr val="tx1"/>
                </a:solidFill>
              </a:rPr>
              <a:pPr algn="r">
                <a:lnSpc>
                  <a:spcPct val="90000"/>
                </a:lnSpc>
                <a:spcBef>
                  <a:spcPct val="0"/>
                </a:spcBef>
                <a:spcAft>
                  <a:spcPct val="0"/>
                </a:spcAft>
              </a:pPr>
              <a:t>0</a:t>
            </a:fld>
            <a:endParaRPr lang="en-US" sz="1400">
              <a:solidFill>
                <a:schemeClr val="tx1"/>
              </a:solidFill>
            </a:endParaRPr>
          </a:p>
        </p:txBody>
      </p:sp>
      <p:sp>
        <p:nvSpPr>
          <p:cNvPr id="41" name="Text Placeholder 2">
            <a:extLst>
              <a:ext uri="{FF2B5EF4-FFF2-40B4-BE49-F238E27FC236}">
                <a16:creationId xmlns:a16="http://schemas.microsoft.com/office/drawing/2014/main" id="{A36AD9A7-A470-4248-33C2-9AE6FF8B56DA}"/>
              </a:ext>
            </a:extLst>
          </p:cNvPr>
          <p:cNvSpPr>
            <a:spLocks/>
          </p:cNvSpPr>
          <p:nvPr>
            <p:custDataLst>
              <p:tags r:id="rId4"/>
            </p:custDataLst>
          </p:nvPr>
        </p:nvSpPr>
        <p:spPr bwMode="gray">
          <a:xfrm>
            <a:off x="496888" y="4730750"/>
            <a:ext cx="98425"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2C3CFECC-A84D-4857-A2EA-AA69DC58F029}" type="datetime'''''''''''''''''''''''''''5'''''''''''''''''''''''''''''''''''">
              <a:rPr lang="en-US" altLang="en-US" sz="1400" smtClean="0">
                <a:effectLst/>
                <a:solidFill>
                  <a:srgbClr val="1A1D31"/>
                </a:solidFill>
              </a:rPr>
              <a:pPr marL="0" lvl="0" indent="0" algn="r">
                <a:spcBef>
                  <a:spcPct val="0"/>
                </a:spcBef>
                <a:spcAft>
                  <a:spcPct val="0"/>
                </a:spcAft>
                <a:buNone/>
              </a:pPr>
              <a:t>5</a:t>
            </a:fld>
            <a:endParaRPr lang="en-US" sz="1400"/>
          </a:p>
        </p:txBody>
      </p:sp>
      <p:sp>
        <p:nvSpPr>
          <p:cNvPr id="11" name="Rectangle 172">
            <a:extLst>
              <a:ext uri="{FF2B5EF4-FFF2-40B4-BE49-F238E27FC236}">
                <a16:creationId xmlns:a16="http://schemas.microsoft.com/office/drawing/2014/main" id="{1336B2C2-E797-12C2-8DED-179B1D6C9B6A}"/>
              </a:ext>
            </a:extLst>
          </p:cNvPr>
          <p:cNvSpPr>
            <a:spLocks/>
          </p:cNvSpPr>
          <p:nvPr>
            <p:custDataLst>
              <p:tags r:id="rId5"/>
            </p:custDataLst>
          </p:nvPr>
        </p:nvSpPr>
        <p:spPr bwMode="gray">
          <a:xfrm>
            <a:off x="398463" y="4254500"/>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69AED3C5-D392-43FE-8527-4FA183F962B7}" type="datetime'''''1''0'''''">
              <a:rPr lang="en-US" altLang="en-US" sz="1400" smtClean="0">
                <a:solidFill>
                  <a:schemeClr val="tx1"/>
                </a:solidFill>
              </a:rPr>
              <a:pPr algn="r">
                <a:lnSpc>
                  <a:spcPct val="90000"/>
                </a:lnSpc>
                <a:spcBef>
                  <a:spcPct val="0"/>
                </a:spcBef>
                <a:spcAft>
                  <a:spcPct val="0"/>
                </a:spcAft>
              </a:pPr>
              <a:t>10</a:t>
            </a:fld>
            <a:endParaRPr lang="en-US" sz="1400">
              <a:solidFill>
                <a:schemeClr val="tx1"/>
              </a:solidFill>
            </a:endParaRPr>
          </a:p>
        </p:txBody>
      </p:sp>
      <p:sp>
        <p:nvSpPr>
          <p:cNvPr id="42" name="Text Placeholder 2">
            <a:extLst>
              <a:ext uri="{FF2B5EF4-FFF2-40B4-BE49-F238E27FC236}">
                <a16:creationId xmlns:a16="http://schemas.microsoft.com/office/drawing/2014/main" id="{A36AD9A7-A470-4248-33C2-9AE6FF8B56DA}"/>
              </a:ext>
            </a:extLst>
          </p:cNvPr>
          <p:cNvSpPr>
            <a:spLocks/>
          </p:cNvSpPr>
          <p:nvPr>
            <p:custDataLst>
              <p:tags r:id="rId6"/>
            </p:custDataLst>
          </p:nvPr>
        </p:nvSpPr>
        <p:spPr bwMode="gray">
          <a:xfrm>
            <a:off x="398463" y="3748088"/>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3A962EE7-4FAB-4C3B-A887-81AEEED2A771}" type="datetime'1''''''''5'''''''''''''''''''''''''">
              <a:rPr lang="en-US" altLang="en-US" sz="1400" smtClean="0">
                <a:effectLst/>
                <a:solidFill>
                  <a:srgbClr val="1A1D31"/>
                </a:solidFill>
              </a:rPr>
              <a:pPr marL="0" lvl="0" indent="0" algn="r">
                <a:spcBef>
                  <a:spcPct val="0"/>
                </a:spcBef>
                <a:spcAft>
                  <a:spcPct val="0"/>
                </a:spcAft>
                <a:buNone/>
              </a:pPr>
              <a:t>15</a:t>
            </a:fld>
            <a:endParaRPr lang="en-US" sz="1400"/>
          </a:p>
        </p:txBody>
      </p:sp>
      <p:sp>
        <p:nvSpPr>
          <p:cNvPr id="12" name="Rectangle 177">
            <a:extLst>
              <a:ext uri="{FF2B5EF4-FFF2-40B4-BE49-F238E27FC236}">
                <a16:creationId xmlns:a16="http://schemas.microsoft.com/office/drawing/2014/main" id="{EC381340-2B3E-E99F-F995-293851645FDF}"/>
              </a:ext>
            </a:extLst>
          </p:cNvPr>
          <p:cNvSpPr>
            <a:spLocks/>
          </p:cNvSpPr>
          <p:nvPr>
            <p:custDataLst>
              <p:tags r:id="rId7"/>
            </p:custDataLst>
          </p:nvPr>
        </p:nvSpPr>
        <p:spPr bwMode="gray">
          <a:xfrm>
            <a:off x="398463" y="3271838"/>
            <a:ext cx="1968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r">
              <a:lnSpc>
                <a:spcPct val="90000"/>
              </a:lnSpc>
              <a:spcBef>
                <a:spcPct val="0"/>
              </a:spcBef>
              <a:spcAft>
                <a:spcPct val="0"/>
              </a:spcAft>
            </a:pPr>
            <a:fld id="{3A31AB80-69DB-485B-873C-E3046BB2AF4E}" type="datetime'20'''''''''''''''''''''''''''''''''">
              <a:rPr lang="en-US" altLang="en-US" sz="1400" smtClean="0">
                <a:solidFill>
                  <a:schemeClr val="tx1"/>
                </a:solidFill>
              </a:rPr>
              <a:pPr algn="r">
                <a:lnSpc>
                  <a:spcPct val="90000"/>
                </a:lnSpc>
                <a:spcBef>
                  <a:spcPct val="0"/>
                </a:spcBef>
                <a:spcAft>
                  <a:spcPct val="0"/>
                </a:spcAft>
              </a:pPr>
              <a:t>20</a:t>
            </a:fld>
            <a:endParaRPr lang="en-US" sz="1400">
              <a:solidFill>
                <a:schemeClr val="tx1"/>
              </a:solidFill>
            </a:endParaRPr>
          </a:p>
        </p:txBody>
      </p:sp>
      <p:sp>
        <p:nvSpPr>
          <p:cNvPr id="43" name="Text Placeholder 2">
            <a:extLst>
              <a:ext uri="{FF2B5EF4-FFF2-40B4-BE49-F238E27FC236}">
                <a16:creationId xmlns:a16="http://schemas.microsoft.com/office/drawing/2014/main" id="{A36AD9A7-A470-4248-33C2-9AE6FF8B56DA}"/>
              </a:ext>
            </a:extLst>
          </p:cNvPr>
          <p:cNvSpPr>
            <a:spLocks/>
          </p:cNvSpPr>
          <p:nvPr>
            <p:custDataLst>
              <p:tags r:id="rId8"/>
            </p:custDataLst>
          </p:nvPr>
        </p:nvSpPr>
        <p:spPr bwMode="gray">
          <a:xfrm>
            <a:off x="398463" y="2765425"/>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F8DE26AE-B5B7-495E-BF8B-9456DBAB3530}" type="datetime'''''''''''''''''''''''''''''2''''''''''''''''''5'''''''">
              <a:rPr lang="en-US" altLang="en-US" sz="1400" smtClean="0">
                <a:effectLst/>
                <a:solidFill>
                  <a:srgbClr val="1A1D31"/>
                </a:solidFill>
              </a:rPr>
              <a:pPr marL="0" lvl="0" indent="0" algn="r">
                <a:spcBef>
                  <a:spcPct val="0"/>
                </a:spcBef>
                <a:spcAft>
                  <a:spcPct val="0"/>
                </a:spcAft>
                <a:buNone/>
              </a:pPr>
              <a:t>25</a:t>
            </a:fld>
            <a:endParaRPr lang="en-US" sz="1400"/>
          </a:p>
        </p:txBody>
      </p:sp>
      <p:sp>
        <p:nvSpPr>
          <p:cNvPr id="44" name="Text Placeholder 2">
            <a:extLst>
              <a:ext uri="{FF2B5EF4-FFF2-40B4-BE49-F238E27FC236}">
                <a16:creationId xmlns:a16="http://schemas.microsoft.com/office/drawing/2014/main" id="{A36AD9A7-A470-4248-33C2-9AE6FF8B56DA}"/>
              </a:ext>
            </a:extLst>
          </p:cNvPr>
          <p:cNvSpPr>
            <a:spLocks/>
          </p:cNvSpPr>
          <p:nvPr>
            <p:custDataLst>
              <p:tags r:id="rId9"/>
            </p:custDataLst>
          </p:nvPr>
        </p:nvSpPr>
        <p:spPr bwMode="gray">
          <a:xfrm>
            <a:off x="398463" y="2273300"/>
            <a:ext cx="196850" cy="21272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139700" indent="-1397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1pPr>
            <a:lvl2pPr marL="327025" indent="-149225"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2pPr>
            <a:lvl3pPr marL="496888" indent="-166688"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3pPr>
            <a:lvl4pPr marL="687388" indent="-190500"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4pPr>
            <a:lvl5pPr marL="871538" indent="-169863" algn="l" defTabSz="914400" rtl="0" eaLnBrk="1" latinLnBrk="0" hangingPunct="1">
              <a:lnSpc>
                <a:spcPct val="100000"/>
              </a:lnSpc>
              <a:spcBef>
                <a:spcPts val="0"/>
              </a:spcBef>
              <a:spcAft>
                <a:spcPts val="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r">
              <a:spcBef>
                <a:spcPct val="0"/>
              </a:spcBef>
              <a:spcAft>
                <a:spcPct val="0"/>
              </a:spcAft>
              <a:buNone/>
            </a:pPr>
            <a:fld id="{B8ABFA58-C35E-4878-8D73-7AF0B0EAAE65}" type="datetime'''''''''''''''''''''''3''0'''''''''''''''''''''''''''''">
              <a:rPr lang="en-US" altLang="en-US" sz="1400" smtClean="0">
                <a:effectLst/>
                <a:solidFill>
                  <a:srgbClr val="1A1D31"/>
                </a:solidFill>
              </a:rPr>
              <a:pPr marL="0" lvl="0" indent="0" algn="r">
                <a:spcBef>
                  <a:spcPct val="0"/>
                </a:spcBef>
                <a:spcAft>
                  <a:spcPct val="0"/>
                </a:spcAft>
                <a:buNone/>
              </a:pPr>
              <a:t>30</a:t>
            </a:fld>
            <a:endParaRPr lang="en-US" sz="1400"/>
          </a:p>
        </p:txBody>
      </p:sp>
      <p:cxnSp>
        <p:nvCxnSpPr>
          <p:cNvPr id="15" name="Straight Connector 113">
            <a:extLst>
              <a:ext uri="{FF2B5EF4-FFF2-40B4-BE49-F238E27FC236}">
                <a16:creationId xmlns:a16="http://schemas.microsoft.com/office/drawing/2014/main" id="{490DA7FE-DF02-1A55-B003-A38E635FD60F}"/>
              </a:ext>
            </a:extLst>
          </p:cNvPr>
          <p:cNvCxnSpPr>
            <a:cxnSpLocks/>
          </p:cNvCxnSpPr>
          <p:nvPr>
            <p:custDataLst>
              <p:tags r:id="rId10"/>
            </p:custDataLst>
          </p:nvPr>
        </p:nvCxnSpPr>
        <p:spPr bwMode="auto">
          <a:xfrm flipV="1">
            <a:off x="5297488" y="2397125"/>
            <a:ext cx="0" cy="7620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14">
            <a:extLst>
              <a:ext uri="{FF2B5EF4-FFF2-40B4-BE49-F238E27FC236}">
                <a16:creationId xmlns:a16="http://schemas.microsoft.com/office/drawing/2014/main" id="{5ED79ED3-6039-D248-270A-9A4BE6808BE9}"/>
              </a:ext>
            </a:extLst>
          </p:cNvPr>
          <p:cNvCxnSpPr>
            <a:cxnSpLocks/>
          </p:cNvCxnSpPr>
          <p:nvPr>
            <p:custDataLst>
              <p:tags r:id="rId11"/>
            </p:custDataLst>
          </p:nvPr>
        </p:nvCxnSpPr>
        <p:spPr bwMode="auto">
          <a:xfrm>
            <a:off x="5297488" y="2397125"/>
            <a:ext cx="2460625" cy="0"/>
          </a:xfrm>
          <a:prstGeom prst="line">
            <a:avLst/>
          </a:prstGeom>
          <a:ln w="12700" cap="flat" cmpd="sng" algn="ctr">
            <a:solidFill>
              <a:schemeClr val="tx1"/>
            </a:solidFill>
            <a:prstDash val="solid"/>
            <a:miter lim="800000"/>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15">
            <a:extLst>
              <a:ext uri="{FF2B5EF4-FFF2-40B4-BE49-F238E27FC236}">
                <a16:creationId xmlns:a16="http://schemas.microsoft.com/office/drawing/2014/main" id="{0FA57901-6219-12FE-517B-352CA8537C06}"/>
              </a:ext>
            </a:extLst>
          </p:cNvPr>
          <p:cNvCxnSpPr>
            <a:cxnSpLocks/>
          </p:cNvCxnSpPr>
          <p:nvPr>
            <p:custDataLst>
              <p:tags r:id="rId12"/>
            </p:custDataLst>
          </p:nvPr>
        </p:nvCxnSpPr>
        <p:spPr bwMode="auto">
          <a:xfrm>
            <a:off x="7758113" y="2397125"/>
            <a:ext cx="0" cy="1333500"/>
          </a:xfrm>
          <a:prstGeom prst="line">
            <a:avLst/>
          </a:prstGeom>
          <a:ln w="12700" cap="flat" cmpd="sng" algn="ctr">
            <a:solidFill>
              <a:schemeClr val="tx1"/>
            </a:solidFill>
            <a:prstDash val="solid"/>
            <a:miter lim="800000"/>
            <a:headEnd type="none" w="med" len="med"/>
            <a:tailEnd type="triangle" w="med" len="med"/>
          </a:ln>
          <a:effectLst/>
        </p:spPr>
        <p:style>
          <a:lnRef idx="1">
            <a:schemeClr val="dk1"/>
          </a:lnRef>
          <a:fillRef idx="0">
            <a:schemeClr val="dk1"/>
          </a:fillRef>
          <a:effectRef idx="0">
            <a:schemeClr val="dk1"/>
          </a:effectRef>
          <a:fontRef idx="minor">
            <a:schemeClr val="tx1"/>
          </a:fontRef>
        </p:style>
      </p:cxnSp>
      <p:sp>
        <p:nvSpPr>
          <p:cNvPr id="18" name="Rectangle 246">
            <a:extLst>
              <a:ext uri="{FF2B5EF4-FFF2-40B4-BE49-F238E27FC236}">
                <a16:creationId xmlns:a16="http://schemas.microsoft.com/office/drawing/2014/main" id="{0C784A0A-E037-5B73-0BD3-F85DE1D57491}"/>
              </a:ext>
            </a:extLst>
          </p:cNvPr>
          <p:cNvSpPr>
            <a:spLocks/>
          </p:cNvSpPr>
          <p:nvPr>
            <p:custDataLst>
              <p:tags r:id="rId13"/>
            </p:custDataLst>
          </p:nvPr>
        </p:nvSpPr>
        <p:spPr bwMode="auto">
          <a:xfrm>
            <a:off x="398463" y="1917700"/>
            <a:ext cx="1123950"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b" anchorCtr="0">
            <a:noAutofit/>
          </a:bodyPr>
          <a:lstStyle/>
          <a:p>
            <a:pPr>
              <a:spcBef>
                <a:spcPct val="0"/>
              </a:spcBef>
              <a:spcAft>
                <a:spcPct val="0"/>
              </a:spcAft>
            </a:pPr>
            <a:r>
              <a:rPr lang="en-US" sz="1400" dirty="0">
                <a:solidFill>
                  <a:schemeClr val="tx1"/>
                </a:solidFill>
              </a:rPr>
              <a:t>New ARR (mEUR)</a:t>
            </a:r>
          </a:p>
        </p:txBody>
      </p:sp>
      <p:sp>
        <p:nvSpPr>
          <p:cNvPr id="20" name="Rectangle 11">
            <a:extLst>
              <a:ext uri="{FF2B5EF4-FFF2-40B4-BE49-F238E27FC236}">
                <a16:creationId xmlns:a16="http://schemas.microsoft.com/office/drawing/2014/main" id="{4970B787-9B59-707F-9211-2F3FE9300364}"/>
              </a:ext>
            </a:extLst>
          </p:cNvPr>
          <p:cNvSpPr>
            <a:spLocks/>
          </p:cNvSpPr>
          <p:nvPr>
            <p:custDataLst>
              <p:tags r:id="rId14"/>
            </p:custDataLst>
          </p:nvPr>
        </p:nvSpPr>
        <p:spPr bwMode="auto">
          <a:xfrm>
            <a:off x="1069975"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E728CBBD-5F52-4733-B9FB-FE2DACADF6E2}" type="datetime'B''''r''''''''''''''a''n''''''d'''' ''''''''''''''1'''''">
              <a:rPr lang="en-US" altLang="en-US" sz="1400" smtClean="0">
                <a:solidFill>
                  <a:schemeClr val="tx1"/>
                </a:solidFill>
              </a:rPr>
              <a:pPr algn="ctr">
                <a:spcBef>
                  <a:spcPct val="0"/>
                </a:spcBef>
                <a:spcAft>
                  <a:spcPct val="0"/>
                </a:spcAft>
              </a:pPr>
              <a:t>Brand 1</a:t>
            </a:fld>
            <a:endParaRPr lang="en-US" sz="1400">
              <a:solidFill>
                <a:schemeClr val="tx1"/>
              </a:solidFill>
            </a:endParaRPr>
          </a:p>
        </p:txBody>
      </p:sp>
      <p:sp>
        <p:nvSpPr>
          <p:cNvPr id="21" name="Rectangle 31">
            <a:extLst>
              <a:ext uri="{FF2B5EF4-FFF2-40B4-BE49-F238E27FC236}">
                <a16:creationId xmlns:a16="http://schemas.microsoft.com/office/drawing/2014/main" id="{00BB3EED-75DA-70B9-0F62-F76D70319947}"/>
              </a:ext>
            </a:extLst>
          </p:cNvPr>
          <p:cNvSpPr>
            <a:spLocks/>
          </p:cNvSpPr>
          <p:nvPr>
            <p:custDataLst>
              <p:tags r:id="rId15"/>
            </p:custDataLst>
          </p:nvPr>
        </p:nvSpPr>
        <p:spPr bwMode="auto">
          <a:xfrm>
            <a:off x="2300288"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94AF4360-C1BF-4D6F-9234-89165ACB10D4}" type="datetime'''''B''''''r''a''''''n''''''d'' ''''''2'''">
              <a:rPr lang="en-US" altLang="en-US" sz="1400" smtClean="0">
                <a:solidFill>
                  <a:schemeClr val="tx1"/>
                </a:solidFill>
              </a:rPr>
              <a:pPr algn="ctr">
                <a:spcBef>
                  <a:spcPct val="0"/>
                </a:spcBef>
                <a:spcAft>
                  <a:spcPct val="0"/>
                </a:spcAft>
              </a:pPr>
              <a:t>Brand 2</a:t>
            </a:fld>
            <a:endParaRPr lang="en-US" sz="1400">
              <a:solidFill>
                <a:schemeClr val="tx1"/>
              </a:solidFill>
            </a:endParaRPr>
          </a:p>
        </p:txBody>
      </p:sp>
      <p:sp>
        <p:nvSpPr>
          <p:cNvPr id="22" name="Rectangle 32">
            <a:extLst>
              <a:ext uri="{FF2B5EF4-FFF2-40B4-BE49-F238E27FC236}">
                <a16:creationId xmlns:a16="http://schemas.microsoft.com/office/drawing/2014/main" id="{B8EC06C6-EEC6-3485-8C17-9858FADFC9EA}"/>
              </a:ext>
            </a:extLst>
          </p:cNvPr>
          <p:cNvSpPr>
            <a:spLocks/>
          </p:cNvSpPr>
          <p:nvPr>
            <p:custDataLst>
              <p:tags r:id="rId16"/>
            </p:custDataLst>
          </p:nvPr>
        </p:nvSpPr>
        <p:spPr bwMode="auto">
          <a:xfrm>
            <a:off x="35306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0ED863F-B3EC-4182-8D48-84C51B6756A1}" type="datetime'''''''''''''''B''r''''''''a''''''''''''''nd'' ''''''''''''''3'">
              <a:rPr lang="en-US" altLang="en-US" sz="1400" smtClean="0">
                <a:solidFill>
                  <a:schemeClr val="tx1"/>
                </a:solidFill>
              </a:rPr>
              <a:pPr algn="ctr">
                <a:spcBef>
                  <a:spcPct val="0"/>
                </a:spcBef>
                <a:spcAft>
                  <a:spcPct val="0"/>
                </a:spcAft>
              </a:pPr>
              <a:t>Brand 3</a:t>
            </a:fld>
            <a:endParaRPr lang="en-US" sz="1400">
              <a:solidFill>
                <a:schemeClr val="tx1"/>
              </a:solidFill>
            </a:endParaRPr>
          </a:p>
        </p:txBody>
      </p:sp>
      <p:sp>
        <p:nvSpPr>
          <p:cNvPr id="23" name="Rectangle 341">
            <a:extLst>
              <a:ext uri="{FF2B5EF4-FFF2-40B4-BE49-F238E27FC236}">
                <a16:creationId xmlns:a16="http://schemas.microsoft.com/office/drawing/2014/main" id="{ABF44360-8224-36FA-098F-A6B38D486DBA}"/>
              </a:ext>
            </a:extLst>
          </p:cNvPr>
          <p:cNvSpPr>
            <a:spLocks/>
          </p:cNvSpPr>
          <p:nvPr>
            <p:custDataLst>
              <p:tags r:id="rId17"/>
            </p:custDataLst>
          </p:nvPr>
        </p:nvSpPr>
        <p:spPr bwMode="auto">
          <a:xfrm>
            <a:off x="4762500" y="5386388"/>
            <a:ext cx="63341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4C879B4F-C170-4D71-8B5D-1C85194368EC}" type="datetime'''''''''''''''''''''''''''B''ran''''''d'''''''''''''' ''4'">
              <a:rPr lang="en-US" altLang="en-US" sz="1400" smtClean="0">
                <a:solidFill>
                  <a:schemeClr val="tx1"/>
                </a:solidFill>
              </a:rPr>
              <a:pPr algn="ctr">
                <a:spcBef>
                  <a:spcPct val="0"/>
                </a:spcBef>
                <a:spcAft>
                  <a:spcPct val="0"/>
                </a:spcAft>
              </a:pPr>
              <a:t>Brand 4</a:t>
            </a:fld>
            <a:endParaRPr lang="en-US" sz="1400">
              <a:solidFill>
                <a:schemeClr val="tx1"/>
              </a:solidFill>
            </a:endParaRPr>
          </a:p>
        </p:txBody>
      </p:sp>
      <p:sp>
        <p:nvSpPr>
          <p:cNvPr id="19" name="Rectangle 35">
            <a:extLst>
              <a:ext uri="{FF2B5EF4-FFF2-40B4-BE49-F238E27FC236}">
                <a16:creationId xmlns:a16="http://schemas.microsoft.com/office/drawing/2014/main" id="{1B688C84-1B4C-5EEE-8471-666CB833DB88}"/>
              </a:ext>
            </a:extLst>
          </p:cNvPr>
          <p:cNvSpPr>
            <a:spLocks/>
          </p:cNvSpPr>
          <p:nvPr>
            <p:custDataLst>
              <p:tags r:id="rId18"/>
            </p:custDataLst>
          </p:nvPr>
        </p:nvSpPr>
        <p:spPr bwMode="auto">
          <a:xfrm>
            <a:off x="7124700" y="5386388"/>
            <a:ext cx="8302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t" anchorCtr="0">
            <a:noAutofit/>
          </a:bodyPr>
          <a:lstStyle/>
          <a:p>
            <a:pPr algn="ctr">
              <a:spcBef>
                <a:spcPct val="0"/>
              </a:spcBef>
              <a:spcAft>
                <a:spcPct val="0"/>
              </a:spcAft>
            </a:pPr>
            <a:fld id="{89DB73BD-DCEF-433A-B8EC-01E61FC6CDCB}" type="datetime'O''''''''''''u''''r'' ''''''''''Br''''''an''''''''d'''''''">
              <a:rPr lang="en-US" altLang="en-US" sz="1400" smtClean="0">
                <a:solidFill>
                  <a:schemeClr val="tx1"/>
                </a:solidFill>
              </a:rPr>
              <a:pPr algn="ctr">
                <a:spcBef>
                  <a:spcPct val="0"/>
                </a:spcBef>
                <a:spcAft>
                  <a:spcPct val="0"/>
                </a:spcAft>
              </a:pPr>
              <a:t>Our Brand</a:t>
            </a:fld>
            <a:endParaRPr lang="en-US" sz="1400">
              <a:solidFill>
                <a:schemeClr val="tx1"/>
              </a:solidFill>
            </a:endParaRPr>
          </a:p>
        </p:txBody>
      </p:sp>
      <p:sp>
        <p:nvSpPr>
          <p:cNvPr id="24" name="Rectangle 357">
            <a:extLst>
              <a:ext uri="{FF2B5EF4-FFF2-40B4-BE49-F238E27FC236}">
                <a16:creationId xmlns:a16="http://schemas.microsoft.com/office/drawing/2014/main" id="{57FD7012-D997-A805-6E02-ABE8F803DD60}"/>
              </a:ext>
            </a:extLst>
          </p:cNvPr>
          <p:cNvSpPr>
            <a:spLocks/>
          </p:cNvSpPr>
          <p:nvPr>
            <p:custDataLst>
              <p:tags r:id="rId19"/>
            </p:custDataLst>
          </p:nvPr>
        </p:nvSpPr>
        <p:spPr bwMode="gray">
          <a:xfrm>
            <a:off x="1041400" y="35766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7F2B032B-7ACF-4A45-B498-DAF073F4862D}" type="datetime'''''''''''''1''''''''''''''''''''''''''''''6'''''''">
              <a:rPr lang="en-US" altLang="en-US" sz="1400" smtClean="0">
                <a:solidFill>
                  <a:schemeClr val="tx1"/>
                </a:solidFill>
              </a:rPr>
              <a:pPr algn="ctr">
                <a:lnSpc>
                  <a:spcPct val="90000"/>
                </a:lnSpc>
                <a:spcBef>
                  <a:spcPct val="0"/>
                </a:spcBef>
                <a:spcAft>
                  <a:spcPct val="0"/>
                </a:spcAft>
              </a:pPr>
              <a:t>16</a:t>
            </a:fld>
            <a:endParaRPr lang="en-US" sz="1400">
              <a:solidFill>
                <a:schemeClr val="tx1"/>
              </a:solidFill>
            </a:endParaRPr>
          </a:p>
        </p:txBody>
      </p:sp>
      <p:sp>
        <p:nvSpPr>
          <p:cNvPr id="25" name="Rectangle 358">
            <a:extLst>
              <a:ext uri="{FF2B5EF4-FFF2-40B4-BE49-F238E27FC236}">
                <a16:creationId xmlns:a16="http://schemas.microsoft.com/office/drawing/2014/main" id="{421437B7-BA42-9BD8-6BDF-4C7D403B3A58}"/>
              </a:ext>
            </a:extLst>
          </p:cNvPr>
          <p:cNvSpPr>
            <a:spLocks/>
          </p:cNvSpPr>
          <p:nvPr>
            <p:custDataLst>
              <p:tags r:id="rId20"/>
            </p:custDataLst>
          </p:nvPr>
        </p:nvSpPr>
        <p:spPr bwMode="gray">
          <a:xfrm>
            <a:off x="1481138" y="28051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303C2CB7-2660-4465-818D-CF7A66CEC485}" type="datetime'2''''''''''''''''''''''3'''''''''">
              <a:rPr lang="en-US" altLang="en-US" sz="1400" smtClean="0">
                <a:solidFill>
                  <a:schemeClr val="tx1"/>
                </a:solidFill>
              </a:rPr>
              <a:pPr algn="ctr">
                <a:lnSpc>
                  <a:spcPct val="90000"/>
                </a:lnSpc>
                <a:spcBef>
                  <a:spcPct val="0"/>
                </a:spcBef>
                <a:spcAft>
                  <a:spcPct val="0"/>
                </a:spcAft>
              </a:pPr>
              <a:t>23</a:t>
            </a:fld>
            <a:endParaRPr lang="en-US" sz="1400">
              <a:solidFill>
                <a:schemeClr val="tx1"/>
              </a:solidFill>
            </a:endParaRPr>
          </a:p>
        </p:txBody>
      </p:sp>
      <p:sp>
        <p:nvSpPr>
          <p:cNvPr id="26" name="Rectangle 359">
            <a:extLst>
              <a:ext uri="{FF2B5EF4-FFF2-40B4-BE49-F238E27FC236}">
                <a16:creationId xmlns:a16="http://schemas.microsoft.com/office/drawing/2014/main" id="{949204FD-B15F-E846-2BE0-FAB1AB533D97}"/>
              </a:ext>
            </a:extLst>
          </p:cNvPr>
          <p:cNvSpPr>
            <a:spLocks/>
          </p:cNvSpPr>
          <p:nvPr>
            <p:custDataLst>
              <p:tags r:id="rId21"/>
            </p:custDataLst>
          </p:nvPr>
        </p:nvSpPr>
        <p:spPr bwMode="gray">
          <a:xfrm>
            <a:off x="2271713" y="3770313"/>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542BC38F-8E18-4B12-9AC6-DC216F8CEAEB}"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7" name="Rectangle 360">
            <a:extLst>
              <a:ext uri="{FF2B5EF4-FFF2-40B4-BE49-F238E27FC236}">
                <a16:creationId xmlns:a16="http://schemas.microsoft.com/office/drawing/2014/main" id="{CCDB6DB7-31FF-1441-CED5-991119859317}"/>
              </a:ext>
            </a:extLst>
          </p:cNvPr>
          <p:cNvSpPr>
            <a:spLocks/>
          </p:cNvSpPr>
          <p:nvPr>
            <p:custDataLst>
              <p:tags r:id="rId22"/>
            </p:custDataLst>
          </p:nvPr>
        </p:nvSpPr>
        <p:spPr bwMode="gray">
          <a:xfrm>
            <a:off x="2711450" y="3690938"/>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B72C4BD-7C37-4DD9-AD78-FF2A7D92124A}"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28" name="Rectangle 361">
            <a:extLst>
              <a:ext uri="{FF2B5EF4-FFF2-40B4-BE49-F238E27FC236}">
                <a16:creationId xmlns:a16="http://schemas.microsoft.com/office/drawing/2014/main" id="{4152C6D1-7EAF-600D-FB89-8920CF3A0710}"/>
              </a:ext>
            </a:extLst>
          </p:cNvPr>
          <p:cNvSpPr>
            <a:spLocks/>
          </p:cNvSpPr>
          <p:nvPr>
            <p:custDataLst>
              <p:tags r:id="rId23"/>
            </p:custDataLst>
          </p:nvPr>
        </p:nvSpPr>
        <p:spPr bwMode="gray">
          <a:xfrm>
            <a:off x="3503613" y="391160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6B52D05-29A0-459C-9768-15DFF3026304}" type="datetime'''''''''''''''''''''''''''''''''''''''''12'''''''">
              <a:rPr lang="en-US" altLang="en-US" sz="1400" smtClean="0">
                <a:solidFill>
                  <a:schemeClr val="tx1"/>
                </a:solidFill>
              </a:rPr>
              <a:pPr algn="ctr">
                <a:lnSpc>
                  <a:spcPct val="90000"/>
                </a:lnSpc>
                <a:spcBef>
                  <a:spcPct val="0"/>
                </a:spcBef>
                <a:spcAft>
                  <a:spcPct val="0"/>
                </a:spcAft>
              </a:pPr>
              <a:t>12</a:t>
            </a:fld>
            <a:endParaRPr lang="en-US" sz="1400">
              <a:solidFill>
                <a:schemeClr val="tx1"/>
              </a:solidFill>
            </a:endParaRPr>
          </a:p>
        </p:txBody>
      </p:sp>
      <p:sp>
        <p:nvSpPr>
          <p:cNvPr id="29" name="Rectangle 363">
            <a:extLst>
              <a:ext uri="{FF2B5EF4-FFF2-40B4-BE49-F238E27FC236}">
                <a16:creationId xmlns:a16="http://schemas.microsoft.com/office/drawing/2014/main" id="{8458D2D6-8DA6-14DE-1647-68AA16555042}"/>
              </a:ext>
            </a:extLst>
          </p:cNvPr>
          <p:cNvSpPr>
            <a:spLocks/>
          </p:cNvSpPr>
          <p:nvPr>
            <p:custDataLst>
              <p:tags r:id="rId24"/>
            </p:custDataLst>
          </p:nvPr>
        </p:nvSpPr>
        <p:spPr bwMode="gray">
          <a:xfrm>
            <a:off x="3943350" y="3409950"/>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C435C0F1-7428-480C-94E3-F8FC35BB1C51}" type="datetime'1''''''''7'''''''''''''''''''''">
              <a:rPr lang="en-US" altLang="en-US" sz="1400" smtClean="0">
                <a:solidFill>
                  <a:schemeClr val="tx1"/>
                </a:solidFill>
              </a:rPr>
              <a:pPr algn="ctr">
                <a:lnSpc>
                  <a:spcPct val="90000"/>
                </a:lnSpc>
                <a:spcBef>
                  <a:spcPct val="0"/>
                </a:spcBef>
                <a:spcAft>
                  <a:spcPct val="0"/>
                </a:spcAft>
              </a:pPr>
              <a:t>17</a:t>
            </a:fld>
            <a:endParaRPr lang="en-US" sz="1400">
              <a:solidFill>
                <a:schemeClr val="tx1"/>
              </a:solidFill>
            </a:endParaRPr>
          </a:p>
        </p:txBody>
      </p:sp>
      <p:sp>
        <p:nvSpPr>
          <p:cNvPr id="30" name="Rectangle 364">
            <a:extLst>
              <a:ext uri="{FF2B5EF4-FFF2-40B4-BE49-F238E27FC236}">
                <a16:creationId xmlns:a16="http://schemas.microsoft.com/office/drawing/2014/main" id="{0C871ECD-73A4-43E9-1370-1EF64D458675}"/>
              </a:ext>
            </a:extLst>
          </p:cNvPr>
          <p:cNvSpPr>
            <a:spLocks/>
          </p:cNvSpPr>
          <p:nvPr>
            <p:custDataLst>
              <p:tags r:id="rId25"/>
            </p:custDataLst>
          </p:nvPr>
        </p:nvSpPr>
        <p:spPr bwMode="gray">
          <a:xfrm>
            <a:off x="4733925" y="36163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EA3F950F-B335-465C-8F43-AB51268FBEBD}" type="datetime'''''''''''''''''''''''1''''''''''''''5'">
              <a:rPr lang="en-US" altLang="en-US" sz="1400" smtClean="0">
                <a:solidFill>
                  <a:schemeClr val="tx1"/>
                </a:solidFill>
              </a:rPr>
              <a:pPr algn="ctr">
                <a:lnSpc>
                  <a:spcPct val="90000"/>
                </a:lnSpc>
                <a:spcBef>
                  <a:spcPct val="0"/>
                </a:spcBef>
                <a:spcAft>
                  <a:spcPct val="0"/>
                </a:spcAft>
              </a:pPr>
              <a:t>15</a:t>
            </a:fld>
            <a:endParaRPr lang="en-US" sz="1400">
              <a:solidFill>
                <a:schemeClr val="tx1"/>
              </a:solidFill>
            </a:endParaRPr>
          </a:p>
        </p:txBody>
      </p:sp>
      <p:sp>
        <p:nvSpPr>
          <p:cNvPr id="31" name="Rectangle 365">
            <a:extLst>
              <a:ext uri="{FF2B5EF4-FFF2-40B4-BE49-F238E27FC236}">
                <a16:creationId xmlns:a16="http://schemas.microsoft.com/office/drawing/2014/main" id="{BCB19E19-E245-D3CA-5DF8-6850E8527422}"/>
              </a:ext>
            </a:extLst>
          </p:cNvPr>
          <p:cNvSpPr>
            <a:spLocks/>
          </p:cNvSpPr>
          <p:nvPr>
            <p:custDataLst>
              <p:tags r:id="rId26"/>
            </p:custDataLst>
          </p:nvPr>
        </p:nvSpPr>
        <p:spPr bwMode="gray">
          <a:xfrm>
            <a:off x="5173663" y="25114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B845C499-2735-4D8D-BA2B-A82C79855911}" type="datetime'''''''''''''''''''''''2''''''''''''''''''''''''''6'''''''">
              <a:rPr lang="en-US" altLang="en-US" sz="1400" smtClean="0">
                <a:solidFill>
                  <a:schemeClr val="tx1"/>
                </a:solidFill>
              </a:rPr>
              <a:pPr algn="ctr">
                <a:lnSpc>
                  <a:spcPct val="90000"/>
                </a:lnSpc>
                <a:spcBef>
                  <a:spcPct val="0"/>
                </a:spcBef>
                <a:spcAft>
                  <a:spcPct val="0"/>
                </a:spcAft>
              </a:pPr>
              <a:t>26</a:t>
            </a:fld>
            <a:endParaRPr lang="en-US" sz="1400">
              <a:solidFill>
                <a:schemeClr val="tx1"/>
              </a:solidFill>
            </a:endParaRPr>
          </a:p>
        </p:txBody>
      </p:sp>
      <p:sp>
        <p:nvSpPr>
          <p:cNvPr id="32" name="Rectangle 366">
            <a:extLst>
              <a:ext uri="{FF2B5EF4-FFF2-40B4-BE49-F238E27FC236}">
                <a16:creationId xmlns:a16="http://schemas.microsoft.com/office/drawing/2014/main" id="{6C1533B2-D98B-9EFB-BEBA-4CB182D202BF}"/>
              </a:ext>
            </a:extLst>
          </p:cNvPr>
          <p:cNvSpPr>
            <a:spLocks/>
          </p:cNvSpPr>
          <p:nvPr>
            <p:custDataLst>
              <p:tags r:id="rId27"/>
            </p:custDataLst>
          </p:nvPr>
        </p:nvSpPr>
        <p:spPr bwMode="gray">
          <a:xfrm>
            <a:off x="7243763" y="4259263"/>
            <a:ext cx="149225"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0FC87031-C97B-4C10-929D-1BB1B82F245A}" type="datetime'''''''''''''''''''''''''''9'''''''">
              <a:rPr lang="en-US" altLang="en-US" sz="1400" smtClean="0">
                <a:solidFill>
                  <a:schemeClr val="tx1"/>
                </a:solidFill>
              </a:rPr>
              <a:pPr algn="ctr">
                <a:lnSpc>
                  <a:spcPct val="90000"/>
                </a:lnSpc>
                <a:spcBef>
                  <a:spcPct val="0"/>
                </a:spcBef>
                <a:spcAft>
                  <a:spcPct val="0"/>
                </a:spcAft>
              </a:pPr>
              <a:t>9</a:t>
            </a:fld>
            <a:endParaRPr lang="en-US" sz="1400">
              <a:solidFill>
                <a:schemeClr val="tx1"/>
              </a:solidFill>
            </a:endParaRPr>
          </a:p>
        </p:txBody>
      </p:sp>
      <p:sp>
        <p:nvSpPr>
          <p:cNvPr id="33" name="Rectangle 367">
            <a:extLst>
              <a:ext uri="{FF2B5EF4-FFF2-40B4-BE49-F238E27FC236}">
                <a16:creationId xmlns:a16="http://schemas.microsoft.com/office/drawing/2014/main" id="{0C57E5E1-CF26-54A4-E940-B75D1D5AEAD6}"/>
              </a:ext>
            </a:extLst>
          </p:cNvPr>
          <p:cNvSpPr>
            <a:spLocks/>
          </p:cNvSpPr>
          <p:nvPr>
            <p:custDataLst>
              <p:tags r:id="rId28"/>
            </p:custDataLst>
          </p:nvPr>
        </p:nvSpPr>
        <p:spPr bwMode="gray">
          <a:xfrm>
            <a:off x="7634288" y="3768725"/>
            <a:ext cx="247650" cy="192088"/>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25400" tIns="0" rIns="25400" bIns="0" numCol="1" spcCol="0" rtlCol="0" anchor="b" anchorCtr="0">
            <a:noAutofit/>
          </a:bodyPr>
          <a:lstStyle/>
          <a:p>
            <a:pPr algn="ctr">
              <a:lnSpc>
                <a:spcPct val="90000"/>
              </a:lnSpc>
              <a:spcBef>
                <a:spcPct val="0"/>
              </a:spcBef>
              <a:spcAft>
                <a:spcPct val="0"/>
              </a:spcAft>
            </a:pPr>
            <a:fld id="{1C28B0E1-FF4C-4010-9F17-3CD820190A50}" type="datetime'''''''''''1''''4'''''''''''''''''''''">
              <a:rPr lang="en-US" altLang="en-US" sz="1400" smtClean="0">
                <a:solidFill>
                  <a:schemeClr val="tx1"/>
                </a:solidFill>
              </a:rPr>
              <a:pPr algn="ctr">
                <a:lnSpc>
                  <a:spcPct val="90000"/>
                </a:lnSpc>
                <a:spcBef>
                  <a:spcPct val="0"/>
                </a:spcBef>
                <a:spcAft>
                  <a:spcPct val="0"/>
                </a:spcAft>
              </a:pPr>
              <a:t>14</a:t>
            </a:fld>
            <a:endParaRPr lang="en-US" sz="1400">
              <a:solidFill>
                <a:schemeClr val="tx1"/>
              </a:solidFill>
            </a:endParaRPr>
          </a:p>
        </p:txBody>
      </p:sp>
      <p:sp>
        <p:nvSpPr>
          <p:cNvPr id="34" name="Oval 33">
            <a:extLst>
              <a:ext uri="{FF2B5EF4-FFF2-40B4-BE49-F238E27FC236}">
                <a16:creationId xmlns:a16="http://schemas.microsoft.com/office/drawing/2014/main" id="{0D336833-95B4-5DF1-0993-5DA9F80B2A03}"/>
              </a:ext>
            </a:extLst>
          </p:cNvPr>
          <p:cNvSpPr>
            <a:spLocks/>
          </p:cNvSpPr>
          <p:nvPr>
            <p:custDataLst>
              <p:tags r:id="rId29"/>
            </p:custDataLst>
          </p:nvPr>
        </p:nvSpPr>
        <p:spPr bwMode="auto">
          <a:xfrm>
            <a:off x="6234113" y="2246313"/>
            <a:ext cx="587375" cy="301625"/>
          </a:xfrm>
          <a:prstGeom prst="ellipse">
            <a:avLst/>
          </a:prstGeom>
          <a:solidFill>
            <a:schemeClr val="bg1"/>
          </a:solidFill>
          <a:ln w="9525" cap="flat" cmpd="sng" algn="ctr">
            <a:solidFill>
              <a:schemeClr val="tx1"/>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spcBef>
                <a:spcPct val="0"/>
              </a:spcBef>
              <a:spcAft>
                <a:spcPct val="0"/>
              </a:spcAft>
            </a:pPr>
            <a:fld id="{93ACE399-E739-4AD7-AADA-39F207D5A053}" type="datetime'''''''''''''''''''''''''''''''''''-''''''''''''48''''%'''''">
              <a:rPr lang="en-US" altLang="en-US" sz="1400" smtClean="0">
                <a:solidFill>
                  <a:schemeClr val="tx1"/>
                </a:solidFill>
                <a:effectLst/>
              </a:rPr>
              <a:pPr algn="ctr">
                <a:spcBef>
                  <a:spcPct val="0"/>
                </a:spcBef>
                <a:spcAft>
                  <a:spcPct val="0"/>
                </a:spcAft>
              </a:pPr>
              <a:t>-48%</a:t>
            </a:fld>
            <a:endParaRPr lang="en-US" sz="1400">
              <a:solidFill>
                <a:schemeClr val="tx1"/>
              </a:solidFill>
            </a:endParaRPr>
          </a:p>
        </p:txBody>
      </p:sp>
      <p:sp>
        <p:nvSpPr>
          <p:cNvPr id="35" name="Rectangle 19">
            <a:extLst>
              <a:ext uri="{FF2B5EF4-FFF2-40B4-BE49-F238E27FC236}">
                <a16:creationId xmlns:a16="http://schemas.microsoft.com/office/drawing/2014/main" id="{D43F45FF-6670-40D4-2888-6B621F6FB837}"/>
              </a:ext>
            </a:extLst>
          </p:cNvPr>
          <p:cNvSpPr>
            <a:spLocks/>
          </p:cNvSpPr>
          <p:nvPr>
            <p:custDataLst>
              <p:tags r:id="rId30"/>
            </p:custDataLst>
          </p:nvPr>
        </p:nvSpPr>
        <p:spPr bwMode="auto">
          <a:xfrm>
            <a:off x="3598863" y="5778500"/>
            <a:ext cx="250825" cy="187325"/>
          </a:xfrm>
          <a:prstGeom prst="rect">
            <a:avLst/>
          </a:prstGeom>
          <a:solidFill>
            <a:schemeClr val="bg2"/>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2">
            <a:extLst>
              <a:ext uri="{FF2B5EF4-FFF2-40B4-BE49-F238E27FC236}">
                <a16:creationId xmlns:a16="http://schemas.microsoft.com/office/drawing/2014/main" id="{D844FCD2-EE66-A7FA-BE17-336D2247FC77}"/>
              </a:ext>
            </a:extLst>
          </p:cNvPr>
          <p:cNvSpPr>
            <a:spLocks/>
          </p:cNvSpPr>
          <p:nvPr>
            <p:custDataLst>
              <p:tags r:id="rId31"/>
            </p:custDataLst>
          </p:nvPr>
        </p:nvSpPr>
        <p:spPr bwMode="auto">
          <a:xfrm>
            <a:off x="4514850" y="5778500"/>
            <a:ext cx="250825" cy="187325"/>
          </a:xfrm>
          <a:prstGeom prst="rect">
            <a:avLst/>
          </a:prstGeom>
          <a:solidFill>
            <a:schemeClr val="accent6"/>
          </a:solidFill>
          <a:ln w="952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2">
            <a:extLst>
              <a:ext uri="{FF2B5EF4-FFF2-40B4-BE49-F238E27FC236}">
                <a16:creationId xmlns:a16="http://schemas.microsoft.com/office/drawing/2014/main" id="{B4CB4B08-9589-F42E-BFF9-F2A095D2780D}"/>
              </a:ext>
            </a:extLst>
          </p:cNvPr>
          <p:cNvSpPr>
            <a:spLocks/>
          </p:cNvSpPr>
          <p:nvPr>
            <p:custDataLst>
              <p:tags r:id="rId32"/>
            </p:custDataLst>
          </p:nvPr>
        </p:nvSpPr>
        <p:spPr bwMode="auto">
          <a:xfrm>
            <a:off x="3900488" y="5773738"/>
            <a:ext cx="512763"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59D7227-14F8-4379-8C12-A53A6E5096F1}" type="datetime'''''''''''''''''Onl''''''''i''''''''n''''e'''''''''''">
              <a:rPr lang="en-US" altLang="en-US" sz="1400" smtClean="0">
                <a:solidFill>
                  <a:schemeClr val="tx1"/>
                </a:solidFill>
              </a:rPr>
              <a:pPr>
                <a:spcBef>
                  <a:spcPct val="0"/>
                </a:spcBef>
                <a:spcAft>
                  <a:spcPct val="0"/>
                </a:spcAft>
              </a:pPr>
              <a:t>Online</a:t>
            </a:fld>
            <a:endParaRPr lang="en-US" sz="1400">
              <a:solidFill>
                <a:schemeClr val="tx1"/>
              </a:solidFill>
            </a:endParaRPr>
          </a:p>
        </p:txBody>
      </p:sp>
      <p:sp>
        <p:nvSpPr>
          <p:cNvPr id="38" name="Rectangle 10">
            <a:extLst>
              <a:ext uri="{FF2B5EF4-FFF2-40B4-BE49-F238E27FC236}">
                <a16:creationId xmlns:a16="http://schemas.microsoft.com/office/drawing/2014/main" id="{14B863F4-D62A-257B-CF15-2AF266511B43}"/>
              </a:ext>
            </a:extLst>
          </p:cNvPr>
          <p:cNvSpPr>
            <a:spLocks/>
          </p:cNvSpPr>
          <p:nvPr>
            <p:custDataLst>
              <p:tags r:id="rId33"/>
            </p:custDataLst>
          </p:nvPr>
        </p:nvSpPr>
        <p:spPr bwMode="auto">
          <a:xfrm>
            <a:off x="4816475" y="5773738"/>
            <a:ext cx="509588" cy="212725"/>
          </a:xfrm>
          <a:prstGeom prst="rect">
            <a:avLst/>
          </a:prstGeom>
          <a:noFill/>
          <a:ln w="12700" cap="flat" cmpd="sng" algn="ctr">
            <a:no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spcBef>
                <a:spcPct val="0"/>
              </a:spcBef>
              <a:spcAft>
                <a:spcPct val="0"/>
              </a:spcAft>
            </a:pPr>
            <a:fld id="{5083AECE-1438-4DF2-8A13-DD4A2AFF889D}" type="datetime'Of''''''''''f''''''''l''''''''''i''''''''''n''''e'">
              <a:rPr lang="en-US" altLang="en-US" sz="1400" smtClean="0">
                <a:solidFill>
                  <a:schemeClr val="tx1"/>
                </a:solidFill>
              </a:rPr>
              <a:pPr>
                <a:spcBef>
                  <a:spcPct val="0"/>
                </a:spcBef>
                <a:spcAft>
                  <a:spcPct val="0"/>
                </a:spcAft>
              </a:pPr>
              <a:t>Offline</a:t>
            </a:fld>
            <a:endParaRPr lang="en-US" sz="1400">
              <a:solidFill>
                <a:schemeClr val="tx1"/>
              </a:solidFill>
            </a:endParaRPr>
          </a:p>
        </p:txBody>
      </p:sp>
      <p:sp>
        <p:nvSpPr>
          <p:cNvPr id="45" name="tc_columnhead">
            <a:extLst>
              <a:ext uri="{FF2B5EF4-FFF2-40B4-BE49-F238E27FC236}">
                <a16:creationId xmlns:a16="http://schemas.microsoft.com/office/drawing/2014/main" id="{E4D05E99-57CF-C81A-80D8-E799492B64E3}"/>
              </a:ext>
            </a:extLst>
          </p:cNvPr>
          <p:cNvSpPr txBox="1">
            <a:spLocks/>
          </p:cNvSpPr>
          <p:nvPr/>
        </p:nvSpPr>
        <p:spPr>
          <a:xfrm>
            <a:off x="409052" y="1557338"/>
            <a:ext cx="7745413"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a-DK" sz="1600" dirty="0">
                <a:solidFill>
                  <a:schemeClr val="tx1"/>
                </a:solidFill>
              </a:rPr>
              <a:t>Insert chart title here</a:t>
            </a:r>
            <a:endParaRPr lang="en-US" sz="1600" dirty="0">
              <a:solidFill>
                <a:schemeClr val="tx1"/>
              </a:solidFill>
            </a:endParaRPr>
          </a:p>
        </p:txBody>
      </p:sp>
      <p:cxnSp>
        <p:nvCxnSpPr>
          <p:cNvPr id="46" name="tc_columnheadline">
            <a:extLst>
              <a:ext uri="{FF2B5EF4-FFF2-40B4-BE49-F238E27FC236}">
                <a16:creationId xmlns:a16="http://schemas.microsoft.com/office/drawing/2014/main" id="{D4492394-DA09-C52F-7077-1944DB893D2D}"/>
              </a:ext>
            </a:extLst>
          </p:cNvPr>
          <p:cNvCxnSpPr>
            <a:cxnSpLocks/>
            <a:stCxn id="45" idx="4"/>
            <a:endCxn id="45" idx="6"/>
          </p:cNvCxnSpPr>
          <p:nvPr/>
        </p:nvCxnSpPr>
        <p:spPr>
          <a:xfrm>
            <a:off x="409052" y="1839911"/>
            <a:ext cx="774541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8" name="tc_columnhead">
            <a:extLst>
              <a:ext uri="{FF2B5EF4-FFF2-40B4-BE49-F238E27FC236}">
                <a16:creationId xmlns:a16="http://schemas.microsoft.com/office/drawing/2014/main" id="{B609D60C-FF97-30BB-614C-A2C30EEBBF34}"/>
              </a:ext>
            </a:extLst>
          </p:cNvPr>
          <p:cNvSpPr txBox="1">
            <a:spLocks/>
          </p:cNvSpPr>
          <p:nvPr/>
        </p:nvSpPr>
        <p:spPr>
          <a:xfrm>
            <a:off x="8455234" y="1557338"/>
            <a:ext cx="3365818" cy="282573"/>
          </a:xfrm>
          <a:prstGeom prst="leftRightArrow">
            <a:avLst>
              <a:gd name="adj1" fmla="val 100000"/>
              <a:gd name="adj2" fmla="val 0"/>
            </a:avLst>
          </a:prstGeom>
        </p:spPr>
        <p:txBody>
          <a:bodyPr vert="horz" wrap="square" lIns="0" tIns="0" rIns="0" bIns="36000" rtlCol="0" anchor="b">
            <a:spAutoFit/>
          </a:bodyPr>
          <a:lstStyle>
            <a:lvl1pPr marL="0" indent="0" algn="l" defTabSz="914400" rtl="0" eaLnBrk="1" latinLnBrk="0" hangingPunct="1">
              <a:lnSpc>
                <a:spcPct val="100000"/>
              </a:lnSpc>
              <a:spcBef>
                <a:spcPts val="0"/>
              </a:spcBef>
              <a:spcAft>
                <a:spcPts val="110"/>
              </a:spcAft>
              <a:buFont typeface="Arial" panose="020B0604020202020204" pitchFamily="34" charset="0"/>
              <a:buNone/>
              <a:defRPr sz="1800" b="1" kern="1200">
                <a:solidFill>
                  <a:schemeClr val="accent1"/>
                </a:solidFill>
                <a:latin typeface="+mn-lt"/>
                <a:ea typeface="+mn-ea"/>
                <a:cs typeface="+mn-cs"/>
              </a:defRPr>
            </a:lvl1pPr>
            <a:lvl2pPr marL="466725" indent="-222250" algn="l" defTabSz="914400" rtl="0" eaLnBrk="1" latinLnBrk="0" hangingPunct="1">
              <a:lnSpc>
                <a:spcPct val="100000"/>
              </a:lnSpc>
              <a:spcBef>
                <a:spcPts val="0"/>
              </a:spcBef>
              <a:spcAft>
                <a:spcPts val="110"/>
              </a:spcAft>
              <a:buFont typeface="Symbol" panose="05050102010706020507" pitchFamily="18" charset="2"/>
              <a:buChar char="-"/>
              <a:defRPr sz="1600" kern="1200">
                <a:solidFill>
                  <a:schemeClr val="tx1"/>
                </a:solidFill>
                <a:latin typeface="+mn-lt"/>
                <a:ea typeface="+mn-ea"/>
                <a:cs typeface="+mn-cs"/>
              </a:defRPr>
            </a:lvl2pPr>
            <a:lvl3pPr marL="720725" indent="-21748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3pPr>
            <a:lvl4pPr marL="900113" indent="-193675"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4pPr>
            <a:lvl5pPr marL="1136650" indent="-185738" algn="l" defTabSz="914400" rtl="0" eaLnBrk="1" latinLnBrk="0" hangingPunct="1">
              <a:lnSpc>
                <a:spcPct val="100000"/>
              </a:lnSpc>
              <a:spcBef>
                <a:spcPts val="0"/>
              </a:spcBef>
              <a:spcAft>
                <a:spcPts val="110"/>
              </a:spcAft>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a:solidFill>
                  <a:schemeClr val="tx1"/>
                </a:solidFill>
              </a:rPr>
              <a:t>Comments</a:t>
            </a:r>
          </a:p>
        </p:txBody>
      </p:sp>
      <p:cxnSp>
        <p:nvCxnSpPr>
          <p:cNvPr id="49" name="tc_columnheadline">
            <a:extLst>
              <a:ext uri="{FF2B5EF4-FFF2-40B4-BE49-F238E27FC236}">
                <a16:creationId xmlns:a16="http://schemas.microsoft.com/office/drawing/2014/main" id="{64975172-FFA9-5669-B3F5-23FE35837E98}"/>
              </a:ext>
            </a:extLst>
          </p:cNvPr>
          <p:cNvCxnSpPr>
            <a:cxnSpLocks/>
            <a:stCxn id="48" idx="4"/>
            <a:endCxn id="48" idx="6"/>
          </p:cNvCxnSpPr>
          <p:nvPr/>
        </p:nvCxnSpPr>
        <p:spPr>
          <a:xfrm>
            <a:off x="8455234" y="1839911"/>
            <a:ext cx="336581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18">
            <a:extLst>
              <a:ext uri="{FF2B5EF4-FFF2-40B4-BE49-F238E27FC236}">
                <a16:creationId xmlns:a16="http://schemas.microsoft.com/office/drawing/2014/main" id="{0E69FDF9-F5E1-E6D9-95C3-75B746510A50}"/>
              </a:ext>
            </a:extLst>
          </p:cNvPr>
          <p:cNvSpPr>
            <a:spLocks/>
          </p:cNvSpPr>
          <p:nvPr/>
        </p:nvSpPr>
        <p:spPr>
          <a:xfrm>
            <a:off x="8811106" y="-805994"/>
            <a:ext cx="4575600" cy="1365365"/>
          </a:xfrm>
          <a:prstGeom prst="rect">
            <a:avLst/>
          </a:prstGeom>
          <a:solidFill>
            <a:schemeClr val="bg2"/>
          </a:solidFill>
          <a:ln w="9525">
            <a:solidFill>
              <a:schemeClr val="tx1"/>
            </a:solidFill>
          </a:ln>
          <a:effectLst>
            <a:outerShdw blurRad="152400" sx="102000" sy="102000" algn="ctr" rotWithShape="0">
              <a:prstClr val="black">
                <a:alpha val="1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72000" tIns="36000" rIns="72000" bIns="36000" rtlCol="0" anchor="b">
            <a:spAutoFit/>
          </a:bodyPr>
          <a:lstStyle/>
          <a:p>
            <a:r>
              <a:rPr lang="en-US" sz="1200" u="sng" dirty="0">
                <a:solidFill>
                  <a:schemeClr val="tx1"/>
                </a:solidFill>
              </a:rPr>
              <a:t>This slide contains </a:t>
            </a:r>
            <a:r>
              <a:rPr lang="en-US" sz="1200" b="1" u="sng" dirty="0">
                <a:solidFill>
                  <a:schemeClr val="tx1"/>
                </a:solidFill>
              </a:rPr>
              <a:t>think-cell charts</a:t>
            </a:r>
            <a:r>
              <a:rPr lang="en-US" sz="1200" u="sng" dirty="0">
                <a:solidFill>
                  <a:schemeClr val="tx1"/>
                </a:solidFill>
              </a:rPr>
              <a:t>.</a:t>
            </a:r>
          </a:p>
          <a:p>
            <a:pPr marL="140400" indent="-140400">
              <a:buFont typeface="Arial" panose="020B0604020202020204" pitchFamily="34" charset="0"/>
              <a:buChar char="•"/>
            </a:pPr>
            <a:r>
              <a:rPr lang="en-US" sz="1200" dirty="0">
                <a:solidFill>
                  <a:schemeClr val="tx1"/>
                </a:solidFill>
              </a:rPr>
              <a:t>To</a:t>
            </a:r>
            <a:r>
              <a:rPr lang="en-US" sz="1200" b="1" dirty="0">
                <a:solidFill>
                  <a:schemeClr val="tx1"/>
                </a:solidFill>
              </a:rPr>
              <a:t> open a chart's internal datasheet</a:t>
            </a:r>
            <a:r>
              <a:rPr lang="en-US" sz="1200" dirty="0">
                <a:solidFill>
                  <a:schemeClr val="tx1"/>
                </a:solidFill>
              </a:rPr>
              <a:t>, double-click</a:t>
            </a:r>
            <a:r>
              <a:rPr lang="en-US" sz="1200" b="1" dirty="0">
                <a:solidFill>
                  <a:schemeClr val="tx1"/>
                </a:solidFill>
              </a:rPr>
              <a:t> </a:t>
            </a:r>
            <a:r>
              <a:rPr lang="en-US" sz="1200" dirty="0">
                <a:solidFill>
                  <a:schemeClr val="tx1"/>
                </a:solidFill>
              </a:rPr>
              <a:t>any empty space in the chart.</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add annotations </a:t>
            </a:r>
            <a:r>
              <a:rPr lang="en-US" sz="1200" dirty="0">
                <a:solidFill>
                  <a:schemeClr val="tx1"/>
                </a:solidFill>
              </a:rPr>
              <a:t>(e.g., CAGR arrows, difference arrows),</a:t>
            </a:r>
            <a:r>
              <a:rPr lang="en-US" sz="1200" b="1" dirty="0">
                <a:solidFill>
                  <a:schemeClr val="tx1"/>
                </a:solidFill>
              </a:rPr>
              <a:t> </a:t>
            </a:r>
            <a:r>
              <a:rPr lang="en-US" sz="1200" dirty="0">
                <a:solidFill>
                  <a:schemeClr val="tx1"/>
                </a:solidFill>
              </a:rPr>
              <a:t>right-click a chart or a chart feature to open the context menu.</a:t>
            </a:r>
            <a:endParaRPr lang="en-US" sz="1200" dirty="0">
              <a:solidFill>
                <a:schemeClr val="tx1"/>
              </a:solidFill>
              <a:cs typeface="Arial"/>
            </a:endParaRPr>
          </a:p>
          <a:p>
            <a:pPr marL="140400" indent="-140400">
              <a:buFont typeface="Arial" panose="020B0604020202020204" pitchFamily="34" charset="0"/>
              <a:buChar char="•"/>
            </a:pPr>
            <a:r>
              <a:rPr lang="en-US" sz="1200" dirty="0">
                <a:solidFill>
                  <a:schemeClr val="tx1"/>
                </a:solidFill>
              </a:rPr>
              <a:t>To </a:t>
            </a:r>
            <a:r>
              <a:rPr lang="en-US" sz="1200" b="1" dirty="0">
                <a:solidFill>
                  <a:schemeClr val="tx1"/>
                </a:solidFill>
              </a:rPr>
              <a:t>change the style and formatting</a:t>
            </a:r>
            <a:r>
              <a:rPr lang="en-US" sz="1200" dirty="0">
                <a:solidFill>
                  <a:schemeClr val="tx1"/>
                </a:solidFill>
              </a:rPr>
              <a:t> of a chart or a feature,</a:t>
            </a:r>
            <a:r>
              <a:rPr lang="en-US" sz="1200" b="1" dirty="0">
                <a:solidFill>
                  <a:schemeClr val="tx1"/>
                </a:solidFill>
              </a:rPr>
              <a:t> </a:t>
            </a:r>
            <a:r>
              <a:rPr lang="en-US" sz="1200" dirty="0">
                <a:solidFill>
                  <a:schemeClr val="tx1"/>
                </a:solidFill>
              </a:rPr>
              <a:t>click the chart or feature to open the mini toolbar.</a:t>
            </a:r>
            <a:endParaRPr lang="en-US" sz="1200" dirty="0">
              <a:solidFill>
                <a:schemeClr val="tx1"/>
              </a:solidFill>
              <a:cs typeface="Arial"/>
            </a:endParaRPr>
          </a:p>
        </p:txBody>
      </p:sp>
      <p:sp>
        <p:nvSpPr>
          <p:cNvPr id="73" name="Text Placeholder 15">
            <a:extLst>
              <a:ext uri="{FF2B5EF4-FFF2-40B4-BE49-F238E27FC236}">
                <a16:creationId xmlns:a16="http://schemas.microsoft.com/office/drawing/2014/main" id="{FB9BC161-67F9-90B0-90B4-215D01703775}"/>
              </a:ext>
            </a:extLst>
          </p:cNvPr>
          <p:cNvSpPr/>
          <p:nvPr/>
        </p:nvSpPr>
        <p:spPr>
          <a:xfrm>
            <a:off x="407988" y="6275487"/>
            <a:ext cx="4052391" cy="138499"/>
          </a:xfrm>
          <a:prstGeom prst="rect">
            <a:avLst/>
          </a:prstGeom>
          <a:noFill/>
          <a:ln w="9525"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spAutoFit/>
          </a:bodyPr>
          <a:lstStyle/>
          <a:p>
            <a:pPr>
              <a:defRPr/>
            </a:pPr>
            <a:r>
              <a:rPr lang="en-US" sz="900" dirty="0">
                <a:solidFill>
                  <a:schemeClr val="tx2"/>
                </a:solidFill>
              </a:rPr>
              <a:t>Keywords: columns, bar, bars, think-cell, chart, charts, graph, graphs, comment</a:t>
            </a:r>
          </a:p>
        </p:txBody>
      </p:sp>
    </p:spTree>
    <p:extLst>
      <p:ext uri="{BB962C8B-B14F-4D97-AF65-F5344CB8AC3E}">
        <p14:creationId xmlns:p14="http://schemas.microsoft.com/office/powerpoint/2010/main" val="404453400"/>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ranked actions for the director</a:t>
            </a:r>
          </a:p>
        </p:txBody>
      </p:sp>
      <p:sp>
        <p:nvSpPr>
          <p:cNvPr id="4" name="Text Placeholder 3"/>
          <p:cNvSpPr>
            <a:spLocks noGrp="1"/>
          </p:cNvSpPr>
          <p:nvPr>
            <p:ph type="body" idx="144" sz="quarter"/>
          </p:nvPr>
        </p:nvSpPr>
        <p:spPr/>
        <p:txBody>
          <a:bodyPr/>
          <a:lstStyle/>
          <a:p>
            <a:r>
              <a:rPr>
                <a:solidFill>
                  <a:srgbClr val="1A1D31"/>
                </a:solidFill>
              </a:rP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
        <p:nvSpPr>
          <p:cNvPr id="7" name="tcfield_S26_ActionItems"/>
          <p:cNvSpPr txBox="1"/>
          <p:nvPr/>
        </p:nvSpPr>
        <p:spPr>
          <a:xfrm>
            <a:off x="100000" y="7200000"/>
            <a:ext cx="2000000" cy="100000"/>
          </a:xfrm>
          <a:prstGeom prst="rect">
            <a:avLst/>
          </a:prstGeom>
          <a:noFill/>
          <a:ln>
            <a:noFill/>
          </a:ln>
        </p:spPr>
        <p:txBody>
          <a:bodyPr wrap="square" rtlCol="0">
            <a:spAutoFit/>
          </a:bodyPr>
          <a:lstStyle/>
          <a:p>
            <a:fld id="{3D9AAF61-2F34-46D4-88B5-BEC854BC4703}"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6_ActionItems&lt;/m_strName&gt;&lt;/PersistentType&gt;&lt;/root&gt;">
              <a:rPr lang="en-US" sz="800">
                <a:solidFill>
                  <a:srgbClr val="1A1D31"/>
                </a:solidFill>
              </a:rPr>
              <a:t>&lt;S26_ActionItems&gt;</a:t>
            </a:fld>
            <a:endParaRPr lang="en-US" sz="8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rPr>
                <a:solidFill>
                  <a:srgbClr val="1A1D31"/>
                </a:solidFill>
              </a:rPr>
              <a:t>Narrative — pulled from brief.md</a:t>
            </a:r>
          </a:p>
        </p:txBody>
      </p:sp>
      <p:sp>
        <p:nvSpPr>
          <p:cNvPr id="4" name="Text Placeholder 3"/>
          <p:cNvSpPr>
            <a:spLocks noGrp="1"/>
          </p:cNvSpPr>
          <p:nvPr>
            <p:ph type="body" idx="144" sz="quarter"/>
          </p:nvPr>
        </p:nvSpPr>
        <p:spPr/>
        <p:txBody>
          <a:bodyPr/>
          <a:lstStyle/>
          <a:p>
            <a:r>
              <a:rPr>
                <a:solidFill>
                  <a:srgbClr val="1A1D31"/>
                </a:solidFill>
              </a:rP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
        <p:nvSpPr>
          <p:cNvPr id="7" name="tcfield_S27_RisksOutlook"/>
          <p:cNvSpPr txBox="1"/>
          <p:nvPr/>
        </p:nvSpPr>
        <p:spPr>
          <a:xfrm>
            <a:off x="650000" y="1300000"/>
            <a:ext cx="8200000" cy="3800000"/>
          </a:xfrm>
          <a:prstGeom prst="rect">
            <a:avLst/>
          </a:prstGeom>
          <a:noFill/>
          <a:ln>
            <a:noFill/>
          </a:ln>
        </p:spPr>
        <p:txBody>
          <a:bodyPr wrap="square" rtlCol="0">
            <a:spAutoFit/>
          </a:bodyPr>
          <a:lstStyle/>
          <a:p>
            <a:fld id="{6CAEB7B5-40B3-4B21-8188-8F92BCF2C9E7}" type="thinkcell&lt;?xml version=&quot;1.0&quot; encoding=&quot;UTF-16&quot; standalone=&quot;yes&quot;?&gt;&lt;root reqver=&quot;32687&quot;&gt;&lt;version val=&quot;38388&quot;/&gt;&lt;PersistentType&gt;&lt;m_varval type=&quot;5&quot;&gt;&lt;/m_varval&gt;&lt;m_prec&gt;&lt;m_yearfmt&gt;&lt;begin val=&quot;0&quot;/&gt;&lt;end val=&quot;4&quot;/&gt;&lt;/m_yearfmt&gt;&lt;/m_prec&gt;&lt;m_bUseExcelFont val=&quot;0&quot;/&gt;&lt;m_bUseExcelFontColor val=&quot;0&quot;/&gt;&lt;m_strName&gt;S27_RisksOutlook&lt;/m_strName&gt;&lt;/PersistentType&gt;&lt;/root&gt;">
              <a:rPr lang="en-US" sz="1400">
                <a:solidFill>
                  <a:srgbClr val="083EA7"/>
                </a:solidFill>
              </a:rPr>
              <a:t>&lt;S27_RisksOutlook&gt;</a:t>
            </a:fld>
            <a:endParaRPr lang="en-U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rPr>
                <a:solidFill>
                  <a:srgbClr val="1A1D31"/>
                </a:solidFill>
              </a:rPr>
              <a:t>Thank you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PvTNFjg57xXF8n0ZJJB9wA"/>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YSRTZi7qwxfh7cfmBjkC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m3a0gcfWxUKnZQryvzKFxg"/>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6tAEIyZr0G2ANhpF8.31u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cTBDh1RxjZvBBKwWpJpZJg"/>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pDKECo9XwIUkW00K61GgL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vG8c57KGSSyg4sz3.9hLQ"/>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4vhe8muyABtJigNuh5PzVw"/>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M8iP_Dh_An8C2NE9D3Mgxg"/>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6jde.etPiXHNQs2MAAAggA"/>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kLFdhhf4SoXc1gdJqfScq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1C8vIJMYXVhZqTgv6XDmCw"/>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doDW5d3KhvAQnno7hldln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vWZHWfJP2pSnqWSq_MrL6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Ya4V5giDbKNrX_yuY_aqZw"/>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09eQzGhYLxcAsHDrCJLlDA"/>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3edB2LPV8_r2.krV0LMmaw"/>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8JSx93ZVcV06Y.yBy4HPBg"/>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Q1P1D6OUicOYbUsdCx51GA"/>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wbe2xeaDXyvem8v96OAKuA"/>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lZ8v1whwZ8CO2Y2a13CGu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GdO_cc52C_QV7.sNjxME8w"/>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5pDn_MvxsTTgd625FCgb8g"/>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_8VM0u3hO71uPH63gY3t4Q"/>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MuvP2ubAAwA0yQYIJxURag"/>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1S68rGO7qyRf5g2kLd2KVQ"/>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YUbrmvgTxRJWXfB.LxKA6w"/>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pHLcUv_h.8VNA.mYUgjmug"/>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whqkKF5UjCNHBb0e8THb1Q"/>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t4vFAXKwBSi8bHpk2rLn9A"/>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ZhAKYXUMoREHNqnw6qI9kg"/>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KPxbqhkwT4hir9_QTxMeOw"/>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EpL2kGh09JQT9dJVpGFoYQ"/>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zezn0jnsbNSx6fM06_8WKg"/>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bI.mMuz3ENnTk8DaXPy4kg"/>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wTsMrCAdYzNNo3D.grRMog"/>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KZeIP9INbvtsKU6jlLBH3w"/>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uQZMqDoq37ceCgxxzD8gKg"/>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eaHgQrXTjl5LF8rx_qXeIw"/>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azRrxP4VcNaPneTOhpTS5A"/>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RHBa08UmP0tKai8wfdMLcw"/>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VNAAeKc7M1nIux4D8aJzA"/>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EfSHme3VD8qKL3o6q9YfdA"/>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KAObXLbczHHFCg0.Dn.EPQ"/>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DA11VdcZAp9m4_bW2I7CXw"/>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6nT7lWb1QtL2o7W0AQcDfw"/>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S8vCbwBManAfCdMrPA00_g"/>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G2A8rghE1ezaApitVBRe_Q"/>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PvTNFjg57xXF8n0ZJJB9wA"/>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SYSRTZi7qwxfh7cfmBjkC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ZhAKYXUMoREHNqnw6qI9kg"/>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KPxbqhkwT4hir9_QTxMeOw"/>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EpL2kGh09JQT9dJVpGFoYQ"/>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zezn0jnsbNSx6fM06_8WKg"/>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bI.mMuz3ENnTk8DaXPy4kg"/>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wTsMrCAdYzNNo3D.grRMog"/>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KZeIP9INbvtsKU6jlLBH3w"/>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uQZMqDoq37ceCgxxzD8gKg"/>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eaHgQrXTjl5LF8rx_qXeIw"/>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qmpNIWILFIbG0gK3k7781g"/>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jfmXlR0qZYlMNZfUjl2VmQ"/>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dU9d0mPacz1ZjbPDI00fZg"/>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RZHQ3yA.EyxeaxVrgW87.A"/>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3vyiF7JWZh.3PG9ZrPb9WA"/>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4p7TFHcdt4ueV7gzHgn90g"/>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JuvvTffAfXiQ3WveWtfzZA"/>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zYDXufK8GzyWYsh8HdIsCg"/>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i7p4te1bWC6Mk1GZeU6Nag"/>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asU1azION26c1P8ypcWTQg"/>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a3gz6OuPfkEAEEL8IA8gyg"/>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GBIbng6dakgSZmAZ25u9cw"/>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rC1aWRbXXYFDn45SJx1LSw"/>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e6lgrfcIXWAnDrH7o.58mw"/>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_kxIS2x0V8hsnAaeoZmgJQ"/>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w.YsgaJ.RfgMX3bL0ZPDlw"/>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aTscVYGsZ9zf5ddGY_NKIQ"/>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rHRDEeLOdz9avLWSJxQfcA"/>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9lUMapyFzc_N8qLDTGx0lA"/>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gth4ssmW.SAnq5jbfOcnA"/>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_2tBYDf_CRjfscEZpkgNGQ"/>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epUDecgigARlyAYHgMfbUg"/>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GAGOhx44gIluExG4nAmGJQ"/>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vPd53zXiIPKGQRUR5N59VA"/>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YbFBvkW0wpzJ68gcMzEcQ"/>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nD4MGssCXLFXMR6Y1ITwjg"/>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ZD0UwVFNi8pEfhUnFKHEvw"/>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llZgUdgRDEpoeF0pquxJTw"/>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7yNEnKpZUzAi3PiFWKGE2Q"/>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w6g9mzjcGTHl0XUOpSKJng"/>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9mV8t74f5QDCNFCGsU6qHw"/>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2RvmkIsjyzfhwbnfDIRZEQ"/>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azRrxP4VcNaPneTOhpTS5A"/>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RHBa08UmP0tKai8wfdMLcw"/>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HVNAAeKc7M1nIux4D8aJzA"/>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tEfSHme3VD8qKL3o6q9YfdA"/>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tKAObXLbczHHFCg0.Dn.EPQ"/>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DA11VdcZAp9m4_bW2I7CXw"/>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t6nT7lWb1QtL2o7W0AQcDfw"/>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S8vCbwBManAfCdMrPA00_g"/>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G2A8rghE1ezaApitVBRe_Q"/>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PvTNFjg57xXF8n0ZJJB9wA"/>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SYSRTZi7qwxfh7cfmBjkCw"/>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ZhAKYXUMoREHNqnw6qI9kg"/>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KPxbqhkwT4hir9_QTxMeOw"/>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tEpL2kGh09JQT9dJVpGFoYQ"/>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tzezn0jnsbNSx6fM06_8WKg"/>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bI.mMuz3ENnTk8DaXPy4kg"/>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wTsMrCAdYzNNo3D.grRMog"/>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KZeIP9INbvtsKU6jlLBH3w"/>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uQZMqDoq37ceCgxxzD8gKg"/>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teaHgQrXTjl5LF8rx_qXeIw"/>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azRrxP4VcNaPneTOhpTS5A"/>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RHBa08UmP0tKai8wfdMLcw"/>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VNAAeKc7M1nIux4D8aJzA"/>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EfSHme3VD8qKL3o6q9YfdA"/>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KAObXLbczHHFCg0.Dn.EPQ"/>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DA11VdcZAp9m4_bW2I7CXw"/>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6nT7lWb1QtL2o7W0AQcDfw"/>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S8vCbwBManAfCdMrPA00_g"/>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G2A8rghE1ezaApitVBRe_Q"/>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GBIbng6dakgSZmAZ25u9cw"/>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aTscVYGsZ9zf5ddGY_NKIQ"/>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HYbFBvkW0wpzJ68gcMzEcQ"/>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gth4ssmW.SAnq5jbfOcnA"/>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4p7TFHcdt4ueV7gzHgn90g"/>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a3gz6OuPfkEAEEL8IA8gyg"/>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w.YsgaJ.RfgMX3bL0ZPDlw"/>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vPd53zXiIPKGQRUR5N59VA"/>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2RvmkIsjyzfhwbnfDIRZEQ"/>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tqmpNIWILFIbG0gK3k7781g"/>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t_kxIS2x0V8hsnAaeoZmgJQ"/>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9lUMapyFzc_N8qLDTGx0lA"/>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llZgUdgRDEpoeF0pquxJTw"/>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3vyiF7JWZh.3PG9ZrPb9WA"/>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asU1azION26c1P8ypcWTQg"/>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tGAGOhx44gIluExG4nAmGJQ"/>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t9mV8t74f5QDCNFCGsU6qHw"/>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tRZHQ3yA.EyxeaxVrgW87.A"/>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te6lgrfcIXWAnDrH7o.58mw"/>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epUDecgigARlyAYHgMfbUg"/>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ZD0UwVFNi8pEfhUnFKHEvw"/>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i7p4te1bWC6Mk1GZeU6Nag"/>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rHRDEeLOdz9avLWSJxQfcA"/>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tw6g9mzjcGTHl0XUOpSKJng"/>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tdU9d0mPacz1ZjbPDI00fZg"/>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tzYDXufK8GzyWYsh8HdIsCg"/>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trC1aWRbXXYFDn45SJx1LSw"/>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_2tBYDf_CRjfscEZpkgNGQ"/>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nD4MGssCXLFXMR6Y1ITwjg"/>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7yNEnKpZUzAi3PiFWKGE2Q"/>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uvvTffAfXiQ3WveWtfzZA"/>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tjfmXlR0qZYlMNZfUjl2VmQ"/>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tGBIbng6dakgSZmAZ25u9cw"/>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taTscVYGsZ9zf5ddGY_NKIQ"/>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tHYbFBvkW0wpzJ68gcMzEcQ"/>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gth4ssmW.SAnq5jbfOcnA"/>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4p7TFHcdt4ueV7gzHgn90g"/>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ta3gz6OuPfkEAEEL8IA8gyg"/>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tw.YsgaJ.RfgMX3bL0ZPDlw"/>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tvPd53zXiIPKGQRUR5N59VA"/>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2RvmkIsjyzfhwbnfDIRZEQ"/>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qmpNIWILFIbG0gK3k7781g"/>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_kxIS2x0V8hsnAaeoZmgJQ"/>
</p:tagLst>
</file>

<file path=ppt/tags/tag171.xml><?xml version="1.0" encoding="utf-8"?>
<p:tagLst xmlns:a="http://schemas.openxmlformats.org/drawingml/2006/main" xmlns:r="http://schemas.openxmlformats.org/officeDocument/2006/relationships" xmlns:p="http://schemas.openxmlformats.org/presentationml/2006/main">
  <p:tag name="THINKCELLSHAPEDONOTDELETE" val="t9lUMapyFzc_N8qLDTGx0lA"/>
</p:tagLst>
</file>

<file path=ppt/tags/tag172.xml><?xml version="1.0" encoding="utf-8"?>
<p:tagLst xmlns:a="http://schemas.openxmlformats.org/drawingml/2006/main" xmlns:r="http://schemas.openxmlformats.org/officeDocument/2006/relationships" xmlns:p="http://schemas.openxmlformats.org/presentationml/2006/main">
  <p:tag name="THINKCELLSHAPEDONOTDELETE" val="tllZgUdgRDEpoeF0pquxJTw"/>
</p:tagLst>
</file>

<file path=ppt/tags/tag1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3vyiF7JWZh.3PG9ZrPb9WA"/>
</p:tagLst>
</file>

<file path=ppt/tags/tag175.xml><?xml version="1.0" encoding="utf-8"?>
<p:tagLst xmlns:a="http://schemas.openxmlformats.org/drawingml/2006/main" xmlns:r="http://schemas.openxmlformats.org/officeDocument/2006/relationships" xmlns:p="http://schemas.openxmlformats.org/presentationml/2006/main">
  <p:tag name="THINKCELLSHAPEDONOTDELETE" val="tasU1azION26c1P8ypcWTQg"/>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GAGOhx44gIluExG4nAmGJQ"/>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9mV8t74f5QDCNFCGsU6qHw"/>
</p:tagLst>
</file>

<file path=ppt/tags/tag178.xml><?xml version="1.0" encoding="utf-8"?>
<p:tagLst xmlns:a="http://schemas.openxmlformats.org/drawingml/2006/main" xmlns:r="http://schemas.openxmlformats.org/officeDocument/2006/relationships" xmlns:p="http://schemas.openxmlformats.org/presentationml/2006/main">
  <p:tag name="THINKCELLSHAPEDONOTDELETE" val="tRZHQ3yA.EyxeaxVrgW87.A"/>
</p:tagLst>
</file>

<file path=ppt/tags/tag179.xml><?xml version="1.0" encoding="utf-8"?>
<p:tagLst xmlns:a="http://schemas.openxmlformats.org/drawingml/2006/main" xmlns:r="http://schemas.openxmlformats.org/officeDocument/2006/relationships" xmlns:p="http://schemas.openxmlformats.org/presentationml/2006/main">
  <p:tag name="THINKCELLSHAPEDONOTDELETE" val="te6lgrfcIXWAnDrH7o.58mw"/>
</p:tagLst>
</file>

<file path=ppt/tags/tag180.xml><?xml version="1.0" encoding="utf-8"?>
<p:tagLst xmlns:a="http://schemas.openxmlformats.org/drawingml/2006/main" xmlns:r="http://schemas.openxmlformats.org/officeDocument/2006/relationships" xmlns:p="http://schemas.openxmlformats.org/presentationml/2006/main">
  <p:tag name="THINKCELLSHAPEDONOTDELETE" val="tepUDecgigARlyAYHgMfbUg"/>
</p:tagLst>
</file>

<file path=ppt/tags/tag181.xml><?xml version="1.0" encoding="utf-8"?>
<p:tagLst xmlns:a="http://schemas.openxmlformats.org/drawingml/2006/main" xmlns:r="http://schemas.openxmlformats.org/officeDocument/2006/relationships" xmlns:p="http://schemas.openxmlformats.org/presentationml/2006/main">
  <p:tag name="THINKCELLSHAPEDONOTDELETE" val="tZD0UwVFNi8pEfhUnFKHEvw"/>
</p:tagLst>
</file>

<file path=ppt/tags/tag182.xml><?xml version="1.0" encoding="utf-8"?>
<p:tagLst xmlns:a="http://schemas.openxmlformats.org/drawingml/2006/main" xmlns:r="http://schemas.openxmlformats.org/officeDocument/2006/relationships" xmlns:p="http://schemas.openxmlformats.org/presentationml/2006/main">
  <p:tag name="THINKCELLSHAPEDONOTDELETE" val="ti7p4te1bWC6Mk1GZeU6Nag"/>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trHRDEeLOdz9avLWSJxQfcA"/>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tw6g9mzjcGTHl0XUOpSKJng"/>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dU9d0mPacz1ZjbPDI00fZg"/>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zYDXufK8GzyWYsh8HdIsCg"/>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trC1aWRbXXYFDn45SJx1LSw"/>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t_2tBYDf_CRjfscEZpkgNGQ"/>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tnD4MGssCXLFXMR6Y1ITwjg"/>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t7yNEnKpZUzAi3PiFWKGE2Q"/>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tJuvvTffAfXiQ3WveWtfzZA"/>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tjfmXlR0qZYlMNZfUjl2VmQ"/>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tGBIbng6dakgSZmAZ25u9cw"/>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aTscVYGsZ9zf5ddGY_NKIQ"/>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HYbFBvkW0wpzJ68gcMzEcQ"/>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t.gth4ssmW.SAnq5jbfOcnA"/>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t4p7TFHcdt4ueV7gzHgn90g"/>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ta3gz6OuPfkEAEEL8IA8gyg"/>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tw.YsgaJ.RfgMX3bL0ZPDlw"/>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tvPd53zXiIPKGQRUR5N59VA"/>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t2RvmkIsjyzfhwbnfDIRZEQ"/>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tqmpNIWILFIbG0gK3k7781g"/>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_kxIS2x0V8hsnAaeoZmgJQ"/>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9lUMapyFzc_N8qLDTGx0lA"/>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tllZgUdgRDEpoeF0pquxJTw"/>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t3vyiF7JWZh.3PG9ZrPb9WA"/>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tasU1azION26c1P8ypcWTQg"/>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tGAGOhx44gIluExG4nAmGJQ"/>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t9mV8t74f5QDCNFCGsU6qHw"/>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tRZHQ3yA.EyxeaxVrgW87.A"/>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e6lgrfcIXWAnDrH7o.58mw"/>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epUDecgigARlyAYHgMfbUg"/>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tZD0UwVFNi8pEfhUnFKHEvw"/>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ti7p4te1bWC6Mk1GZeU6Nag"/>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trHRDEeLOdz9avLWSJxQfcA"/>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tw6g9mzjcGTHl0XUOpSKJng"/>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tdU9d0mPacz1ZjbPDI00fZg"/>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tzYDXufK8GzyWYsh8HdIsCg"/>
</p:tagLst>
</file>

<file path=ppt/tags/tag220.xml><?xml version="1.0" encoding="utf-8"?>
<p:tagLst xmlns:a="http://schemas.openxmlformats.org/drawingml/2006/main" xmlns:r="http://schemas.openxmlformats.org/officeDocument/2006/relationships" xmlns:p="http://schemas.openxmlformats.org/presentationml/2006/main">
  <p:tag name="THINKCELLSHAPEDONOTDELETE" val="trC1aWRbXXYFDn45SJx1LSw"/>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_2tBYDf_CRjfscEZpkgNGQ"/>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nD4MGssCXLFXMR6Y1ITwjg"/>
</p:tagLst>
</file>

<file path=ppt/tags/tag223.xml><?xml version="1.0" encoding="utf-8"?>
<p:tagLst xmlns:a="http://schemas.openxmlformats.org/drawingml/2006/main" xmlns:r="http://schemas.openxmlformats.org/officeDocument/2006/relationships" xmlns:p="http://schemas.openxmlformats.org/presentationml/2006/main">
  <p:tag name="THINKCELLSHAPEDONOTDELETE" val="t7yNEnKpZUzAi3PiFWKGE2Q"/>
</p:tagLst>
</file>

<file path=ppt/tags/tag224.xml><?xml version="1.0" encoding="utf-8"?>
<p:tagLst xmlns:a="http://schemas.openxmlformats.org/drawingml/2006/main" xmlns:r="http://schemas.openxmlformats.org/officeDocument/2006/relationships" xmlns:p="http://schemas.openxmlformats.org/presentationml/2006/main">
  <p:tag name="THINKCELLSHAPEDONOTDELETE" val="tJuvvTffAfXiQ3WveWtfzZA"/>
</p:tagLst>
</file>

<file path=ppt/tags/tag225.xml><?xml version="1.0" encoding="utf-8"?>
<p:tagLst xmlns:a="http://schemas.openxmlformats.org/drawingml/2006/main" xmlns:r="http://schemas.openxmlformats.org/officeDocument/2006/relationships" xmlns:p="http://schemas.openxmlformats.org/presentationml/2006/main">
  <p:tag name="THINKCELLSHAPEDONOTDELETE" val="tjfmXlR0qZYlMNZfUjl2VmQ"/>
</p:tagLst>
</file>

<file path=ppt/tags/tag226.xml><?xml version="1.0" encoding="utf-8"?>
<p:tagLst xmlns:a="http://schemas.openxmlformats.org/drawingml/2006/main" xmlns:r="http://schemas.openxmlformats.org/officeDocument/2006/relationships" xmlns:p="http://schemas.openxmlformats.org/presentationml/2006/main">
  <p:tag name="THINKCELLSHAPEDONOTDELETE" val="tPvTNFjg57xXF8n0ZJJB9wA"/>
</p:tagLst>
</file>

<file path=ppt/tags/tag227.xml><?xml version="1.0" encoding="utf-8"?>
<p:tagLst xmlns:a="http://schemas.openxmlformats.org/drawingml/2006/main" xmlns:r="http://schemas.openxmlformats.org/officeDocument/2006/relationships" xmlns:p="http://schemas.openxmlformats.org/presentationml/2006/main">
  <p:tag name="THINKCELLSHAPEDONOTDELETE" val="tSYSRTZi7qwxfh7cfmBjkCw"/>
</p:tagLst>
</file>

<file path=ppt/tags/tag228.xml><?xml version="1.0" encoding="utf-8"?>
<p:tagLst xmlns:a="http://schemas.openxmlformats.org/drawingml/2006/main" xmlns:r="http://schemas.openxmlformats.org/officeDocument/2006/relationships" xmlns:p="http://schemas.openxmlformats.org/presentationml/2006/main">
  <p:tag name="THINKCELLSHAPEDONOTDELETE" val="tZhAKYXUMoREHNqnw6qI9kg"/>
</p:tagLst>
</file>

<file path=ppt/tags/tag229.xml><?xml version="1.0" encoding="utf-8"?>
<p:tagLst xmlns:a="http://schemas.openxmlformats.org/drawingml/2006/main" xmlns:r="http://schemas.openxmlformats.org/officeDocument/2006/relationships" xmlns:p="http://schemas.openxmlformats.org/presentationml/2006/main">
  <p:tag name="THINKCELLSHAPEDONOTDELETE" val="tKPxbqhkwT4hir9_QTxMeOw"/>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EpL2kGh09JQT9dJVpGFoYQ"/>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zezn0jnsbNSx6fM06_8WKg"/>
</p:tagLst>
</file>

<file path=ppt/tags/tag232.xml><?xml version="1.0" encoding="utf-8"?>
<p:tagLst xmlns:a="http://schemas.openxmlformats.org/drawingml/2006/main" xmlns:r="http://schemas.openxmlformats.org/officeDocument/2006/relationships" xmlns:p="http://schemas.openxmlformats.org/presentationml/2006/main">
  <p:tag name="THINKCELLSHAPEDONOTDELETE" val="tbI.mMuz3ENnTk8DaXPy4kg"/>
</p:tagLst>
</file>

<file path=ppt/tags/tag233.xml><?xml version="1.0" encoding="utf-8"?>
<p:tagLst xmlns:a="http://schemas.openxmlformats.org/drawingml/2006/main" xmlns:r="http://schemas.openxmlformats.org/officeDocument/2006/relationships" xmlns:p="http://schemas.openxmlformats.org/presentationml/2006/main">
  <p:tag name="THINKCELLSHAPEDONOTDELETE" val="twTsMrCAdYzNNo3D.grRMog"/>
</p:tagLst>
</file>

<file path=ppt/tags/tag234.xml><?xml version="1.0" encoding="utf-8"?>
<p:tagLst xmlns:a="http://schemas.openxmlformats.org/drawingml/2006/main" xmlns:r="http://schemas.openxmlformats.org/officeDocument/2006/relationships" xmlns:p="http://schemas.openxmlformats.org/presentationml/2006/main">
  <p:tag name="THINKCELLSHAPEDONOTDELETE" val="tKZeIP9INbvtsKU6jlLBH3w"/>
</p:tagLst>
</file>

<file path=ppt/tags/tag235.xml><?xml version="1.0" encoding="utf-8"?>
<p:tagLst xmlns:a="http://schemas.openxmlformats.org/drawingml/2006/main" xmlns:r="http://schemas.openxmlformats.org/officeDocument/2006/relationships" xmlns:p="http://schemas.openxmlformats.org/presentationml/2006/main">
  <p:tag name="THINKCELLSHAPEDONOTDELETE" val="tuQZMqDoq37ceCgxxzD8gKg"/>
</p:tagLst>
</file>

<file path=ppt/tags/tag236.xml><?xml version="1.0" encoding="utf-8"?>
<p:tagLst xmlns:a="http://schemas.openxmlformats.org/drawingml/2006/main" xmlns:r="http://schemas.openxmlformats.org/officeDocument/2006/relationships" xmlns:p="http://schemas.openxmlformats.org/presentationml/2006/main">
  <p:tag name="THINKCELLSHAPEDONOTDELETE" val="teaHgQrXTjl5LF8rx_qXeIw"/>
</p:tagLst>
</file>

<file path=ppt/tags/tag2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8.xml><?xml version="1.0" encoding="utf-8"?>
<p:tagLst xmlns:a="http://schemas.openxmlformats.org/drawingml/2006/main" xmlns:r="http://schemas.openxmlformats.org/officeDocument/2006/relationships" xmlns:p="http://schemas.openxmlformats.org/presentationml/2006/main">
  <p:tag name="THINKCELLSHAPEDONOTDELETE" val="tazRrxP4VcNaPneTOhpTS5A"/>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RHBa08UmP0tKai8wfdMLcw"/>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VNAAeKc7M1nIux4D8aJzA"/>
</p:tagLst>
</file>

<file path=ppt/tags/tag241.xml><?xml version="1.0" encoding="utf-8"?>
<p:tagLst xmlns:a="http://schemas.openxmlformats.org/drawingml/2006/main" xmlns:r="http://schemas.openxmlformats.org/officeDocument/2006/relationships" xmlns:p="http://schemas.openxmlformats.org/presentationml/2006/main">
  <p:tag name="THINKCELLSHAPEDONOTDELETE" val="tEfSHme3VD8qKL3o6q9YfdA"/>
</p:tagLst>
</file>

<file path=ppt/tags/tag2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3.xml><?xml version="1.0" encoding="utf-8"?>
<p:tagLst xmlns:a="http://schemas.openxmlformats.org/drawingml/2006/main" xmlns:r="http://schemas.openxmlformats.org/officeDocument/2006/relationships" xmlns:p="http://schemas.openxmlformats.org/presentationml/2006/main">
  <p:tag name="THINKCELLSHAPEDONOTDELETE" val="tKZeIP9INbvtsKU6jlLBH3w"/>
</p:tagLst>
</file>

<file path=ppt/tags/tag244.xml><?xml version="1.0" encoding="utf-8"?>
<p:tagLst xmlns:a="http://schemas.openxmlformats.org/drawingml/2006/main" xmlns:r="http://schemas.openxmlformats.org/officeDocument/2006/relationships" xmlns:p="http://schemas.openxmlformats.org/presentationml/2006/main">
  <p:tag name="THINKCELLSHAPEDONOTDELETE" val="tKPxbqhkwT4hir9_QTxMeOw"/>
</p:tagLst>
</file>

<file path=ppt/tags/tag245.xml><?xml version="1.0" encoding="utf-8"?>
<p:tagLst xmlns:a="http://schemas.openxmlformats.org/drawingml/2006/main" xmlns:r="http://schemas.openxmlformats.org/officeDocument/2006/relationships" xmlns:p="http://schemas.openxmlformats.org/presentationml/2006/main">
  <p:tag name="THINKCELLSHAPEDONOTDELETE" val="t6nT7lWb1QtL2o7W0AQcDfw"/>
</p:tagLst>
</file>

<file path=ppt/tags/tag246.xml><?xml version="1.0" encoding="utf-8"?>
<p:tagLst xmlns:a="http://schemas.openxmlformats.org/drawingml/2006/main" xmlns:r="http://schemas.openxmlformats.org/officeDocument/2006/relationships" xmlns:p="http://schemas.openxmlformats.org/presentationml/2006/main">
  <p:tag name="THINKCELLSHAPEDONOTDELETE" val="tHVNAAeKc7M1nIux4D8aJzA"/>
</p:tagLst>
</file>

<file path=ppt/tags/tag247.xml><?xml version="1.0" encoding="utf-8"?>
<p:tagLst xmlns:a="http://schemas.openxmlformats.org/drawingml/2006/main" xmlns:r="http://schemas.openxmlformats.org/officeDocument/2006/relationships" xmlns:p="http://schemas.openxmlformats.org/presentationml/2006/main">
  <p:tag name="THINKCELLSHAPEDONOTDELETE" val="tazRrxP4VcNaPneTOhpTS5A"/>
</p:tagLst>
</file>

<file path=ppt/tags/tag248.xml><?xml version="1.0" encoding="utf-8"?>
<p:tagLst xmlns:a="http://schemas.openxmlformats.org/drawingml/2006/main" xmlns:r="http://schemas.openxmlformats.org/officeDocument/2006/relationships" xmlns:p="http://schemas.openxmlformats.org/presentationml/2006/main">
  <p:tag name="THINKCELLSHAPEDONOTDELETE" val="tzezn0jnsbNSx6fM06_8WKg"/>
</p:tagLst>
</file>

<file path=ppt/tags/tag249.xml><?xml version="1.0" encoding="utf-8"?>
<p:tagLst xmlns:a="http://schemas.openxmlformats.org/drawingml/2006/main" xmlns:r="http://schemas.openxmlformats.org/officeDocument/2006/relationships" xmlns:p="http://schemas.openxmlformats.org/presentationml/2006/main">
  <p:tag name="THINKCELLSHAPEDONOTDELETE" val="tPvTNFjg57xXF8n0ZJJB9wA"/>
</p:tagLst>
</file>

<file path=ppt/tags/tag250.xml><?xml version="1.0" encoding="utf-8"?>
<p:tagLst xmlns:a="http://schemas.openxmlformats.org/drawingml/2006/main" xmlns:r="http://schemas.openxmlformats.org/officeDocument/2006/relationships" xmlns:p="http://schemas.openxmlformats.org/presentationml/2006/main">
  <p:tag name="THINKCELLSHAPEDONOTDELETE" val="tS8vCbwBManAfCdMrPA00_g"/>
</p:tagLst>
</file>

<file path=ppt/tags/tag251.xml><?xml version="1.0" encoding="utf-8"?>
<p:tagLst xmlns:a="http://schemas.openxmlformats.org/drawingml/2006/main" xmlns:r="http://schemas.openxmlformats.org/officeDocument/2006/relationships" xmlns:p="http://schemas.openxmlformats.org/presentationml/2006/main">
  <p:tag name="THINKCELLSHAPEDONOTDELETE" val="tKAObXLbczHHFCg0.Dn.EPQ"/>
</p:tagLst>
</file>

<file path=ppt/tags/tag252.xml><?xml version="1.0" encoding="utf-8"?>
<p:tagLst xmlns:a="http://schemas.openxmlformats.org/drawingml/2006/main" xmlns:r="http://schemas.openxmlformats.org/officeDocument/2006/relationships" xmlns:p="http://schemas.openxmlformats.org/presentationml/2006/main">
  <p:tag name="THINKCELLSHAPEDONOTDELETE" val="tRHBa08UmP0tKai8wfdMLcw"/>
</p:tagLst>
</file>

<file path=ppt/tags/tag253.xml><?xml version="1.0" encoding="utf-8"?>
<p:tagLst xmlns:a="http://schemas.openxmlformats.org/drawingml/2006/main" xmlns:r="http://schemas.openxmlformats.org/officeDocument/2006/relationships" xmlns:p="http://schemas.openxmlformats.org/presentationml/2006/main">
  <p:tag name="THINKCELLSHAPEDONOTDELETE" val="tbI.mMuz3ENnTk8DaXPy4kg"/>
</p:tagLst>
</file>

<file path=ppt/tags/tag254.xml><?xml version="1.0" encoding="utf-8"?>
<p:tagLst xmlns:a="http://schemas.openxmlformats.org/drawingml/2006/main" xmlns:r="http://schemas.openxmlformats.org/officeDocument/2006/relationships" xmlns:p="http://schemas.openxmlformats.org/presentationml/2006/main">
  <p:tag name="THINKCELLSHAPEDONOTDELETE" val="tSYSRTZi7qwxfh7cfmBjkCw"/>
</p:tagLst>
</file>

<file path=ppt/tags/tag255.xml><?xml version="1.0" encoding="utf-8"?>
<p:tagLst xmlns:a="http://schemas.openxmlformats.org/drawingml/2006/main" xmlns:r="http://schemas.openxmlformats.org/officeDocument/2006/relationships" xmlns:p="http://schemas.openxmlformats.org/presentationml/2006/main">
  <p:tag name="THINKCELLSHAPEDONOTDELETE" val="tG2A8rghE1ezaApitVBRe_Q"/>
</p:tagLst>
</file>

<file path=ppt/tags/tag256.xml><?xml version="1.0" encoding="utf-8"?>
<p:tagLst xmlns:a="http://schemas.openxmlformats.org/drawingml/2006/main" xmlns:r="http://schemas.openxmlformats.org/officeDocument/2006/relationships" xmlns:p="http://schemas.openxmlformats.org/presentationml/2006/main">
  <p:tag name="THINKCELLSHAPEDONOTDELETE" val="tEfSHme3VD8qKL3o6q9YfdA"/>
</p:tagLst>
</file>

<file path=ppt/tags/tag257.xml><?xml version="1.0" encoding="utf-8"?>
<p:tagLst xmlns:a="http://schemas.openxmlformats.org/drawingml/2006/main" xmlns:r="http://schemas.openxmlformats.org/officeDocument/2006/relationships" xmlns:p="http://schemas.openxmlformats.org/presentationml/2006/main">
  <p:tag name="THINKCELLSHAPEDONOTDELETE" val="tuQZMqDoq37ceCgxxzD8gKg"/>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wTsMrCAdYzNNo3D.grRMog"/>
</p:tagLst>
</file>

<file path=ppt/tags/tag259.xml><?xml version="1.0" encoding="utf-8"?>
<p:tagLst xmlns:a="http://schemas.openxmlformats.org/drawingml/2006/main" xmlns:r="http://schemas.openxmlformats.org/officeDocument/2006/relationships" xmlns:p="http://schemas.openxmlformats.org/presentationml/2006/main">
  <p:tag name="THINKCELLSHAPEDONOTDELETE" val="tZhAKYXUMoREHNqnw6qI9kg"/>
</p:tagLst>
</file>

<file path=ppt/tags/tag260.xml><?xml version="1.0" encoding="utf-8"?>
<p:tagLst xmlns:a="http://schemas.openxmlformats.org/drawingml/2006/main" xmlns:r="http://schemas.openxmlformats.org/officeDocument/2006/relationships" xmlns:p="http://schemas.openxmlformats.org/presentationml/2006/main">
  <p:tag name="THINKCELLSHAPEDONOTDELETE" val="tDA11VdcZAp9m4_bW2I7CXw"/>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eaHgQrXTjl5LF8rx_qXeIw"/>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EpL2kGh09JQT9dJVpGFoYQ"/>
</p:tagLst>
</file>

<file path=ppt/tags/tag263.xml><?xml version="1.0" encoding="utf-8"?>
<p:tagLst xmlns:a="http://schemas.openxmlformats.org/drawingml/2006/main" xmlns:r="http://schemas.openxmlformats.org/officeDocument/2006/relationships" xmlns:p="http://schemas.openxmlformats.org/presentationml/2006/main">
  <p:tag name="THINKCELLSHAPEDONOTDELETE" val="tKAObXLbczHHFCg0.Dn.EPQ"/>
</p:tagLst>
</file>

<file path=ppt/tags/tag264.xml><?xml version="1.0" encoding="utf-8"?>
<p:tagLst xmlns:a="http://schemas.openxmlformats.org/drawingml/2006/main" xmlns:r="http://schemas.openxmlformats.org/officeDocument/2006/relationships" xmlns:p="http://schemas.openxmlformats.org/presentationml/2006/main">
  <p:tag name="THINKCELLSHAPEDONOTDELETE" val="tDA11VdcZAp9m4_bW2I7CXw"/>
</p:tagLst>
</file>

<file path=ppt/tags/tag265.xml><?xml version="1.0" encoding="utf-8"?>
<p:tagLst xmlns:a="http://schemas.openxmlformats.org/drawingml/2006/main" xmlns:r="http://schemas.openxmlformats.org/officeDocument/2006/relationships" xmlns:p="http://schemas.openxmlformats.org/presentationml/2006/main">
  <p:tag name="THINKCELLSHAPEDONOTDELETE" val="t6nT7lWb1QtL2o7W0AQcDfw"/>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S8vCbwBManAfCdMrPA00_g"/>
</p:tagLst>
</file>

<file path=ppt/tags/tag267.xml><?xml version="1.0" encoding="utf-8"?>
<p:tagLst xmlns:a="http://schemas.openxmlformats.org/drawingml/2006/main" xmlns:r="http://schemas.openxmlformats.org/officeDocument/2006/relationships" xmlns:p="http://schemas.openxmlformats.org/presentationml/2006/main">
  <p:tag name="THINKCELLSHAPEDONOTDELETE" val="tG2A8rghE1ezaApitVBRe_Q"/>
</p:tagLst>
</file>

<file path=ppt/tags/tag268.xml><?xml version="1.0" encoding="utf-8"?>
<p:tagLst xmlns:a="http://schemas.openxmlformats.org/drawingml/2006/main" xmlns:r="http://schemas.openxmlformats.org/officeDocument/2006/relationships" xmlns:p="http://schemas.openxmlformats.org/presentationml/2006/main">
  <p:tag name="THINKCELLSHAPEDONOTDELETE" val="tGBIbng6dakgSZmAZ25u9cw"/>
</p:tagLst>
</file>

<file path=ppt/tags/tag269.xml><?xml version="1.0" encoding="utf-8"?>
<p:tagLst xmlns:a="http://schemas.openxmlformats.org/drawingml/2006/main" xmlns:r="http://schemas.openxmlformats.org/officeDocument/2006/relationships" xmlns:p="http://schemas.openxmlformats.org/presentationml/2006/main">
  <p:tag name="THINKCELLSHAPEDONOTDELETE" val="taTscVYGsZ9zf5ddGY_NKIQ"/>
</p:tagLst>
</file>

<file path=ppt/tags/tag270.xml><?xml version="1.0" encoding="utf-8"?>
<p:tagLst xmlns:a="http://schemas.openxmlformats.org/drawingml/2006/main" xmlns:r="http://schemas.openxmlformats.org/officeDocument/2006/relationships" xmlns:p="http://schemas.openxmlformats.org/presentationml/2006/main">
  <p:tag name="THINKCELLSHAPEDONOTDELETE" val="tHYbFBvkW0wpzJ68gcMzEcQ"/>
</p:tagLst>
</file>

<file path=ppt/tags/tag271.xml><?xml version="1.0" encoding="utf-8"?>
<p:tagLst xmlns:a="http://schemas.openxmlformats.org/drawingml/2006/main" xmlns:r="http://schemas.openxmlformats.org/officeDocument/2006/relationships" xmlns:p="http://schemas.openxmlformats.org/presentationml/2006/main">
  <p:tag name="THINKCELLSHAPEDONOTDELETE" val="t.gth4ssmW.SAnq5jbfOcnA"/>
</p:tagLst>
</file>

<file path=ppt/tags/tag272.xml><?xml version="1.0" encoding="utf-8"?>
<p:tagLst xmlns:a="http://schemas.openxmlformats.org/drawingml/2006/main" xmlns:r="http://schemas.openxmlformats.org/officeDocument/2006/relationships" xmlns:p="http://schemas.openxmlformats.org/presentationml/2006/main">
  <p:tag name="THINKCELLSHAPEDONOTDELETE" val="t4p7TFHcdt4ueV7gzHgn90g"/>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a3gz6OuPfkEAEEL8IA8gyg"/>
</p:tagLst>
</file>

<file path=ppt/tags/tag274.xml><?xml version="1.0" encoding="utf-8"?>
<p:tagLst xmlns:a="http://schemas.openxmlformats.org/drawingml/2006/main" xmlns:r="http://schemas.openxmlformats.org/officeDocument/2006/relationships" xmlns:p="http://schemas.openxmlformats.org/presentationml/2006/main">
  <p:tag name="THINKCELLSHAPEDONOTDELETE" val="tw.YsgaJ.RfgMX3bL0ZPDlw"/>
</p:tagLst>
</file>

<file path=ppt/tags/tag275.xml><?xml version="1.0" encoding="utf-8"?>
<p:tagLst xmlns:a="http://schemas.openxmlformats.org/drawingml/2006/main" xmlns:r="http://schemas.openxmlformats.org/officeDocument/2006/relationships" xmlns:p="http://schemas.openxmlformats.org/presentationml/2006/main">
  <p:tag name="THINKCELLSHAPEDONOTDELETE" val="tvPd53zXiIPKGQRUR5N59VA"/>
</p:tagLst>
</file>

<file path=ppt/tags/tag276.xml><?xml version="1.0" encoding="utf-8"?>
<p:tagLst xmlns:a="http://schemas.openxmlformats.org/drawingml/2006/main" xmlns:r="http://schemas.openxmlformats.org/officeDocument/2006/relationships" xmlns:p="http://schemas.openxmlformats.org/presentationml/2006/main">
  <p:tag name="THINKCELLSHAPEDONOTDELETE" val="t2RvmkIsjyzfhwbnfDIRZEQ"/>
</p:tagLst>
</file>

<file path=ppt/tags/tag277.xml><?xml version="1.0" encoding="utf-8"?>
<p:tagLst xmlns:a="http://schemas.openxmlformats.org/drawingml/2006/main" xmlns:r="http://schemas.openxmlformats.org/officeDocument/2006/relationships" xmlns:p="http://schemas.openxmlformats.org/presentationml/2006/main">
  <p:tag name="THINKCELLSHAPEDONOTDELETE" val="tqmpNIWILFIbG0gK3k7781g"/>
</p:tagLst>
</file>

<file path=ppt/tags/tag278.xml><?xml version="1.0" encoding="utf-8"?>
<p:tagLst xmlns:a="http://schemas.openxmlformats.org/drawingml/2006/main" xmlns:r="http://schemas.openxmlformats.org/officeDocument/2006/relationships" xmlns:p="http://schemas.openxmlformats.org/presentationml/2006/main">
  <p:tag name="THINKCELLSHAPEDONOTDELETE" val="t_kxIS2x0V8hsnAaeoZmgJQ"/>
</p:tagLst>
</file>

<file path=ppt/tags/tag279.xml><?xml version="1.0" encoding="utf-8"?>
<p:tagLst xmlns:a="http://schemas.openxmlformats.org/drawingml/2006/main" xmlns:r="http://schemas.openxmlformats.org/officeDocument/2006/relationships" xmlns:p="http://schemas.openxmlformats.org/presentationml/2006/main">
  <p:tag name="THINKCELLSHAPEDONOTDELETE" val="t9lUMapyFzc_N8qLDTGx0lA"/>
</p:tagLst>
</file>

<file path=ppt/tags/tag280.xml><?xml version="1.0" encoding="utf-8"?>
<p:tagLst xmlns:a="http://schemas.openxmlformats.org/drawingml/2006/main" xmlns:r="http://schemas.openxmlformats.org/officeDocument/2006/relationships" xmlns:p="http://schemas.openxmlformats.org/presentationml/2006/main">
  <p:tag name="THINKCELLSHAPEDONOTDELETE" val="tllZgUdgRDEpoeF0pquxJTw"/>
</p:tagLst>
</file>

<file path=ppt/tags/tag2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2.xml><?xml version="1.0" encoding="utf-8"?>
<p:tagLst xmlns:a="http://schemas.openxmlformats.org/drawingml/2006/main" xmlns:r="http://schemas.openxmlformats.org/officeDocument/2006/relationships" xmlns:p="http://schemas.openxmlformats.org/presentationml/2006/main">
  <p:tag name="THINKCELLSHAPEDONOTDELETE" val="tX7wSeJXZumtOrPaT8sl7LA"/>
</p:tagLst>
</file>

<file path=ppt/tags/tag283.xml><?xml version="1.0" encoding="utf-8"?>
<p:tagLst xmlns:a="http://schemas.openxmlformats.org/drawingml/2006/main" xmlns:r="http://schemas.openxmlformats.org/officeDocument/2006/relationships" xmlns:p="http://schemas.openxmlformats.org/presentationml/2006/main">
  <p:tag name="THINKCELLSHAPEDONOTDELETE" val="tmxCN.9pZf_QPo.U78_.bSw"/>
</p:tagLst>
</file>

<file path=ppt/tags/tag284.xml><?xml version="1.0" encoding="utf-8"?>
<p:tagLst xmlns:a="http://schemas.openxmlformats.org/drawingml/2006/main" xmlns:r="http://schemas.openxmlformats.org/officeDocument/2006/relationships" xmlns:p="http://schemas.openxmlformats.org/presentationml/2006/main">
  <p:tag name="THINKCELLSHAPEDONOTDELETE" val="thsYxIawzJumMmB_5me3lrg"/>
</p:tagLst>
</file>

<file path=ppt/tags/tag285.xml><?xml version="1.0" encoding="utf-8"?>
<p:tagLst xmlns:a="http://schemas.openxmlformats.org/drawingml/2006/main" xmlns:r="http://schemas.openxmlformats.org/officeDocument/2006/relationships" xmlns:p="http://schemas.openxmlformats.org/presentationml/2006/main">
  <p:tag name="THINKCELLSHAPEDONOTDELETE" val="tMnmyE_tPck8YazVMbRPAZw"/>
</p:tagLst>
</file>

<file path=ppt/tags/tag286.xml><?xml version="1.0" encoding="utf-8"?>
<p:tagLst xmlns:a="http://schemas.openxmlformats.org/drawingml/2006/main" xmlns:r="http://schemas.openxmlformats.org/officeDocument/2006/relationships" xmlns:p="http://schemas.openxmlformats.org/presentationml/2006/main">
  <p:tag name="THINKCELLSHAPEDONOTDELETE" val="teYm6c4RTMNCTlK7odq0D7g"/>
</p:tagLst>
</file>

<file path=ppt/tags/tag287.xml><?xml version="1.0" encoding="utf-8"?>
<p:tagLst xmlns:a="http://schemas.openxmlformats.org/drawingml/2006/main" xmlns:r="http://schemas.openxmlformats.org/officeDocument/2006/relationships" xmlns:p="http://schemas.openxmlformats.org/presentationml/2006/main">
  <p:tag name="THINKCELLSHAPEDONOTDELETE" val="t8YgAOwFxJS7gPnrYlZJp5w"/>
</p:tagLst>
</file>

<file path=ppt/tags/tag288.xml><?xml version="1.0" encoding="utf-8"?>
<p:tagLst xmlns:a="http://schemas.openxmlformats.org/drawingml/2006/main" xmlns:r="http://schemas.openxmlformats.org/officeDocument/2006/relationships" xmlns:p="http://schemas.openxmlformats.org/presentationml/2006/main">
  <p:tag name="THINKCELLSHAPEDONOTDELETE" val="tp9GXexzeCe.FPbZVOHgnvw"/>
</p:tagLst>
</file>

<file path=ppt/tags/tag2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0.xml><?xml version="1.0" encoding="utf-8"?>
<p:tagLst xmlns:a="http://schemas.openxmlformats.org/drawingml/2006/main" xmlns:r="http://schemas.openxmlformats.org/officeDocument/2006/relationships" xmlns:p="http://schemas.openxmlformats.org/presentationml/2006/main">
  <p:tag name="THINKCELLSHAPEDONOTDELETE" val="t3vyiF7JWZh.3PG9ZrPb9WA"/>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asU1azION26c1P8ypcWTQg"/>
</p:tagLst>
</file>

<file path=ppt/tags/tag292.xml><?xml version="1.0" encoding="utf-8"?>
<p:tagLst xmlns:a="http://schemas.openxmlformats.org/drawingml/2006/main" xmlns:r="http://schemas.openxmlformats.org/officeDocument/2006/relationships" xmlns:p="http://schemas.openxmlformats.org/presentationml/2006/main">
  <p:tag name="THINKCELLSHAPEDONOTDELETE" val="tGAGOhx44gIluExG4nAmGJQ"/>
</p:tagLst>
</file>

<file path=ppt/tags/tag293.xml><?xml version="1.0" encoding="utf-8"?>
<p:tagLst xmlns:a="http://schemas.openxmlformats.org/drawingml/2006/main" xmlns:r="http://schemas.openxmlformats.org/officeDocument/2006/relationships" xmlns:p="http://schemas.openxmlformats.org/presentationml/2006/main">
  <p:tag name="THINKCELLSHAPEDONOTDELETE" val="t9mV8t74f5QDCNFCGsU6qHw"/>
</p:tagLst>
</file>

<file path=ppt/tags/tag294.xml><?xml version="1.0" encoding="utf-8"?>
<p:tagLst xmlns:a="http://schemas.openxmlformats.org/drawingml/2006/main" xmlns:r="http://schemas.openxmlformats.org/officeDocument/2006/relationships" xmlns:p="http://schemas.openxmlformats.org/presentationml/2006/main">
  <p:tag name="THINKCELLSHAPEDONOTDELETE" val="tRZHQ3yA.EyxeaxVrgW87.A"/>
</p:tagLst>
</file>

<file path=ppt/tags/tag295.xml><?xml version="1.0" encoding="utf-8"?>
<p:tagLst xmlns:a="http://schemas.openxmlformats.org/drawingml/2006/main" xmlns:r="http://schemas.openxmlformats.org/officeDocument/2006/relationships" xmlns:p="http://schemas.openxmlformats.org/presentationml/2006/main">
  <p:tag name="THINKCELLSHAPEDONOTDELETE" val="te6lgrfcIXWAnDrH7o.58mw"/>
</p:tagLst>
</file>

<file path=ppt/tags/tag296.xml><?xml version="1.0" encoding="utf-8"?>
<p:tagLst xmlns:a="http://schemas.openxmlformats.org/drawingml/2006/main" xmlns:r="http://schemas.openxmlformats.org/officeDocument/2006/relationships" xmlns:p="http://schemas.openxmlformats.org/presentationml/2006/main">
  <p:tag name="THINKCELLSHAPEDONOTDELETE" val="tepUDecgigARlyAYHgMfbUg"/>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ZD0UwVFNi8pEfhUnFKHEvw"/>
</p:tagLst>
</file>

<file path=ppt/tags/tag298.xml><?xml version="1.0" encoding="utf-8"?>
<p:tagLst xmlns:a="http://schemas.openxmlformats.org/drawingml/2006/main" xmlns:r="http://schemas.openxmlformats.org/officeDocument/2006/relationships" xmlns:p="http://schemas.openxmlformats.org/presentationml/2006/main">
  <p:tag name="THINKCELLSHAPEDONOTDELETE" val="ti7p4te1bWC6Mk1GZeU6Nag"/>
</p:tagLst>
</file>

<file path=ppt/tags/tag299.xml><?xml version="1.0" encoding="utf-8"?>
<p:tagLst xmlns:a="http://schemas.openxmlformats.org/drawingml/2006/main" xmlns:r="http://schemas.openxmlformats.org/officeDocument/2006/relationships" xmlns:p="http://schemas.openxmlformats.org/presentationml/2006/main">
  <p:tag name="THINKCELLSHAPEDONOTDELETE" val="trHRDEeLOdz9avLWSJxQfcA"/>
</p:tagLst>
</file>

<file path=ppt/tags/tag300.xml><?xml version="1.0" encoding="utf-8"?>
<p:tagLst xmlns:a="http://schemas.openxmlformats.org/drawingml/2006/main" xmlns:r="http://schemas.openxmlformats.org/officeDocument/2006/relationships" xmlns:p="http://schemas.openxmlformats.org/presentationml/2006/main">
  <p:tag name="THINKCELLSHAPEDONOTDELETE" val="tw6g9mzjcGTHl0XUOpSKJng"/>
</p:tagLst>
</file>

<file path=ppt/tags/tag301.xml><?xml version="1.0" encoding="utf-8"?>
<p:tagLst xmlns:a="http://schemas.openxmlformats.org/drawingml/2006/main" xmlns:r="http://schemas.openxmlformats.org/officeDocument/2006/relationships" xmlns:p="http://schemas.openxmlformats.org/presentationml/2006/main">
  <p:tag name="THINKCELLSHAPEDONOTDELETE" val="tdU9d0mPacz1ZjbPDI00fZg"/>
</p:tagLst>
</file>

<file path=ppt/tags/tag302.xml><?xml version="1.0" encoding="utf-8"?>
<p:tagLst xmlns:a="http://schemas.openxmlformats.org/drawingml/2006/main" xmlns:r="http://schemas.openxmlformats.org/officeDocument/2006/relationships" xmlns:p="http://schemas.openxmlformats.org/presentationml/2006/main">
  <p:tag name="THINKCELLSHAPEDONOTDELETE" val="tzYDXufK8GzyWYsh8HdIsCg"/>
</p:tagLst>
</file>

<file path=ppt/tags/tag303.xml><?xml version="1.0" encoding="utf-8"?>
<p:tagLst xmlns:a="http://schemas.openxmlformats.org/drawingml/2006/main" xmlns:r="http://schemas.openxmlformats.org/officeDocument/2006/relationships" xmlns:p="http://schemas.openxmlformats.org/presentationml/2006/main">
  <p:tag name="THINKCELLSHAPEDONOTDELETE" val="trC1aWRbXXYFDn45SJx1LSw"/>
</p:tagLst>
</file>

<file path=ppt/tags/tag304.xml><?xml version="1.0" encoding="utf-8"?>
<p:tagLst xmlns:a="http://schemas.openxmlformats.org/drawingml/2006/main" xmlns:r="http://schemas.openxmlformats.org/officeDocument/2006/relationships" xmlns:p="http://schemas.openxmlformats.org/presentationml/2006/main">
  <p:tag name="THINKCELLSHAPEDONOTDELETE" val="t_2tBYDf_CRjfscEZpkgNGQ"/>
</p:tagLst>
</file>

<file path=ppt/tags/tag305.xml><?xml version="1.0" encoding="utf-8"?>
<p:tagLst xmlns:a="http://schemas.openxmlformats.org/drawingml/2006/main" xmlns:r="http://schemas.openxmlformats.org/officeDocument/2006/relationships" xmlns:p="http://schemas.openxmlformats.org/presentationml/2006/main">
  <p:tag name="THINKCELLSHAPEDONOTDELETE" val="tnD4MGssCXLFXMR6Y1ITwjg"/>
</p:tagLst>
</file>

<file path=ppt/tags/tag306.xml><?xml version="1.0" encoding="utf-8"?>
<p:tagLst xmlns:a="http://schemas.openxmlformats.org/drawingml/2006/main" xmlns:r="http://schemas.openxmlformats.org/officeDocument/2006/relationships" xmlns:p="http://schemas.openxmlformats.org/presentationml/2006/main">
  <p:tag name="THINKCELLSHAPEDONOTDELETE" val="t7yNEnKpZUzAi3PiFWKGE2Q"/>
</p:tagLst>
</file>

<file path=ppt/tags/tag307.xml><?xml version="1.0" encoding="utf-8"?>
<p:tagLst xmlns:a="http://schemas.openxmlformats.org/drawingml/2006/main" xmlns:r="http://schemas.openxmlformats.org/officeDocument/2006/relationships" xmlns:p="http://schemas.openxmlformats.org/presentationml/2006/main">
  <p:tag name="THINKCELLSHAPEDONOTDELETE" val="tJuvvTffAfXiQ3WveWtfzZA"/>
</p:tagLst>
</file>

<file path=ppt/tags/tag308.xml><?xml version="1.0" encoding="utf-8"?>
<p:tagLst xmlns:a="http://schemas.openxmlformats.org/drawingml/2006/main" xmlns:r="http://schemas.openxmlformats.org/officeDocument/2006/relationships" xmlns:p="http://schemas.openxmlformats.org/presentationml/2006/main">
  <p:tag name="THINKCELLSHAPEDONOTDELETE" val="tjfmXlR0qZYlMNZfUjl2VmQ"/>
</p:tagLst>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