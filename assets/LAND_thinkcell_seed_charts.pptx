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lsb" ContentType="application/vnd.ms-excel.sheet.binary.macroEnabled.12"/>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media/image11.svg" ContentType="image/svg+xml"/>
  <Override PartName="/ppt/media/image2.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4285" r:id="rId4"/>
  </p:sldMasterIdLst>
  <p:notesMasterIdLst>
    <p:notesMasterId r:id="rId19"/>
  </p:notesMasterIdLst>
  <p:handoutMasterIdLst>
    <p:handoutMasterId r:id="rId20"/>
  </p:handoutMasterIdLst>
  <p:sldIdLst>
    <p:sldId id="256" r:id="rId18"/>
    <p:sldId id="257" r:id="rId17"/>
    <p:sldId id="258" r:id="rId16"/>
    <p:sldId id="259" r:id="rId15"/>
    <p:sldId id="260" r:id="rId14"/>
    <p:sldId id="261" r:id="rId13"/>
    <p:sldId id="262" r:id="rId12"/>
    <p:sldId id="263" r:id="rId11"/>
    <p:sldId id="264" r:id="rId10"/>
    <p:sldId id="265" r:id="rId9"/>
    <p:sldId id="266" r:id="rId8"/>
    <p:sldId id="267" r:id="rId7"/>
    <p:sldId id="268" r:id="rId6"/>
    <p:sldId id="269" r:id="rId5"/>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Lst>
  <p:sldSz cx="12192000" cy="6858000"/>
  <p:notesSz cx="6858000" cy="9144000"/>
  <p:embeddedFontLst>
    <p:embeddedFont>
      <p:font typeface="GT America" panose="020B0604020202020204" charset="0"/>
      <p:regular r:id="rId21"/>
      <p:bold r:id="rId22"/>
      <p:italic r:id="rId23"/>
      <p:boldItalic r:id="rId24"/>
    </p:embeddedFont>
    <p:embeddedFont>
      <p:font typeface="Microsoft Sans Serif" panose="020B0604020202020204" pitchFamily="34" charset="0"/>
      <p:regular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1"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1C8D"/>
    <a:srgbClr val="A83167"/>
    <a:srgbClr val="EA5362"/>
    <a:srgbClr val="E5BFC2"/>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EA2D5-60CF-4FE8-A1F9-D513E0BF9A9B}" v="165" dt="2025-11-24T09:46:27.657"/>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98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0.xml"/><Relationship Id="rId10" Type="http://schemas.openxmlformats.org/officeDocument/2006/relationships/slide" Target="slides/slide9.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6.xml"/><Relationship Id="rId14" Type="http://schemas.openxmlformats.org/officeDocument/2006/relationships/slide" Target="slides/slide5.xml"/><Relationship Id="rId15" Type="http://schemas.openxmlformats.org/officeDocument/2006/relationships/slide" Target="slides/slide4.xml"/><Relationship Id="rId16" Type="http://schemas.openxmlformats.org/officeDocument/2006/relationships/slide" Target="slides/slide3.xml"/><Relationship Id="rId17" Type="http://schemas.openxmlformats.org/officeDocument/2006/relationships/slide" Target="slides/slide2.xml"/><Relationship Id="rId18" Type="http://schemas.openxmlformats.org/officeDocument/2006/relationships/slide" Target="slides/slide1.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s>
</file>

<file path=ppt/charts/_rels/chart1.xml.rels><?xml version='1.0' encoding='utf-8'?>
<ns0:Relationships xmlns:ns0="http://schemas.openxmlformats.org/package/2006/relationships"><ns0:Relationship Id="rId1" Type="http://schemas.openxmlformats.org/officeDocument/2006/relationships/package" Target="../embeddings/Microsoft_Excel_Binary_Worksheet.xlsb" /></ns0:Relationships>
</file>

<file path=ppt/charts/_rels/chart2.xml.rels><?xml version='1.0' encoding='utf-8'?>
<ns0:Relationships xmlns:ns0="http://schemas.openxmlformats.org/package/2006/relationships"><ns0:Relationship Id="rId1" Type="http://schemas.openxmlformats.org/officeDocument/2006/relationships/package" Target="../embeddings/Microsoft_Excel_Binary_Worksheet1.xlsb" /></ns0:Relationships>
</file>

<file path=ppt/charts/_rels/chart3.xml.rels><?xml version='1.0' encoding='utf-8'?>
<ns0:Relationships xmlns:ns0="http://schemas.openxmlformats.org/package/2006/relationships"><ns0:Relationship Id="rId1" Type="http://schemas.openxmlformats.org/officeDocument/2006/relationships/package" Target="../embeddings/Microsoft_Excel_Binary_Worksheet2.xlsb" /></ns0:Relationships>
</file>

<file path=ppt/charts/_rels/chart4.xml.rels><?xml version='1.0' encoding='utf-8'?>
<ns0:Relationships xmlns:ns0="http://schemas.openxmlformats.org/package/2006/relationships"><ns0:Relationship Id="rId1" Type="http://schemas.openxmlformats.org/officeDocument/2006/relationships/package" Target="../embeddings/Microsoft_Excel_Binary_Worksheet3.xlsb" /></ns0:Relationships>
</file>

<file path=ppt/charts/_rels/chart5.xml.rels><?xml version='1.0' encoding='utf-8'?>
<ns0:Relationships xmlns:ns0="http://schemas.openxmlformats.org/package/2006/relationships"><ns0:Relationship Id="rId1" Type="http://schemas.openxmlformats.org/officeDocument/2006/relationships/package" Target="../embeddings/Microsoft_Excel_Binary_Worksheet4.xlsb" /></ns0:Relationships>
</file>

<file path=ppt/charts/_rels/chart6.xml.rels><?xml version='1.0' encoding='utf-8'?>
<ns0:Relationships xmlns:ns0="http://schemas.openxmlformats.org/package/2006/relationships"><ns0:Relationship Id="rId1" Type="http://schemas.openxmlformats.org/officeDocument/2006/relationships/package" Target="../embeddings/Microsoft_Excel_Binary_Worksheet5.xlsb" /></ns0:Relationships>
</file>

<file path=ppt/charts/_rels/chart7.xml.rels><?xml version='1.0' encoding='utf-8'?>
<ns0:Relationships xmlns:ns0="http://schemas.openxmlformats.org/package/2006/relationships"><ns0:Relationship Id="rId1" Type="http://schemas.openxmlformats.org/officeDocument/2006/relationships/package" Target="../embeddings/Microsoft_Excel_Binary_Worksheet6.xlsb" /></ns0:Relationships>
</file>

<file path=ppt/charts/_rels/chart8.xml.rels><?xml version='1.0' encoding='utf-8'?>
<ns0:Relationships xmlns:ns0="http://schemas.openxmlformats.org/package/2006/relationships"><ns0:Relationship Id="rId1" Type="http://schemas.openxmlformats.org/officeDocument/2006/relationships/package" Target="../embeddings/Microsoft_Excel_Binary_Worksheet7.xlsb" /></ns0:Relationships>
</file>

<file path=ppt/charts/_rels/chart9.xml.rels><?xml version='1.0' encoding='utf-8'?>
<ns0:Relationships xmlns:ns0="http://schemas.openxmlformats.org/package/2006/relationships"><ns0:Relationship Id="rId1" Type="http://schemas.openxmlformats.org/officeDocument/2006/relationships/package" Target="../embeddings/Microsoft_Excel_Binary_Worksheet8.xlsb" /></ns0:Relationships>
</file>

<file path=ppt/charts/_rels/chart10.xml.rels><?xml version='1.0' encoding='utf-8'?>
<ns0:Relationships xmlns:ns0="http://schemas.openxmlformats.org/package/2006/relationships"><ns0:Relationship Id="rId1" Type="http://schemas.openxmlformats.org/officeDocument/2006/relationships/package" Target="../embeddings/Microsoft_Excel_Binary_Worksheet9.xlsb" /></ns0:Relationships>
</file>

<file path=ppt/charts/_rels/chart11.xml.rels><?xml version='1.0' encoding='utf-8'?>
<ns0:Relationships xmlns:ns0="http://schemas.openxmlformats.org/package/2006/relationships"><ns0:Relationship Id="rId1" Type="http://schemas.openxmlformats.org/officeDocument/2006/relationships/package" Target="../embeddings/Microsoft_Excel_Binary_Worksheet10.xlsb" /></ns0:Relationships>
</file>

<file path=ppt/charts/_rels/chart12.xml.rels><?xml version='1.0' encoding='utf-8'?>
<ns0:Relationships xmlns:ns0="http://schemas.openxmlformats.org/package/2006/relationships"><ns0:Relationship Id="rId1" Type="http://schemas.openxmlformats.org/officeDocument/2006/relationships/package" Target="../embeddings/Microsoft_Excel_Binary_Worksheet11.xlsb" /></ns0: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437662078595649E-2"/>
          <c:y val="9.1599430469862367E-2"/>
          <c:w val="0.92718930779972075"/>
          <c:h val="0.81680113906027529"/>
        </c:manualLayout>
      </c:layout>
      <c:barChart>
        <c:barDir val="col"/>
        <c:grouping val="stacked"/>
        <c:varyColors val="0"/>
        <c:ser>
          <c:idx val="0"/>
          <c:order val="0"/>
          <c:spPr>
            <a:noFill/>
            <a:ln>
              <a:noFill/>
            </a:ln>
          </c:spPr>
          <c:invertIfNegative val="0"/>
          <c:dPt>
            <c:idx val="0"/>
            <c:invertIfNegative val="0"/>
            <c:bubble3D val="0"/>
            <c:spPr>
              <a:solidFill>
                <a:schemeClr val="bg2"/>
              </a:solidFill>
              <a:ln>
                <a:noFill/>
              </a:ln>
            </c:spPr>
            <c:extLst>
              <c:ext xmlns:c16="http://schemas.microsoft.com/office/drawing/2014/chart" uri="{C3380CC4-5D6E-409C-BE32-E72D297353CC}">
                <c16:uniqueId val="{00000000-2612-4E88-A0CF-6C65EEEB5A98}"/>
              </c:ext>
            </c:extLst>
          </c:dPt>
          <c:dPt>
            <c:idx val="5"/>
            <c:invertIfNegative val="0"/>
            <c:bubble3D val="0"/>
            <c:spPr>
              <a:solidFill>
                <a:schemeClr val="accent1"/>
              </a:solidFill>
              <a:ln>
                <a:noFill/>
              </a:ln>
            </c:spPr>
            <c:extLst>
              <c:ext xmlns:c16="http://schemas.microsoft.com/office/drawing/2014/chart" uri="{C3380CC4-5D6E-409C-BE32-E72D297353CC}">
                <c16:uniqueId val="{00000001-2612-4E88-A0CF-6C65EEEB5A98}"/>
              </c:ext>
            </c:extLst>
          </c:dPt>
          <c:dLbls>
            <c:dLbl>
              <c:idx val="0"/>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612-4E88-A0CF-6C65EEEB5A98}"/>
                </c:ext>
              </c:extLst>
            </c:dLbl>
            <c:dLbl>
              <c:idx val="5"/>
              <c:layout>
                <c:manualLayout>
                  <c:x val="0"/>
                  <c:y val="-0.25913621262458469"/>
                </c:manualLayout>
              </c:layout>
              <c:numFmt formatCode="0.0;&quot;-&quot;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15</c:v>
                </c:pt>
                <c:pt idx="1">
                  <c:v>33.200000000000003</c:v>
                </c:pt>
                <c:pt idx="2">
                  <c:v>26.200000000000003</c:v>
                </c:pt>
                <c:pt idx="3">
                  <c:v>22</c:v>
                </c:pt>
                <c:pt idx="4">
                  <c:v>21.549999999999997</c:v>
                </c:pt>
                <c:pt idx="5">
                  <c:v>21.54999999999999</c:v>
                </c:pt>
              </c:numCache>
            </c:numRef>
          </c:val>
          <c:extLst>
            <c:ext xmlns:c16="http://schemas.microsoft.com/office/drawing/2014/chart" uri="{C3380CC4-5D6E-409C-BE32-E72D297353CC}">
              <c16:uniqueId val="{00000002-2612-4E88-A0CF-6C65EEEB5A98}"/>
            </c:ext>
          </c:extLst>
        </c:ser>
        <c:ser>
          <c:idx val="1"/>
          <c:order val="1"/>
          <c:spPr>
            <a:solidFill>
              <a:schemeClr val="bg2"/>
            </a:solidFill>
            <a:ln>
              <a:noFill/>
            </a:ln>
          </c:spPr>
          <c:invertIfNegative val="0"/>
          <c:dPt>
            <c:idx val="0"/>
            <c:invertIfNegative val="0"/>
            <c:bubble3D val="0"/>
            <c:spPr>
              <a:solidFill>
                <a:schemeClr val="accent6"/>
              </a:solidFill>
              <a:ln>
                <a:noFill/>
              </a:ln>
            </c:spPr>
            <c:extLst>
              <c:ext xmlns:c16="http://schemas.microsoft.com/office/drawing/2014/chart" uri="{C3380CC4-5D6E-409C-BE32-E72D297353CC}">
                <c16:uniqueId val="{00000003-2612-4E88-A0CF-6C65EEEB5A98}"/>
              </c:ext>
            </c:extLst>
          </c:dPt>
          <c:dLbls>
            <c:dLbl>
              <c:idx val="0"/>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612-4E88-A0CF-6C65EEEB5A98}"/>
                </c:ext>
              </c:extLst>
            </c:dLbl>
            <c:dLbl>
              <c:idx val="1"/>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612-4E88-A0CF-6C65EEEB5A98}"/>
                </c:ext>
              </c:extLst>
            </c:dLbl>
            <c:dLbl>
              <c:idx val="2"/>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612-4E88-A0CF-6C65EEEB5A98}"/>
                </c:ext>
              </c:extLst>
            </c:dLbl>
            <c:dLbl>
              <c:idx val="3"/>
              <c:layout>
                <c:manualLayout>
                  <c:x val="-2.1344504288848994E-2"/>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612-4E88-A0CF-6C65EEEB5A98}"/>
                </c:ext>
              </c:extLst>
            </c:dLbl>
            <c:dLbl>
              <c:idx val="4"/>
              <c:layout>
                <c:manualLayout>
                  <c:x val="6.4232994215040889E-2"/>
                  <c:y val="2.5154247745609874E-2"/>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Sheet1!$A$2:$F$2</c:f>
              <c:numCache>
                <c:formatCode>General</c:formatCode>
                <c:ptCount val="6"/>
                <c:pt idx="0">
                  <c:v>25</c:v>
                </c:pt>
                <c:pt idx="1">
                  <c:v>2.5999999999999943</c:v>
                </c:pt>
                <c:pt idx="2">
                  <c:v>4</c:v>
                </c:pt>
                <c:pt idx="3">
                  <c:v>2.1999999999999993</c:v>
                </c:pt>
                <c:pt idx="4">
                  <c:v>0.25</c:v>
                </c:pt>
              </c:numCache>
            </c:numRef>
          </c:val>
          <c:extLst>
            <c:ext xmlns:c16="http://schemas.microsoft.com/office/drawing/2014/chart" uri="{C3380CC4-5D6E-409C-BE32-E72D297353CC}">
              <c16:uniqueId val="{00000008-2612-4E88-A0CF-6C65EEEB5A98}"/>
            </c:ext>
          </c:extLst>
        </c:ser>
        <c:ser>
          <c:idx val="2"/>
          <c:order val="2"/>
          <c:spPr>
            <a:solidFill>
              <a:schemeClr val="accent6"/>
            </a:solidFill>
            <a:ln>
              <a:noFill/>
            </a:ln>
          </c:spPr>
          <c:invertIfNegative val="0"/>
          <c:dLbls>
            <c:dLbl>
              <c:idx val="1"/>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2612-4E88-A0CF-6C65EEEB5A98}"/>
                </c:ext>
              </c:extLst>
            </c:dLbl>
            <c:dLbl>
              <c:idx val="2"/>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2612-4E88-A0CF-6C65EEEB5A98}"/>
                </c:ext>
              </c:extLst>
            </c:dLbl>
            <c:dLbl>
              <c:idx val="4"/>
              <c:layout>
                <c:manualLayout>
                  <c:x val="6.4232994215040889E-2"/>
                  <c:y val="-2.8001898433792121E-2"/>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Sheet1!$A$3:$F$3</c:f>
              <c:numCache>
                <c:formatCode>General</c:formatCode>
                <c:ptCount val="6"/>
                <c:pt idx="1">
                  <c:v>4.2000000000000028</c:v>
                </c:pt>
                <c:pt idx="2">
                  <c:v>3</c:v>
                </c:pt>
                <c:pt idx="3">
                  <c:v>2</c:v>
                </c:pt>
                <c:pt idx="4">
                  <c:v>0.19999999999999929</c:v>
                </c:pt>
              </c:numCache>
            </c:numRef>
          </c:val>
          <c:extLst>
            <c:ext xmlns:c16="http://schemas.microsoft.com/office/drawing/2014/chart" uri="{C3380CC4-5D6E-409C-BE32-E72D297353CC}">
              <c16:uniqueId val="{0000000C-2612-4E88-A0CF-6C65EEEB5A98}"/>
            </c:ext>
          </c:extLst>
        </c:ser>
        <c:dLbls>
          <c:showLegendKey val="0"/>
          <c:showVal val="0"/>
          <c:showCatName val="0"/>
          <c:showSerName val="0"/>
          <c:showPercent val="0"/>
          <c:showBubbleSize val="0"/>
        </c:dLbls>
        <c:gapWidth val="80"/>
        <c:overlap val="100"/>
        <c:axId val="449170192"/>
        <c:axId val="1"/>
      </c:barChart>
      <c:catAx>
        <c:axId val="4491701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49170192"/>
        <c:crosses val="min"/>
        <c:crossBetween val="between"/>
        <c:majorUnit val="5"/>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358671909130624E-2"/>
          <c:y val="6.5202702702702703E-2"/>
          <c:w val="0.97728265618173871"/>
          <c:h val="0.86959459459459465"/>
        </c:manualLayout>
      </c:layout>
      <c:barChart>
        <c:barDir val="bar"/>
        <c:grouping val="stacked"/>
        <c:varyColors val="0"/>
        <c:ser>
          <c:idx val="0"/>
          <c:order val="0"/>
          <c:spPr>
            <a:solidFill>
              <a:schemeClr val="bg2"/>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9AD-48EC-BC38-384B2347B690}"/>
                </c:ext>
              </c:extLst>
            </c:dLbl>
            <c:dLbl>
              <c:idx val="1"/>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9AD-48EC-BC38-384B2347B690}"/>
                </c:ext>
              </c:extLst>
            </c:dLbl>
            <c:dLbl>
              <c:idx val="2"/>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20</c:v>
                </c:pt>
                <c:pt idx="1">
                  <c:v>15</c:v>
                </c:pt>
                <c:pt idx="2">
                  <c:v>50</c:v>
                </c:pt>
              </c:numCache>
            </c:numRef>
          </c:val>
          <c:extLst>
            <c:ext xmlns:c16="http://schemas.microsoft.com/office/drawing/2014/chart" uri="{C3380CC4-5D6E-409C-BE32-E72D297353CC}">
              <c16:uniqueId val="{00000003-C9AD-48EC-BC38-384B2347B690}"/>
            </c:ext>
          </c:extLst>
        </c:ser>
        <c:ser>
          <c:idx val="1"/>
          <c:order val="1"/>
          <c:spPr>
            <a:solidFill>
              <a:schemeClr val="accent6"/>
            </a:solidFill>
            <a:ln>
              <a:noFill/>
            </a:ln>
          </c:spPr>
          <c:invertIfNegative val="0"/>
          <c:dLbls>
            <c:dLbl>
              <c:idx val="0"/>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9AD-48EC-BC38-384B2347B690}"/>
                </c:ext>
              </c:extLst>
            </c:dLbl>
            <c:dLbl>
              <c:idx val="1"/>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9AD-48EC-BC38-384B2347B690}"/>
                </c:ext>
              </c:extLst>
            </c:dLbl>
            <c:dLbl>
              <c:idx val="2"/>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40.000000000000007</c:v>
                </c:pt>
                <c:pt idx="1">
                  <c:v>25</c:v>
                </c:pt>
                <c:pt idx="2">
                  <c:v>19.999999999999996</c:v>
                </c:pt>
              </c:numCache>
            </c:numRef>
          </c:val>
          <c:extLst>
            <c:ext xmlns:c16="http://schemas.microsoft.com/office/drawing/2014/chart" uri="{C3380CC4-5D6E-409C-BE32-E72D297353CC}">
              <c16:uniqueId val="{00000007-C9AD-48EC-BC38-384B2347B690}"/>
            </c:ext>
          </c:extLst>
        </c:ser>
        <c:ser>
          <c:idx val="2"/>
          <c:order val="2"/>
          <c:spPr>
            <a:solidFill>
              <a:schemeClr val="accent1"/>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C9AD-48EC-BC38-384B2347B690}"/>
                </c:ext>
              </c:extLst>
            </c:dLbl>
            <c:dLbl>
              <c:idx val="1"/>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C9AD-48EC-BC38-384B2347B690}"/>
                </c:ext>
              </c:extLst>
            </c:dLbl>
            <c:dLbl>
              <c:idx val="2"/>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39.999999999999993</c:v>
                </c:pt>
                <c:pt idx="1">
                  <c:v>60</c:v>
                </c:pt>
                <c:pt idx="2">
                  <c:v>30.000000000000004</c:v>
                </c:pt>
              </c:numCache>
            </c:numRef>
          </c:val>
          <c:extLst>
            <c:ext xmlns:c16="http://schemas.microsoft.com/office/drawing/2014/chart" uri="{C3380CC4-5D6E-409C-BE32-E72D297353CC}">
              <c16:uniqueId val="{0000000B-C9AD-48EC-BC38-384B2347B690}"/>
            </c:ext>
          </c:extLst>
        </c:ser>
        <c:dLbls>
          <c:showLegendKey val="0"/>
          <c:showVal val="0"/>
          <c:showCatName val="0"/>
          <c:showSerName val="0"/>
          <c:showPercent val="0"/>
          <c:showBubbleSize val="0"/>
        </c:dLbls>
        <c:gapWidth val="80"/>
        <c:overlap val="100"/>
        <c:axId val="416869440"/>
        <c:axId val="1"/>
      </c:barChart>
      <c:catAx>
        <c:axId val="416869440"/>
        <c:scaling>
          <c:orientation val="maxMin"/>
        </c:scaling>
        <c:delete val="0"/>
        <c:axPos val="l"/>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100"/>
          <c:min val="0"/>
        </c:scaling>
        <c:delete val="1"/>
        <c:axPos val="t"/>
        <c:numFmt formatCode="General" sourceLinked="1"/>
        <c:majorTickMark val="out"/>
        <c:minorTickMark val="none"/>
        <c:tickLblPos val="nextTo"/>
        <c:crossAx val="416869440"/>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A76584-D3F2-B57E-BF02-D7C999AA7B09}"/>
              </a:ext>
            </a:extLst>
          </p:cNvPr>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a:extLst>
              <a:ext uri="{FF2B5EF4-FFF2-40B4-BE49-F238E27FC236}">
                <a16:creationId xmlns:a16="http://schemas.microsoft.com/office/drawing/2014/main" id="{F2CC6F94-9BC4-3846-F58E-D1D68C191F4C}"/>
              </a:ext>
            </a:extLst>
          </p:cNvPr>
          <p:cNvSpPr>
            <a:spLocks noGrp="1"/>
          </p:cNvSpPr>
          <p:nvPr>
            <p:ph type="dt" sz="quarter"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CC0BB003-453D-49F4-9E2C-B0AABA0AB37D}" type="datetimeFigureOut">
              <a:rPr lang="en-US" smtClean="0"/>
              <a:t>12/4/2025</a:t>
            </a:fld>
            <a:endParaRPr lang="en-US"/>
          </a:p>
        </p:txBody>
      </p:sp>
      <p:sp>
        <p:nvSpPr>
          <p:cNvPr id="4" name="Footer Placeholder 3">
            <a:extLst>
              <a:ext uri="{FF2B5EF4-FFF2-40B4-BE49-F238E27FC236}">
                <a16:creationId xmlns:a16="http://schemas.microsoft.com/office/drawing/2014/main" id="{2F59171E-418A-FCC6-7291-647574BEF435}"/>
              </a:ext>
            </a:extLst>
          </p:cNvPr>
          <p:cNvSpPr>
            <a:spLocks noGrp="1"/>
          </p:cNvSpPr>
          <p:nvPr>
            <p:ph type="ftr" sz="quarter" idx="2"/>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5" name="Slide Number Placeholder 4">
            <a:extLst>
              <a:ext uri="{FF2B5EF4-FFF2-40B4-BE49-F238E27FC236}">
                <a16:creationId xmlns:a16="http://schemas.microsoft.com/office/drawing/2014/main" id="{C28DF413-5A80-0E4B-FAC6-ED9C1B6AAD13}"/>
              </a:ext>
            </a:extLst>
          </p:cNvPr>
          <p:cNvSpPr>
            <a:spLocks noGrp="1"/>
          </p:cNvSpPr>
          <p:nvPr>
            <p:ph type="sldNum" sz="quarter" idx="3"/>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5CEEF8C8-A39C-426A-A785-874186603B59}" type="slidenum">
              <a:rPr lang="en-US" smtClean="0"/>
              <a:t>‹#›</a:t>
            </a:fld>
            <a:endParaRPr lang="en-US"/>
          </a:p>
        </p:txBody>
      </p:sp>
    </p:spTree>
    <p:extLst>
      <p:ext uri="{BB962C8B-B14F-4D97-AF65-F5344CB8AC3E}">
        <p14:creationId xmlns:p14="http://schemas.microsoft.com/office/powerpoint/2010/main" val="4497637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p:cNvSpPr>
            <a:spLocks noGrp="1"/>
          </p:cNvSpPr>
          <p:nvPr>
            <p:ph type="dt"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17C9ACF2-9523-4E24-AB2A-AA40E013F93F}"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7" name="Slide Number Placeholder 6"/>
          <p:cNvSpPr>
            <a:spLocks noGrp="1"/>
          </p:cNvSpPr>
          <p:nvPr>
            <p:ph type="sldNum" sz="quarter" idx="5"/>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79F5A480-A98C-4E91-8166-A054DD06EBA9}" type="slidenum">
              <a:rPr lang="en-US" smtClean="0"/>
              <a:t>‹#›</a:t>
            </a:fld>
            <a:endParaRPr lang="en-US"/>
          </a:p>
        </p:txBody>
      </p:sp>
    </p:spTree>
    <p:extLst>
      <p:ext uri="{BB962C8B-B14F-4D97-AF65-F5344CB8AC3E}">
        <p14:creationId xmlns:p14="http://schemas.microsoft.com/office/powerpoint/2010/main" val="55155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1.svg"/></Relationships>
</file>

<file path=ppt/slideLayouts/_rels/slideLayout3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Master" Target="../slideMasters/slideMaster1.xml"/><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pic>
        <p:nvPicPr>
          <p:cNvPr id="4" name="Picture 3" descr="A colorful gradient with squares&#10;&#10;Description automatically generated with medium confidence">
            <a:extLst>
              <a:ext uri="{FF2B5EF4-FFF2-40B4-BE49-F238E27FC236}">
                <a16:creationId xmlns:a16="http://schemas.microsoft.com/office/drawing/2014/main" id="{6C566B1A-1272-AB8E-397F-CAE1B245E1FA}"/>
              </a:ext>
            </a:extLst>
          </p:cNvPr>
          <p:cNvPicPr>
            <a:picLocks noChangeAspect="1"/>
          </p:cNvPicPr>
          <p:nvPr userDrawn="1"/>
        </p:nvPicPr>
        <p:blipFill>
          <a:blip r:embed="rId2"/>
          <a:stretch>
            <a:fillRect/>
          </a:stretch>
        </p:blipFill>
        <p:spPr>
          <a:xfrm>
            <a:off x="-88" y="0"/>
            <a:ext cx="12192000" cy="6858000"/>
          </a:xfrm>
          <a:prstGeom prst="rect">
            <a:avLst/>
          </a:prstGeom>
        </p:spPr>
      </p:pic>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3">
            <a:alphaModFix/>
          </a:blip>
          <a:stretch>
            <a:fillRect/>
          </a:stretch>
        </p:blipFill>
        <p:spPr>
          <a:xfrm>
            <a:off x="9761150" y="6163016"/>
            <a:ext cx="1960591" cy="411451"/>
          </a:xfrm>
          <a:prstGeom prst="rect">
            <a:avLst/>
          </a:prstGeom>
          <a:noFill/>
          <a:ln>
            <a:noFill/>
          </a:ln>
        </p:spPr>
      </p:pic>
      <p:sp>
        <p:nvSpPr>
          <p:cNvPr id="6" name="Text Placeholder 9">
            <a:extLst>
              <a:ext uri="{FF2B5EF4-FFF2-40B4-BE49-F238E27FC236}">
                <a16:creationId xmlns:a16="http://schemas.microsoft.com/office/drawing/2014/main" id="{EE6ACF4D-39FE-5029-6ECA-D44D07569397}"/>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8134316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video backgroun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0B1994B-1B69-EE8D-66A8-E42A677D663A}"/>
              </a:ext>
            </a:extLst>
          </p:cNvPr>
          <p:cNvSpPr>
            <a:spLocks noGrp="1"/>
          </p:cNvSpPr>
          <p:nvPr>
            <p:ph type="pic" sz="quarter" idx="23"/>
          </p:nvPr>
        </p:nvSpPr>
        <p:spPr>
          <a:xfrm>
            <a:off x="0" y="0"/>
            <a:ext cx="12192000" cy="6858000"/>
          </a:xfrm>
          <a:prstGeom prst="rect">
            <a:avLst/>
          </a:prstGeom>
          <a:solidFill>
            <a:schemeClr val="bg2"/>
          </a:solidFill>
        </p:spPr>
        <p:txBody>
          <a:bodyPr anchor="ctr"/>
          <a:lstStyle>
            <a:lvl1pPr marL="0" indent="0" algn="ctr">
              <a:buNone/>
              <a:defRPr/>
            </a:lvl1pPr>
          </a:lstStyle>
          <a:p>
            <a:endParaRPr lang="en-PH"/>
          </a:p>
        </p:txBody>
      </p:sp>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2">
            <a:alphaModFix/>
          </a:blip>
          <a:stretch>
            <a:fillRect/>
          </a:stretch>
        </p:blipFill>
        <p:spPr>
          <a:xfrm>
            <a:off x="9761150" y="6163016"/>
            <a:ext cx="1960591" cy="411451"/>
          </a:xfrm>
          <a:prstGeom prst="rect">
            <a:avLst/>
          </a:prstGeom>
          <a:noFill/>
          <a:ln>
            <a:noFill/>
          </a:ln>
        </p:spPr>
      </p:pic>
      <p:sp>
        <p:nvSpPr>
          <p:cNvPr id="10" name="Text Placeholder 9">
            <a:extLst>
              <a:ext uri="{FF2B5EF4-FFF2-40B4-BE49-F238E27FC236}">
                <a16:creationId xmlns:a16="http://schemas.microsoft.com/office/drawing/2014/main" id="{E1D3B2C9-B324-02D1-32A1-4600C8554423}"/>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9731566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pic>
        <p:nvPicPr>
          <p:cNvPr id="3" name="Picture 2" descr="A blue and white square&#10;&#10;Description automatically generated">
            <a:extLst>
              <a:ext uri="{FF2B5EF4-FFF2-40B4-BE49-F238E27FC236}">
                <a16:creationId xmlns:a16="http://schemas.microsoft.com/office/drawing/2014/main" id="{B97315B6-47B8-3488-8060-93738F3A4A3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5" name="Graphic 4">
            <a:extLst>
              <a:ext uri="{FF2B5EF4-FFF2-40B4-BE49-F238E27FC236}">
                <a16:creationId xmlns:a16="http://schemas.microsoft.com/office/drawing/2014/main" id="{29D8C3CA-D7D7-68DA-CAF6-A99DCF5333E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6" name="Text Placeholder 9">
            <a:extLst>
              <a:ext uri="{FF2B5EF4-FFF2-40B4-BE49-F238E27FC236}">
                <a16:creationId xmlns:a16="http://schemas.microsoft.com/office/drawing/2014/main" id="{2ABE3610-C38F-7091-3E51-751732C30C96}"/>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7" name="Text Placeholder 9">
            <a:extLst>
              <a:ext uri="{FF2B5EF4-FFF2-40B4-BE49-F238E27FC236}">
                <a16:creationId xmlns:a16="http://schemas.microsoft.com/office/drawing/2014/main" id="{8D0F9025-13F9-728F-4472-4ABEE933DC80}"/>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159769511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3" name="Picture 2" descr="A close up of a colorful background&#10;&#10;Description automatically generated">
            <a:extLst>
              <a:ext uri="{FF2B5EF4-FFF2-40B4-BE49-F238E27FC236}">
                <a16:creationId xmlns:a16="http://schemas.microsoft.com/office/drawing/2014/main" id="{5F359F09-40C0-699F-EBA1-BE16EAA88A6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2" name="Graphic 1">
            <a:extLst>
              <a:ext uri="{FF2B5EF4-FFF2-40B4-BE49-F238E27FC236}">
                <a16:creationId xmlns:a16="http://schemas.microsoft.com/office/drawing/2014/main" id="{6CB13E21-24D2-99DE-9F7D-38EC546AEFC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9">
            <a:extLst>
              <a:ext uri="{FF2B5EF4-FFF2-40B4-BE49-F238E27FC236}">
                <a16:creationId xmlns:a16="http://schemas.microsoft.com/office/drawing/2014/main" id="{372E426D-1A89-8152-E200-684F0819BABD}"/>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6" name="Text Placeholder 9">
            <a:extLst>
              <a:ext uri="{FF2B5EF4-FFF2-40B4-BE49-F238E27FC236}">
                <a16:creationId xmlns:a16="http://schemas.microsoft.com/office/drawing/2014/main" id="{76A1DAE6-C33E-1795-CBFA-0A5AFC520933}"/>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7011329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7116024" y="120686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7116024" y="1591936"/>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7116024" y="1977005"/>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7116024" y="2362074"/>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7116024" y="2747143"/>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1" name="Text Placeholder 3">
            <a:extLst>
              <a:ext uri="{FF2B5EF4-FFF2-40B4-BE49-F238E27FC236}">
                <a16:creationId xmlns:a16="http://schemas.microsoft.com/office/drawing/2014/main" id="{F98CD9D1-AE39-D262-425C-097DED777F61}"/>
              </a:ext>
            </a:extLst>
          </p:cNvPr>
          <p:cNvSpPr>
            <a:spLocks noGrp="1"/>
          </p:cNvSpPr>
          <p:nvPr>
            <p:ph type="body" sz="quarter" idx="101" hasCustomPrompt="1"/>
          </p:nvPr>
        </p:nvSpPr>
        <p:spPr>
          <a:xfrm>
            <a:off x="10050780" y="120686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7116024" y="3132212"/>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7116024" y="351728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7116024" y="3902350"/>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7116024" y="4287419"/>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7116024" y="4672488"/>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7116024" y="505755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7116024" y="544262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 name="Text Placeholder 3">
            <a:extLst>
              <a:ext uri="{FF2B5EF4-FFF2-40B4-BE49-F238E27FC236}">
                <a16:creationId xmlns:a16="http://schemas.microsoft.com/office/drawing/2014/main" id="{17B815E4-D652-35F0-2830-C94C45187BD0}"/>
              </a:ext>
            </a:extLst>
          </p:cNvPr>
          <p:cNvSpPr>
            <a:spLocks noGrp="1"/>
          </p:cNvSpPr>
          <p:nvPr>
            <p:ph type="body" sz="quarter" idx="128" hasCustomPrompt="1"/>
          </p:nvPr>
        </p:nvSpPr>
        <p:spPr>
          <a:xfrm>
            <a:off x="10050780" y="159193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F55B5ACD-BD51-7286-1AA8-8C98F7FAD4B6}"/>
              </a:ext>
            </a:extLst>
          </p:cNvPr>
          <p:cNvSpPr>
            <a:spLocks noGrp="1"/>
          </p:cNvSpPr>
          <p:nvPr>
            <p:ph type="body" sz="quarter" idx="129" hasCustomPrompt="1"/>
          </p:nvPr>
        </p:nvSpPr>
        <p:spPr>
          <a:xfrm>
            <a:off x="10050780" y="197700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7" name="Text Placeholder 3">
            <a:extLst>
              <a:ext uri="{FF2B5EF4-FFF2-40B4-BE49-F238E27FC236}">
                <a16:creationId xmlns:a16="http://schemas.microsoft.com/office/drawing/2014/main" id="{1D8235E0-29B6-E6F5-C29B-8F60E24D6B45}"/>
              </a:ext>
            </a:extLst>
          </p:cNvPr>
          <p:cNvSpPr>
            <a:spLocks noGrp="1"/>
          </p:cNvSpPr>
          <p:nvPr>
            <p:ph type="body" sz="quarter" idx="130" hasCustomPrompt="1"/>
          </p:nvPr>
        </p:nvSpPr>
        <p:spPr>
          <a:xfrm>
            <a:off x="10050780" y="236207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8" name="Text Placeholder 3">
            <a:extLst>
              <a:ext uri="{FF2B5EF4-FFF2-40B4-BE49-F238E27FC236}">
                <a16:creationId xmlns:a16="http://schemas.microsoft.com/office/drawing/2014/main" id="{0EA52473-7FCB-0B36-B7C1-F3B7721EB23D}"/>
              </a:ext>
            </a:extLst>
          </p:cNvPr>
          <p:cNvSpPr>
            <a:spLocks noGrp="1"/>
          </p:cNvSpPr>
          <p:nvPr>
            <p:ph type="body" sz="quarter" idx="131" hasCustomPrompt="1"/>
          </p:nvPr>
        </p:nvSpPr>
        <p:spPr>
          <a:xfrm>
            <a:off x="10050780" y="274714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652FA04D-83C6-401D-B6F9-251F0BB593F9}"/>
              </a:ext>
            </a:extLst>
          </p:cNvPr>
          <p:cNvSpPr>
            <a:spLocks noGrp="1"/>
          </p:cNvSpPr>
          <p:nvPr>
            <p:ph type="body" sz="quarter" idx="132" hasCustomPrompt="1"/>
          </p:nvPr>
        </p:nvSpPr>
        <p:spPr>
          <a:xfrm>
            <a:off x="10050780" y="313221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BEE9E01B-042A-B17F-5318-5EA33C69002D}"/>
              </a:ext>
            </a:extLst>
          </p:cNvPr>
          <p:cNvSpPr>
            <a:spLocks noGrp="1"/>
          </p:cNvSpPr>
          <p:nvPr>
            <p:ph type="body" sz="quarter" idx="133" hasCustomPrompt="1"/>
          </p:nvPr>
        </p:nvSpPr>
        <p:spPr>
          <a:xfrm>
            <a:off x="10050780" y="351728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A5D1BAA0-075E-5ADB-3CBA-269CF00A1A4B}"/>
              </a:ext>
            </a:extLst>
          </p:cNvPr>
          <p:cNvSpPr>
            <a:spLocks noGrp="1"/>
          </p:cNvSpPr>
          <p:nvPr>
            <p:ph type="body" sz="quarter" idx="134" hasCustomPrompt="1"/>
          </p:nvPr>
        </p:nvSpPr>
        <p:spPr>
          <a:xfrm>
            <a:off x="10050780" y="390235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3CAB9EBA-F603-6A30-366A-97C4EA24954F}"/>
              </a:ext>
            </a:extLst>
          </p:cNvPr>
          <p:cNvSpPr>
            <a:spLocks noGrp="1"/>
          </p:cNvSpPr>
          <p:nvPr>
            <p:ph type="body" sz="quarter" idx="135" hasCustomPrompt="1"/>
          </p:nvPr>
        </p:nvSpPr>
        <p:spPr>
          <a:xfrm>
            <a:off x="10050780" y="428741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21CF146D-BDCC-DBFA-E2EF-C6DCD97574CE}"/>
              </a:ext>
            </a:extLst>
          </p:cNvPr>
          <p:cNvSpPr>
            <a:spLocks noGrp="1"/>
          </p:cNvSpPr>
          <p:nvPr>
            <p:ph type="body" sz="quarter" idx="136" hasCustomPrompt="1"/>
          </p:nvPr>
        </p:nvSpPr>
        <p:spPr>
          <a:xfrm>
            <a:off x="10050780" y="467248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3423B8EB-7627-C087-1180-2DBA3D01DD7C}"/>
              </a:ext>
            </a:extLst>
          </p:cNvPr>
          <p:cNvSpPr>
            <a:spLocks noGrp="1"/>
          </p:cNvSpPr>
          <p:nvPr>
            <p:ph type="body" sz="quarter" idx="137" hasCustomPrompt="1"/>
          </p:nvPr>
        </p:nvSpPr>
        <p:spPr>
          <a:xfrm>
            <a:off x="10050780" y="505755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C9295674-DE38-ED81-B3A1-2DB6C842506F}"/>
              </a:ext>
            </a:extLst>
          </p:cNvPr>
          <p:cNvSpPr>
            <a:spLocks noGrp="1"/>
          </p:cNvSpPr>
          <p:nvPr>
            <p:ph type="body" sz="quarter" idx="139" hasCustomPrompt="1"/>
          </p:nvPr>
        </p:nvSpPr>
        <p:spPr>
          <a:xfrm>
            <a:off x="10050780" y="544262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37" name="Slide Number Placeholder 36">
            <a:extLst>
              <a:ext uri="{FF2B5EF4-FFF2-40B4-BE49-F238E27FC236}">
                <a16:creationId xmlns:a16="http://schemas.microsoft.com/office/drawing/2014/main" id="{9209102C-D7E9-B367-5265-0A76B0647265}"/>
              </a:ext>
            </a:extLst>
          </p:cNvPr>
          <p:cNvSpPr>
            <a:spLocks noGrp="1"/>
          </p:cNvSpPr>
          <p:nvPr>
            <p:ph type="sldNum" sz="quarter" idx="143"/>
          </p:nvPr>
        </p:nvSpPr>
        <p:spPr/>
        <p:txBody>
          <a:bodyPr/>
          <a:lstStyle/>
          <a:p>
            <a:fld id="{5EA29875-719B-4A39-A51C-7BDD87443D68}" type="slidenum">
              <a:rPr lang="en-US" smtClean="0"/>
              <a:pPr/>
              <a:t>‹#›</a:t>
            </a:fld>
            <a:endParaRPr lang="en-US"/>
          </a:p>
        </p:txBody>
      </p:sp>
      <p:sp>
        <p:nvSpPr>
          <p:cNvPr id="18" name="Text Placeholder 3">
            <a:extLst>
              <a:ext uri="{FF2B5EF4-FFF2-40B4-BE49-F238E27FC236}">
                <a16:creationId xmlns:a16="http://schemas.microsoft.com/office/drawing/2014/main" id="{8C232000-E82E-FBE5-F4C5-25E21111F157}"/>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5EA58F30-4B8E-98F6-6272-7EFC9449204B}"/>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308045216"/>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6797250" y="120687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6797250" y="1591940"/>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6797250" y="1977009"/>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6797250" y="2362078"/>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6797250" y="2747147"/>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6797250" y="3132216"/>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6797250" y="351728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6797250" y="3902354"/>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6797250" y="4287423"/>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6797250" y="4672492"/>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6797250" y="505756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6797250" y="544262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2" name="Text Placeholder 3">
            <a:extLst>
              <a:ext uri="{FF2B5EF4-FFF2-40B4-BE49-F238E27FC236}">
                <a16:creationId xmlns:a16="http://schemas.microsoft.com/office/drawing/2014/main" id="{0D559BFB-5A62-932C-D34D-7CE51103B80D}"/>
              </a:ext>
            </a:extLst>
          </p:cNvPr>
          <p:cNvSpPr>
            <a:spLocks noGrp="1"/>
          </p:cNvSpPr>
          <p:nvPr>
            <p:ph type="body" sz="quarter" idx="126" hasCustomPrompt="1"/>
          </p:nvPr>
        </p:nvSpPr>
        <p:spPr>
          <a:xfrm>
            <a:off x="9732474" y="120687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4" name="Text Placeholder 3">
            <a:extLst>
              <a:ext uri="{FF2B5EF4-FFF2-40B4-BE49-F238E27FC236}">
                <a16:creationId xmlns:a16="http://schemas.microsoft.com/office/drawing/2014/main" id="{E195693F-BEAD-A6BF-7FCA-3F583C695415}"/>
              </a:ext>
            </a:extLst>
          </p:cNvPr>
          <p:cNvSpPr>
            <a:spLocks noGrp="1"/>
          </p:cNvSpPr>
          <p:nvPr>
            <p:ph type="body" sz="quarter" idx="128" hasCustomPrompt="1"/>
          </p:nvPr>
        </p:nvSpPr>
        <p:spPr>
          <a:xfrm>
            <a:off x="9732474" y="159194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703E9037-9AFD-CE85-08DA-5253C4D17AAB}"/>
              </a:ext>
            </a:extLst>
          </p:cNvPr>
          <p:cNvSpPr>
            <a:spLocks noGrp="1"/>
          </p:cNvSpPr>
          <p:nvPr>
            <p:ph type="body" sz="quarter" idx="129" hasCustomPrompt="1"/>
          </p:nvPr>
        </p:nvSpPr>
        <p:spPr>
          <a:xfrm>
            <a:off x="9732474" y="197700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2D86293F-B45A-935E-B568-ED050581109C}"/>
              </a:ext>
            </a:extLst>
          </p:cNvPr>
          <p:cNvSpPr>
            <a:spLocks noGrp="1"/>
          </p:cNvSpPr>
          <p:nvPr>
            <p:ph type="body" sz="quarter" idx="130" hasCustomPrompt="1"/>
          </p:nvPr>
        </p:nvSpPr>
        <p:spPr>
          <a:xfrm>
            <a:off x="9732474" y="236207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891B6EE5-4384-5037-0D86-A474F3DBBDF1}"/>
              </a:ext>
            </a:extLst>
          </p:cNvPr>
          <p:cNvSpPr>
            <a:spLocks noGrp="1"/>
          </p:cNvSpPr>
          <p:nvPr>
            <p:ph type="body" sz="quarter" idx="131" hasCustomPrompt="1"/>
          </p:nvPr>
        </p:nvSpPr>
        <p:spPr>
          <a:xfrm>
            <a:off x="9732474" y="274714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7F621CCC-4CDF-E8A5-A3B7-63CAD76F53E4}"/>
              </a:ext>
            </a:extLst>
          </p:cNvPr>
          <p:cNvSpPr>
            <a:spLocks noGrp="1"/>
          </p:cNvSpPr>
          <p:nvPr>
            <p:ph type="body" sz="quarter" idx="132" hasCustomPrompt="1"/>
          </p:nvPr>
        </p:nvSpPr>
        <p:spPr>
          <a:xfrm>
            <a:off x="9732474" y="313221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B2994915-9C22-3043-610C-0344CFE495CE}"/>
              </a:ext>
            </a:extLst>
          </p:cNvPr>
          <p:cNvSpPr>
            <a:spLocks noGrp="1"/>
          </p:cNvSpPr>
          <p:nvPr>
            <p:ph type="body" sz="quarter" idx="133" hasCustomPrompt="1"/>
          </p:nvPr>
        </p:nvSpPr>
        <p:spPr>
          <a:xfrm>
            <a:off x="9732474" y="351728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48758DF7-6CBE-86AC-45F1-FB217B17F485}"/>
              </a:ext>
            </a:extLst>
          </p:cNvPr>
          <p:cNvSpPr>
            <a:spLocks noGrp="1"/>
          </p:cNvSpPr>
          <p:nvPr>
            <p:ph type="body" sz="quarter" idx="134" hasCustomPrompt="1"/>
          </p:nvPr>
        </p:nvSpPr>
        <p:spPr>
          <a:xfrm>
            <a:off x="9732474" y="390235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70D0BD2E-5450-F581-E3B6-EF2B8A0816DE}"/>
              </a:ext>
            </a:extLst>
          </p:cNvPr>
          <p:cNvSpPr>
            <a:spLocks noGrp="1"/>
          </p:cNvSpPr>
          <p:nvPr>
            <p:ph type="body" sz="quarter" idx="135" hasCustomPrompt="1"/>
          </p:nvPr>
        </p:nvSpPr>
        <p:spPr>
          <a:xfrm>
            <a:off x="9732474" y="428742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3" name="Text Placeholder 3">
            <a:extLst>
              <a:ext uri="{FF2B5EF4-FFF2-40B4-BE49-F238E27FC236}">
                <a16:creationId xmlns:a16="http://schemas.microsoft.com/office/drawing/2014/main" id="{7D39C51C-4F1A-75ED-BBE6-EA3C230B2A3F}"/>
              </a:ext>
            </a:extLst>
          </p:cNvPr>
          <p:cNvSpPr>
            <a:spLocks noGrp="1"/>
          </p:cNvSpPr>
          <p:nvPr>
            <p:ph type="body" sz="quarter" idx="136" hasCustomPrompt="1"/>
          </p:nvPr>
        </p:nvSpPr>
        <p:spPr>
          <a:xfrm>
            <a:off x="9732474" y="467249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4C850B6F-5A5F-6960-D28C-84679C19019B}"/>
              </a:ext>
            </a:extLst>
          </p:cNvPr>
          <p:cNvSpPr>
            <a:spLocks noGrp="1"/>
          </p:cNvSpPr>
          <p:nvPr>
            <p:ph type="body" sz="quarter" idx="137" hasCustomPrompt="1"/>
          </p:nvPr>
        </p:nvSpPr>
        <p:spPr>
          <a:xfrm>
            <a:off x="9732474" y="505756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5" name="Text Placeholder 3">
            <a:extLst>
              <a:ext uri="{FF2B5EF4-FFF2-40B4-BE49-F238E27FC236}">
                <a16:creationId xmlns:a16="http://schemas.microsoft.com/office/drawing/2014/main" id="{8F509791-E5DA-D505-5B6F-180BC139D264}"/>
              </a:ext>
            </a:extLst>
          </p:cNvPr>
          <p:cNvSpPr>
            <a:spLocks noGrp="1"/>
          </p:cNvSpPr>
          <p:nvPr>
            <p:ph type="body" sz="quarter" idx="139" hasCustomPrompt="1"/>
          </p:nvPr>
        </p:nvSpPr>
        <p:spPr>
          <a:xfrm>
            <a:off x="9732474" y="544262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9" name="Text Placeholder 3">
            <a:extLst>
              <a:ext uri="{FF2B5EF4-FFF2-40B4-BE49-F238E27FC236}">
                <a16:creationId xmlns:a16="http://schemas.microsoft.com/office/drawing/2014/main" id="{9CB4A33C-C8BA-FD65-A66B-15BD777965D8}"/>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6" name="Text Placeholder 3">
            <a:extLst>
              <a:ext uri="{FF2B5EF4-FFF2-40B4-BE49-F238E27FC236}">
                <a16:creationId xmlns:a16="http://schemas.microsoft.com/office/drawing/2014/main" id="{C80217E1-5D76-EA33-0CE3-0E005DDFAB59}"/>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4155383062"/>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81020845"/>
      </p:ext>
    </p:extLst>
  </p:cSld>
  <p:clrMapOvr>
    <a:masterClrMapping/>
  </p:clrMapOvr>
  <p:hf sldNum="0" hdr="0" ft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5" name="Text Placeholder 3">
            <a:extLst>
              <a:ext uri="{FF2B5EF4-FFF2-40B4-BE49-F238E27FC236}">
                <a16:creationId xmlns:a16="http://schemas.microsoft.com/office/drawing/2014/main" id="{8E4D84EF-1EE2-B970-D832-CF89060DA369}"/>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6D2ED67-89F0-A49A-680C-4311376EC02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223364093"/>
      </p:ext>
    </p:extLst>
  </p:cSld>
  <p:clrMapOvr>
    <a:masterClrMapping/>
  </p:clrMapOvr>
  <p:hf sldNum="0"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5" name="Content Placeholder 7">
            <a:extLst>
              <a:ext uri="{FF2B5EF4-FFF2-40B4-BE49-F238E27FC236}">
                <a16:creationId xmlns:a16="http://schemas.microsoft.com/office/drawing/2014/main" id="{138FB5D8-4FA7-2ECA-1A2F-DED440E93FB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1E068C41-D06A-7FB4-D9C9-D95DAEEE7ED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9" name="Text Placeholder 3">
            <a:extLst>
              <a:ext uri="{FF2B5EF4-FFF2-40B4-BE49-F238E27FC236}">
                <a16:creationId xmlns:a16="http://schemas.microsoft.com/office/drawing/2014/main" id="{2D5D252C-3F45-21DF-4B8D-32AE8196D0E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1" name="Text Placeholder 3">
            <a:extLst>
              <a:ext uri="{FF2B5EF4-FFF2-40B4-BE49-F238E27FC236}">
                <a16:creationId xmlns:a16="http://schemas.microsoft.com/office/drawing/2014/main" id="{0F971941-FE4E-84B4-550E-7716BF3A5F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913679161"/>
      </p:ext>
    </p:extLst>
  </p:cSld>
  <p:clrMapOvr>
    <a:masterClrMapping/>
  </p:clrMapOvr>
  <p:hf sldNum="0"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E2876E20-FB6B-C4C3-E79D-0523C011C58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5" name="Text Placeholder 3">
            <a:extLst>
              <a:ext uri="{FF2B5EF4-FFF2-40B4-BE49-F238E27FC236}">
                <a16:creationId xmlns:a16="http://schemas.microsoft.com/office/drawing/2014/main" id="{F7CE2D98-FDDC-FD00-5E69-F2A04C479FF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719772291"/>
      </p:ext>
    </p:extLst>
  </p:cSld>
  <p:clrMapOvr>
    <a:masterClrMapping/>
  </p:clrMapOvr>
  <p:hf sldNum="0"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626814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626814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3">
            <a:extLst>
              <a:ext uri="{FF2B5EF4-FFF2-40B4-BE49-F238E27FC236}">
                <a16:creationId xmlns:a16="http://schemas.microsoft.com/office/drawing/2014/main" id="{EDA8097A-C484-CB1A-5979-F173FF97D31A}"/>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ED1455E-CABA-437F-570A-D4F53B1AD9B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5678549"/>
      </p:ext>
    </p:extLst>
  </p:cSld>
  <p:clrMapOvr>
    <a:masterClrMapping/>
  </p:clrMapOvr>
  <p:hf sldNum="0"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4454650"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8069514"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4454650"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8069514" y="2344787"/>
            <a:ext cx="3282696"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15" name="Text Placeholder 3">
            <a:extLst>
              <a:ext uri="{FF2B5EF4-FFF2-40B4-BE49-F238E27FC236}">
                <a16:creationId xmlns:a16="http://schemas.microsoft.com/office/drawing/2014/main" id="{960DA77C-3EAD-B77D-31A2-356AB046243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6" name="Text Placeholder 3">
            <a:extLst>
              <a:ext uri="{FF2B5EF4-FFF2-40B4-BE49-F238E27FC236}">
                <a16:creationId xmlns:a16="http://schemas.microsoft.com/office/drawing/2014/main" id="{F8A9CA2C-F497-ADAE-26D5-F0C1D5D5F6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052923776"/>
      </p:ext>
    </p:extLst>
  </p:cSld>
  <p:clrMapOvr>
    <a:masterClrMapping/>
  </p:clrMapOvr>
  <p:hf sldNum="0"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1447"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3108"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4770"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3551447"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6263108" y="2344787"/>
            <a:ext cx="237744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8974770"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18" name="Text Placeholder 3">
            <a:extLst>
              <a:ext uri="{FF2B5EF4-FFF2-40B4-BE49-F238E27FC236}">
                <a16:creationId xmlns:a16="http://schemas.microsoft.com/office/drawing/2014/main" id="{B226B7B0-FD05-E882-FCAE-36319D6FE202}"/>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B2DEC358-6CDB-7962-E078-8593066EB3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490027834"/>
      </p:ext>
    </p:extLst>
  </p:cSld>
  <p:clrMapOvr>
    <a:masterClrMapping/>
  </p:clrMapOvr>
  <p:hf sldNum="0" hdr="0" ft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2976402"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5113018"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7249634"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2976402"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5113018" y="2344787"/>
            <a:ext cx="196596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7249634"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9" name="Content Placeholder 7">
            <a:extLst>
              <a:ext uri="{FF2B5EF4-FFF2-40B4-BE49-F238E27FC236}">
                <a16:creationId xmlns:a16="http://schemas.microsoft.com/office/drawing/2014/main" id="{0E078ED8-0F3C-0A54-C202-671AD512F1FD}"/>
              </a:ext>
            </a:extLst>
          </p:cNvPr>
          <p:cNvSpPr>
            <a:spLocks noGrp="1"/>
          </p:cNvSpPr>
          <p:nvPr>
            <p:ph sz="quarter" idx="65"/>
          </p:nvPr>
        </p:nvSpPr>
        <p:spPr>
          <a:xfrm>
            <a:off x="9386250"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F4D2EABC-6FF3-2FDB-2B43-641986FA216F}"/>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8" name="Text Placeholder 6">
            <a:extLst>
              <a:ext uri="{FF2B5EF4-FFF2-40B4-BE49-F238E27FC236}">
                <a16:creationId xmlns:a16="http://schemas.microsoft.com/office/drawing/2014/main" id="{C165AC3C-FBE0-6FA1-9147-46485BA1CEDE}"/>
              </a:ext>
            </a:extLst>
          </p:cNvPr>
          <p:cNvSpPr>
            <a:spLocks noGrp="1"/>
          </p:cNvSpPr>
          <p:nvPr>
            <p:ph type="body" sz="quarter" idx="67" hasCustomPrompt="1"/>
          </p:nvPr>
        </p:nvSpPr>
        <p:spPr>
          <a:xfrm>
            <a:off x="9386250"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21" name="Text Placeholder 3">
            <a:extLst>
              <a:ext uri="{FF2B5EF4-FFF2-40B4-BE49-F238E27FC236}">
                <a16:creationId xmlns:a16="http://schemas.microsoft.com/office/drawing/2014/main" id="{90C0EC77-0044-2B6B-1363-DC50E5C3CF4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2" name="Text Placeholder 3">
            <a:extLst>
              <a:ext uri="{FF2B5EF4-FFF2-40B4-BE49-F238E27FC236}">
                <a16:creationId xmlns:a16="http://schemas.microsoft.com/office/drawing/2014/main" id="{3DF2C75F-15BB-4D64-CC20-792B5EEE42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700471995"/>
      </p:ext>
    </p:extLst>
  </p:cSld>
  <p:clrMapOvr>
    <a:masterClrMapping/>
  </p:clrMapOvr>
  <p:hf sldNum="0" hdr="0" ft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9" name="Text Placeholder 3">
            <a:extLst>
              <a:ext uri="{FF2B5EF4-FFF2-40B4-BE49-F238E27FC236}">
                <a16:creationId xmlns:a16="http://schemas.microsoft.com/office/drawing/2014/main" id="{C6F68ACA-0053-5A10-7A51-F71E6E0D8F2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0" name="Text Placeholder 3">
            <a:extLst>
              <a:ext uri="{FF2B5EF4-FFF2-40B4-BE49-F238E27FC236}">
                <a16:creationId xmlns:a16="http://schemas.microsoft.com/office/drawing/2014/main" id="{75DAF3E6-E254-1824-0D25-99D8014D8C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1" name="Slide Number Placeholder 5">
            <a:extLst>
              <a:ext uri="{FF2B5EF4-FFF2-40B4-BE49-F238E27FC236}">
                <a16:creationId xmlns:a16="http://schemas.microsoft.com/office/drawing/2014/main" id="{0D8DAAE7-D0BD-E9DE-2A28-BE6854C12952}"/>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2" name="Slide Number Placeholder 5">
            <a:extLst>
              <a:ext uri="{FF2B5EF4-FFF2-40B4-BE49-F238E27FC236}">
                <a16:creationId xmlns:a16="http://schemas.microsoft.com/office/drawing/2014/main" id="{06E0B410-C872-EB7D-9AA1-21C8FD5ADF29}"/>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3" name="Slide Number Placeholder 5">
            <a:extLst>
              <a:ext uri="{FF2B5EF4-FFF2-40B4-BE49-F238E27FC236}">
                <a16:creationId xmlns:a16="http://schemas.microsoft.com/office/drawing/2014/main" id="{DA1CB924-B29D-707D-1D66-84501387C839}"/>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88195645"/>
      </p:ext>
    </p:extLst>
  </p:cSld>
  <p:clrMapOvr>
    <a:masterClrMapping/>
  </p:clrMapOvr>
  <p:hf sldNum="0" hdr="0" ft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5" name="Content Placeholder 7">
            <a:extLst>
              <a:ext uri="{FF2B5EF4-FFF2-40B4-BE49-F238E27FC236}">
                <a16:creationId xmlns:a16="http://schemas.microsoft.com/office/drawing/2014/main" id="{3377327A-5669-76DE-029A-0336804673B7}"/>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D6B96342-1DA9-A183-C602-227565FBDFBD}"/>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9" name="Content Placeholder 7">
            <a:extLst>
              <a:ext uri="{FF2B5EF4-FFF2-40B4-BE49-F238E27FC236}">
                <a16:creationId xmlns:a16="http://schemas.microsoft.com/office/drawing/2014/main" id="{C57CD4A1-3C8D-0802-98B3-34F3E87001F1}"/>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B07BD374-94E6-9338-24E6-2F2622DE70BC}"/>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11" name="Text Placeholder 3">
            <a:extLst>
              <a:ext uri="{FF2B5EF4-FFF2-40B4-BE49-F238E27FC236}">
                <a16:creationId xmlns:a16="http://schemas.microsoft.com/office/drawing/2014/main" id="{A40E949F-779A-E950-35EA-2E7AD5D3C3B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D2D794A-1194-6852-06E5-1E6C866096F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96321778-1FA5-6FB7-BB48-2672DEA1AF1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C8EDFF5D-60A7-E05A-EA1A-F02E4F469C3C}"/>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6" name="Slide Number Placeholder 5">
            <a:extLst>
              <a:ext uri="{FF2B5EF4-FFF2-40B4-BE49-F238E27FC236}">
                <a16:creationId xmlns:a16="http://schemas.microsoft.com/office/drawing/2014/main" id="{52FF6F7D-67D4-F7FC-9A50-1EE7264C6CC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106375152"/>
      </p:ext>
    </p:extLst>
  </p:cSld>
  <p:clrMapOvr>
    <a:masterClrMapping/>
  </p:clrMapOvr>
  <p:hf sldNum="0"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4" name="Content Placeholder 7">
            <a:extLst>
              <a:ext uri="{FF2B5EF4-FFF2-40B4-BE49-F238E27FC236}">
                <a16:creationId xmlns:a16="http://schemas.microsoft.com/office/drawing/2014/main" id="{A96A1E3E-DA99-B7F2-7C60-60511C9FF781}"/>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84F98CE8-E690-F3F6-116D-15B0A0BA7E7E}"/>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44BC8A89-5716-4FBA-2A10-002BAE8E017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045A4F01-8597-05CF-D19C-0ABA45002377}"/>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07820561-F04C-809A-B127-CE71B0D6784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90756F32-8F67-E562-F4FF-80B174C3844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6" name="Graphic 15">
            <a:extLst>
              <a:ext uri="{FF2B5EF4-FFF2-40B4-BE49-F238E27FC236}">
                <a16:creationId xmlns:a16="http://schemas.microsoft.com/office/drawing/2014/main" id="{99CF4A3C-43CF-1C9A-ECCC-89E96BED1F7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7" name="Text Placeholder 3">
            <a:extLst>
              <a:ext uri="{FF2B5EF4-FFF2-40B4-BE49-F238E27FC236}">
                <a16:creationId xmlns:a16="http://schemas.microsoft.com/office/drawing/2014/main" id="{D2701E25-2516-CA8F-C371-AA628B6B3F7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8686EE27-2508-879E-EF54-7FC40A66A121}"/>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F5ACAC82-75E5-23D5-01A6-1A0ECFE62B8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7" name="Slide Number Placeholder 5">
            <a:extLst>
              <a:ext uri="{FF2B5EF4-FFF2-40B4-BE49-F238E27FC236}">
                <a16:creationId xmlns:a16="http://schemas.microsoft.com/office/drawing/2014/main" id="{4C26A8BC-48D6-839F-18A5-AA5E6E606B0B}"/>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8" name="Slide Number Placeholder 5">
            <a:extLst>
              <a:ext uri="{FF2B5EF4-FFF2-40B4-BE49-F238E27FC236}">
                <a16:creationId xmlns:a16="http://schemas.microsoft.com/office/drawing/2014/main" id="{3F4CAEC0-4929-CC7F-4A06-B35EA0EBA20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230960806"/>
      </p:ext>
    </p:extLst>
  </p:cSld>
  <p:clrMapOvr>
    <a:masterClrMapping/>
  </p:clrMapOvr>
  <p:hf sldNum="0" hdr="0" ft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3" name="Content Placeholder 7">
            <a:extLst>
              <a:ext uri="{FF2B5EF4-FFF2-40B4-BE49-F238E27FC236}">
                <a16:creationId xmlns:a16="http://schemas.microsoft.com/office/drawing/2014/main" id="{67CB7B05-B76C-32BA-D756-C4A9CEEBD466}"/>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7137EB39-441C-6ECB-0527-B55F03957B64}"/>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CDA29A62-4696-F171-DC39-0E1DF0198F10}"/>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6D85AA2A-33D3-314C-583E-2EABA5E75E71}"/>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BEDBB10A-C965-E212-3F5A-D36F7939BEDF}"/>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A722600C-82FC-E8BE-C4FB-0A9D3F39AFA5}"/>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DBAB4876-D42C-0D16-9AB9-3E08128683AE}"/>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64D490D1-E27F-00CD-58C6-D2F38D5AEC17}"/>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11" name="Text Placeholder 3">
            <a:extLst>
              <a:ext uri="{FF2B5EF4-FFF2-40B4-BE49-F238E27FC236}">
                <a16:creationId xmlns:a16="http://schemas.microsoft.com/office/drawing/2014/main" id="{C4B80CEE-6B25-B139-1CE7-65A7C7F5A4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99D0D5C-53A0-3839-1801-165E24F6A72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776E7769-5B4E-6146-EB88-D982E409646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4171810B-DF18-E8B9-3B21-4BA64C33215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0" name="Slide Number Placeholder 5">
            <a:extLst>
              <a:ext uri="{FF2B5EF4-FFF2-40B4-BE49-F238E27FC236}">
                <a16:creationId xmlns:a16="http://schemas.microsoft.com/office/drawing/2014/main" id="{99A0C801-E724-97B2-6884-BE706220118F}"/>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3744422151"/>
      </p:ext>
    </p:extLst>
  </p:cSld>
  <p:clrMapOvr>
    <a:masterClrMapping/>
  </p:clrMapOvr>
  <p:hf sldNum="0" hdr="0" ft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283CF3B1-6FE0-6FCD-157C-54C4D1CFAA54}"/>
              </a:ext>
            </a:extLst>
          </p:cNvPr>
          <p:cNvSpPr>
            <a:spLocks noGrp="1"/>
          </p:cNvSpPr>
          <p:nvPr>
            <p:ph sz="quarter" idx="22"/>
          </p:nvPr>
        </p:nvSpPr>
        <p:spPr>
          <a:xfrm>
            <a:off x="83978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EEB7CF2E-2F21-99AA-BAC5-3345002CA650}"/>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892C5487-E793-AB3C-082B-3393DA9AEFF1}"/>
              </a:ext>
            </a:extLst>
          </p:cNvPr>
          <p:cNvSpPr>
            <a:spLocks noGrp="1"/>
          </p:cNvSpPr>
          <p:nvPr>
            <p:ph sz="quarter" idx="55"/>
          </p:nvPr>
        </p:nvSpPr>
        <p:spPr>
          <a:xfrm>
            <a:off x="626814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EEBF4112-D2CD-1D9B-4D8D-4A75425AB806}"/>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Text Placeholder 6">
            <a:extLst>
              <a:ext uri="{FF2B5EF4-FFF2-40B4-BE49-F238E27FC236}">
                <a16:creationId xmlns:a16="http://schemas.microsoft.com/office/drawing/2014/main" id="{6C1970BC-3C56-B758-D752-C7ACF5116F3A}"/>
              </a:ext>
            </a:extLst>
          </p:cNvPr>
          <p:cNvSpPr>
            <a:spLocks noGrp="1"/>
          </p:cNvSpPr>
          <p:nvPr>
            <p:ph type="body" sz="quarter" idx="61" hasCustomPrompt="1"/>
          </p:nvPr>
        </p:nvSpPr>
        <p:spPr>
          <a:xfrm>
            <a:off x="83978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5" name="Text Placeholder 6">
            <a:extLst>
              <a:ext uri="{FF2B5EF4-FFF2-40B4-BE49-F238E27FC236}">
                <a16:creationId xmlns:a16="http://schemas.microsoft.com/office/drawing/2014/main" id="{553AF32B-0C40-8BC2-A9BE-C3F92B641F85}"/>
              </a:ext>
            </a:extLst>
          </p:cNvPr>
          <p:cNvSpPr>
            <a:spLocks noGrp="1"/>
          </p:cNvSpPr>
          <p:nvPr>
            <p:ph type="body" sz="quarter" idx="62" hasCustomPrompt="1"/>
          </p:nvPr>
        </p:nvSpPr>
        <p:spPr>
          <a:xfrm>
            <a:off x="626814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D6B493A9-0215-91F6-8730-63577DE5826D}"/>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768185FB-A5E0-F944-1336-C9F190A050A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76B7929D-1DCB-BFCE-9B4F-FE061B239D5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D9E28E06-A948-8999-3CA6-CD44903FED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EBF1D8D3-29DE-05AE-6117-5EA0D34FE6A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960204796"/>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37F7A1C1-D254-DBC8-D693-C5C560AACC5E}"/>
              </a:ext>
            </a:extLst>
          </p:cNvPr>
          <p:cNvSpPr>
            <a:spLocks noGrp="1"/>
          </p:cNvSpPr>
          <p:nvPr>
            <p:ph sz="quarter" idx="22"/>
          </p:nvPr>
        </p:nvSpPr>
        <p:spPr>
          <a:xfrm>
            <a:off x="839786"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FC036677-DD4B-7BC1-0082-64910B2D46CE}"/>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6900377-6F4C-4278-1DB5-11FAFC2B14EE}"/>
              </a:ext>
            </a:extLst>
          </p:cNvPr>
          <p:cNvSpPr>
            <a:spLocks noGrp="1"/>
          </p:cNvSpPr>
          <p:nvPr>
            <p:ph sz="quarter" idx="55"/>
          </p:nvPr>
        </p:nvSpPr>
        <p:spPr>
          <a:xfrm>
            <a:off x="4454650"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E47D00A-6CF5-7972-808C-D5CECCE3B40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57F365E9-068E-9ACA-44ED-9DB373F64EFF}"/>
              </a:ext>
            </a:extLst>
          </p:cNvPr>
          <p:cNvSpPr>
            <a:spLocks noGrp="1"/>
          </p:cNvSpPr>
          <p:nvPr>
            <p:ph sz="quarter" idx="57"/>
          </p:nvPr>
        </p:nvSpPr>
        <p:spPr>
          <a:xfrm>
            <a:off x="8069514"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B13D299B-344E-B604-C1F9-301BDF21970A}"/>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Text Placeholder 6">
            <a:extLst>
              <a:ext uri="{FF2B5EF4-FFF2-40B4-BE49-F238E27FC236}">
                <a16:creationId xmlns:a16="http://schemas.microsoft.com/office/drawing/2014/main" id="{EE531DE9-7D37-F2B6-730E-B4786409A3E6}"/>
              </a:ext>
            </a:extLst>
          </p:cNvPr>
          <p:cNvSpPr>
            <a:spLocks noGrp="1"/>
          </p:cNvSpPr>
          <p:nvPr>
            <p:ph type="body" sz="quarter" idx="61" hasCustomPrompt="1"/>
          </p:nvPr>
        </p:nvSpPr>
        <p:spPr>
          <a:xfrm>
            <a:off x="839786"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8" name="Text Placeholder 6">
            <a:extLst>
              <a:ext uri="{FF2B5EF4-FFF2-40B4-BE49-F238E27FC236}">
                <a16:creationId xmlns:a16="http://schemas.microsoft.com/office/drawing/2014/main" id="{37C4B96F-E9BB-D9E6-CF81-55DE2653EA99}"/>
              </a:ext>
            </a:extLst>
          </p:cNvPr>
          <p:cNvSpPr>
            <a:spLocks noGrp="1"/>
          </p:cNvSpPr>
          <p:nvPr>
            <p:ph type="body" sz="quarter" idx="62" hasCustomPrompt="1"/>
          </p:nvPr>
        </p:nvSpPr>
        <p:spPr>
          <a:xfrm>
            <a:off x="4454650"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0" name="Text Placeholder 6">
            <a:extLst>
              <a:ext uri="{FF2B5EF4-FFF2-40B4-BE49-F238E27FC236}">
                <a16:creationId xmlns:a16="http://schemas.microsoft.com/office/drawing/2014/main" id="{2C9CFB92-510C-A2A8-62FD-FB8480632FAA}"/>
              </a:ext>
            </a:extLst>
          </p:cNvPr>
          <p:cNvSpPr>
            <a:spLocks noGrp="1"/>
          </p:cNvSpPr>
          <p:nvPr>
            <p:ph type="body" sz="quarter" idx="63" hasCustomPrompt="1"/>
          </p:nvPr>
        </p:nvSpPr>
        <p:spPr>
          <a:xfrm>
            <a:off x="8069514"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F5B882E5-4277-AF2A-76AD-629019B83A4F}"/>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975AF096-9ACE-B36B-EA47-9CB14097F39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74663C7-7DFD-434E-D12C-055DC8C5C08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68C35EAF-8A26-05CF-FBE2-1D16AC7CD54A}"/>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9F448815-8ACE-68CB-44F9-E8E6FFBAFB3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507406005"/>
      </p:ext>
    </p:extLst>
  </p:cSld>
  <p:clrMapOvr>
    <a:masterClrMapping/>
  </p:clrMapOvr>
  <p:hf sldNum="0" hdr="0" ft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4A6850C8-4C08-AD26-4B65-208F11B9CE6C}"/>
              </a:ext>
            </a:extLst>
          </p:cNvPr>
          <p:cNvSpPr>
            <a:spLocks noGrp="1"/>
          </p:cNvSpPr>
          <p:nvPr>
            <p:ph sz="quarter" idx="22"/>
          </p:nvPr>
        </p:nvSpPr>
        <p:spPr>
          <a:xfrm>
            <a:off x="839786"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74B0EBCC-9BA0-AA62-74F0-3BE770EE5CD2}"/>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DBE9A169-E219-DA54-A7EB-D8D9B13D1115}"/>
              </a:ext>
            </a:extLst>
          </p:cNvPr>
          <p:cNvSpPr>
            <a:spLocks noGrp="1"/>
          </p:cNvSpPr>
          <p:nvPr>
            <p:ph sz="quarter" idx="55"/>
          </p:nvPr>
        </p:nvSpPr>
        <p:spPr>
          <a:xfrm>
            <a:off x="3551447"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9C5922A6-65AB-96A2-5E67-81D1743C1131}"/>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579261AF-FE66-B839-170A-E33BD9074CED}"/>
              </a:ext>
            </a:extLst>
          </p:cNvPr>
          <p:cNvSpPr>
            <a:spLocks noGrp="1"/>
          </p:cNvSpPr>
          <p:nvPr>
            <p:ph sz="quarter" idx="57"/>
          </p:nvPr>
        </p:nvSpPr>
        <p:spPr>
          <a:xfrm>
            <a:off x="6263108"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F2D62633-499A-0F22-73AA-1126FD9E1EA5}"/>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1" name="Content Placeholder 7">
            <a:extLst>
              <a:ext uri="{FF2B5EF4-FFF2-40B4-BE49-F238E27FC236}">
                <a16:creationId xmlns:a16="http://schemas.microsoft.com/office/drawing/2014/main" id="{707C57C3-F0DD-DC3E-D885-5D4825521040}"/>
              </a:ext>
            </a:extLst>
          </p:cNvPr>
          <p:cNvSpPr>
            <a:spLocks noGrp="1"/>
          </p:cNvSpPr>
          <p:nvPr>
            <p:ph sz="quarter" idx="59"/>
          </p:nvPr>
        </p:nvSpPr>
        <p:spPr>
          <a:xfrm>
            <a:off x="8974770"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6">
            <a:extLst>
              <a:ext uri="{FF2B5EF4-FFF2-40B4-BE49-F238E27FC236}">
                <a16:creationId xmlns:a16="http://schemas.microsoft.com/office/drawing/2014/main" id="{F769A465-C830-601E-4E74-9583FB4E8901}"/>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3" name="Text Placeholder 6">
            <a:extLst>
              <a:ext uri="{FF2B5EF4-FFF2-40B4-BE49-F238E27FC236}">
                <a16:creationId xmlns:a16="http://schemas.microsoft.com/office/drawing/2014/main" id="{F93E6C26-277F-7EE2-09AA-570FFE4CFD58}"/>
              </a:ext>
            </a:extLst>
          </p:cNvPr>
          <p:cNvSpPr>
            <a:spLocks noGrp="1"/>
          </p:cNvSpPr>
          <p:nvPr>
            <p:ph type="body" sz="quarter" idx="61" hasCustomPrompt="1"/>
          </p:nvPr>
        </p:nvSpPr>
        <p:spPr>
          <a:xfrm>
            <a:off x="839786"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4" name="Text Placeholder 6">
            <a:extLst>
              <a:ext uri="{FF2B5EF4-FFF2-40B4-BE49-F238E27FC236}">
                <a16:creationId xmlns:a16="http://schemas.microsoft.com/office/drawing/2014/main" id="{5BE5EB32-77D8-340C-C233-2790298D19FF}"/>
              </a:ext>
            </a:extLst>
          </p:cNvPr>
          <p:cNvSpPr>
            <a:spLocks noGrp="1"/>
          </p:cNvSpPr>
          <p:nvPr>
            <p:ph type="body" sz="quarter" idx="62" hasCustomPrompt="1"/>
          </p:nvPr>
        </p:nvSpPr>
        <p:spPr>
          <a:xfrm>
            <a:off x="3551447"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5" name="Text Placeholder 6">
            <a:extLst>
              <a:ext uri="{FF2B5EF4-FFF2-40B4-BE49-F238E27FC236}">
                <a16:creationId xmlns:a16="http://schemas.microsoft.com/office/drawing/2014/main" id="{F26A9BA2-4265-147C-C20D-07ADF2818323}"/>
              </a:ext>
            </a:extLst>
          </p:cNvPr>
          <p:cNvSpPr>
            <a:spLocks noGrp="1"/>
          </p:cNvSpPr>
          <p:nvPr>
            <p:ph type="body" sz="quarter" idx="63" hasCustomPrompt="1"/>
          </p:nvPr>
        </p:nvSpPr>
        <p:spPr>
          <a:xfrm>
            <a:off x="6263108"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6" name="Text Placeholder 6">
            <a:extLst>
              <a:ext uri="{FF2B5EF4-FFF2-40B4-BE49-F238E27FC236}">
                <a16:creationId xmlns:a16="http://schemas.microsoft.com/office/drawing/2014/main" id="{7E511664-07DC-05FD-3971-4BBA057E1FD1}"/>
              </a:ext>
            </a:extLst>
          </p:cNvPr>
          <p:cNvSpPr>
            <a:spLocks noGrp="1"/>
          </p:cNvSpPr>
          <p:nvPr>
            <p:ph type="body" sz="quarter" idx="64" hasCustomPrompt="1"/>
          </p:nvPr>
        </p:nvSpPr>
        <p:spPr>
          <a:xfrm>
            <a:off x="8974770"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7624BE71-6287-A60C-D988-C20AC9B063D7}"/>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F2931273-47DE-96C9-3DDF-9A77544BE4B5}"/>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1A0E3C19-6E40-051C-78B5-E09ACF2BBD4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F89831FF-0063-0222-85EF-7D3B92F106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89CA085E-6DED-2B70-7AAF-83E3D9355083}"/>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47137075"/>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x content (w/ line and blue background)">
    <p:spTree>
      <p:nvGrpSpPr>
        <p:cNvPr id="1" name=""/>
        <p:cNvGrpSpPr/>
        <p:nvPr/>
      </p:nvGrpSpPr>
      <p:grpSpPr>
        <a:xfrm>
          <a:off x="0" y="0"/>
          <a:ext cx="0" cy="0"/>
          <a:chOff x="0" y="0"/>
          <a:chExt cx="0" cy="0"/>
        </a:xfrm>
      </p:grpSpPr>
      <p:pic>
        <p:nvPicPr>
          <p:cNvPr id="22" name="Picture 21" descr="A blue and white gradient&#10;&#10;Description automatically generated">
            <a:extLst>
              <a:ext uri="{FF2B5EF4-FFF2-40B4-BE49-F238E27FC236}">
                <a16:creationId xmlns:a16="http://schemas.microsoft.com/office/drawing/2014/main" id="{6BD13FB2-FD34-2685-BC51-899FC8D55645}"/>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7A8F7CDF-5D63-DB94-497D-BB622CE0EBF9}"/>
              </a:ext>
            </a:extLst>
          </p:cNvPr>
          <p:cNvSpPr>
            <a:spLocks noGrp="1"/>
          </p:cNvSpPr>
          <p:nvPr>
            <p:ph sz="quarter" idx="22"/>
          </p:nvPr>
        </p:nvSpPr>
        <p:spPr>
          <a:xfrm>
            <a:off x="839786"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0971E8B1-23D4-CE4E-B4D7-118633B91412}"/>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E194745-2C4C-DB4C-A07D-22DF12EF84D2}"/>
              </a:ext>
            </a:extLst>
          </p:cNvPr>
          <p:cNvSpPr>
            <a:spLocks noGrp="1"/>
          </p:cNvSpPr>
          <p:nvPr>
            <p:ph sz="quarter" idx="55"/>
          </p:nvPr>
        </p:nvSpPr>
        <p:spPr>
          <a:xfrm>
            <a:off x="2976402"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04F045F-02BF-037B-EFDC-66317AC28990}"/>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64F5763E-BCDC-195E-E423-66FDE6E9E612}"/>
              </a:ext>
            </a:extLst>
          </p:cNvPr>
          <p:cNvSpPr>
            <a:spLocks noGrp="1"/>
          </p:cNvSpPr>
          <p:nvPr>
            <p:ph sz="quarter" idx="57"/>
          </p:nvPr>
        </p:nvSpPr>
        <p:spPr>
          <a:xfrm>
            <a:off x="5113018"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CD5621A-2A8A-AC8E-BB9A-2559E28AC377}"/>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5B9A5E60-0360-F87F-508C-CE08DBC9DBA3}"/>
              </a:ext>
            </a:extLst>
          </p:cNvPr>
          <p:cNvSpPr>
            <a:spLocks noGrp="1"/>
          </p:cNvSpPr>
          <p:nvPr>
            <p:ph sz="quarter" idx="59"/>
          </p:nvPr>
        </p:nvSpPr>
        <p:spPr>
          <a:xfrm>
            <a:off x="7249634"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EAB13923-BEDE-8B47-A4E8-A0A13D28AFC3}"/>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0" name="Text Placeholder 6">
            <a:extLst>
              <a:ext uri="{FF2B5EF4-FFF2-40B4-BE49-F238E27FC236}">
                <a16:creationId xmlns:a16="http://schemas.microsoft.com/office/drawing/2014/main" id="{EE8A1B01-1782-9FAA-886F-722CEECA8343}"/>
              </a:ext>
            </a:extLst>
          </p:cNvPr>
          <p:cNvSpPr>
            <a:spLocks noGrp="1"/>
          </p:cNvSpPr>
          <p:nvPr>
            <p:ph type="body" sz="quarter" idx="61" hasCustomPrompt="1"/>
          </p:nvPr>
        </p:nvSpPr>
        <p:spPr>
          <a:xfrm>
            <a:off x="839786"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7" name="Text Placeholder 6">
            <a:extLst>
              <a:ext uri="{FF2B5EF4-FFF2-40B4-BE49-F238E27FC236}">
                <a16:creationId xmlns:a16="http://schemas.microsoft.com/office/drawing/2014/main" id="{BD07E14D-F68A-02C7-7130-0E111C4631CF}"/>
              </a:ext>
            </a:extLst>
          </p:cNvPr>
          <p:cNvSpPr>
            <a:spLocks noGrp="1"/>
          </p:cNvSpPr>
          <p:nvPr>
            <p:ph type="body" sz="quarter" idx="62" hasCustomPrompt="1"/>
          </p:nvPr>
        </p:nvSpPr>
        <p:spPr>
          <a:xfrm>
            <a:off x="2976402"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8" name="Text Placeholder 6">
            <a:extLst>
              <a:ext uri="{FF2B5EF4-FFF2-40B4-BE49-F238E27FC236}">
                <a16:creationId xmlns:a16="http://schemas.microsoft.com/office/drawing/2014/main" id="{BE85334F-769D-3379-4477-99F395EF9679}"/>
              </a:ext>
            </a:extLst>
          </p:cNvPr>
          <p:cNvSpPr>
            <a:spLocks noGrp="1"/>
          </p:cNvSpPr>
          <p:nvPr>
            <p:ph type="body" sz="quarter" idx="63" hasCustomPrompt="1"/>
          </p:nvPr>
        </p:nvSpPr>
        <p:spPr>
          <a:xfrm>
            <a:off x="5113018"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9" name="Text Placeholder 6">
            <a:extLst>
              <a:ext uri="{FF2B5EF4-FFF2-40B4-BE49-F238E27FC236}">
                <a16:creationId xmlns:a16="http://schemas.microsoft.com/office/drawing/2014/main" id="{9AAAD40C-74DE-8FBB-4D8D-392ECA252E39}"/>
              </a:ext>
            </a:extLst>
          </p:cNvPr>
          <p:cNvSpPr>
            <a:spLocks noGrp="1"/>
          </p:cNvSpPr>
          <p:nvPr>
            <p:ph type="body" sz="quarter" idx="64" hasCustomPrompt="1"/>
          </p:nvPr>
        </p:nvSpPr>
        <p:spPr>
          <a:xfrm>
            <a:off x="7249634"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30" name="Content Placeholder 7">
            <a:extLst>
              <a:ext uri="{FF2B5EF4-FFF2-40B4-BE49-F238E27FC236}">
                <a16:creationId xmlns:a16="http://schemas.microsoft.com/office/drawing/2014/main" id="{CFCAF4A0-265F-6D40-06FB-0C257FBD0486}"/>
              </a:ext>
            </a:extLst>
          </p:cNvPr>
          <p:cNvSpPr>
            <a:spLocks noGrp="1"/>
          </p:cNvSpPr>
          <p:nvPr>
            <p:ph sz="quarter" idx="65"/>
          </p:nvPr>
        </p:nvSpPr>
        <p:spPr>
          <a:xfrm>
            <a:off x="9386250"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6">
            <a:extLst>
              <a:ext uri="{FF2B5EF4-FFF2-40B4-BE49-F238E27FC236}">
                <a16:creationId xmlns:a16="http://schemas.microsoft.com/office/drawing/2014/main" id="{E24F9FFB-0607-59A8-F7B6-8EDF13F3A3CC}"/>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32" name="Text Placeholder 6">
            <a:extLst>
              <a:ext uri="{FF2B5EF4-FFF2-40B4-BE49-F238E27FC236}">
                <a16:creationId xmlns:a16="http://schemas.microsoft.com/office/drawing/2014/main" id="{99533431-A329-4CC1-72E1-8580E35364F5}"/>
              </a:ext>
            </a:extLst>
          </p:cNvPr>
          <p:cNvSpPr>
            <a:spLocks noGrp="1"/>
          </p:cNvSpPr>
          <p:nvPr>
            <p:ph type="body" sz="quarter" idx="67" hasCustomPrompt="1"/>
          </p:nvPr>
        </p:nvSpPr>
        <p:spPr>
          <a:xfrm>
            <a:off x="9386250"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C633949E-3113-4194-CECB-53F3F51CCD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B589A52-11EF-1998-F9F2-F06908191469}"/>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8913688-167D-1B9C-6359-59042251DAB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07A1B5EA-221E-B637-C689-6175DE556604}"/>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7703BC7F-38BA-2002-4014-34968C93ECD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99264713"/>
      </p:ext>
    </p:extLst>
  </p:cSld>
  <p:clrMapOvr>
    <a:masterClrMapping/>
  </p:clrMapOvr>
  <p:hf sldNum="0"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in black background">
    <p:bg>
      <p:bgPr>
        <a:solidFill>
          <a:schemeClr val="tx1"/>
        </a:solidFill>
        <a:effectLst/>
      </p:bgPr>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solidFill>
                  <a:schemeClr val="bg1"/>
                </a:solidFill>
              </a:defRPr>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pic>
        <p:nvPicPr>
          <p:cNvPr id="5" name="Graphic 4">
            <a:extLst>
              <a:ext uri="{FF2B5EF4-FFF2-40B4-BE49-F238E27FC236}">
                <a16:creationId xmlns:a16="http://schemas.microsoft.com/office/drawing/2014/main" id="{C0F6626B-F1E3-77BC-3D18-3473592C9E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9788" y="6323831"/>
            <a:ext cx="1149756" cy="228489"/>
          </a:xfrm>
          <a:prstGeom prst="rect">
            <a:avLst/>
          </a:prstGeom>
        </p:spPr>
      </p:pic>
      <p:sp>
        <p:nvSpPr>
          <p:cNvPr id="6" name="Slide Number Placeholder 5">
            <a:extLst>
              <a:ext uri="{FF2B5EF4-FFF2-40B4-BE49-F238E27FC236}">
                <a16:creationId xmlns:a16="http://schemas.microsoft.com/office/drawing/2014/main" id="{5FC4C025-2653-02B2-D12E-9CFB7AEEDF8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
        <p:nvSpPr>
          <p:cNvPr id="7" name="Slide Number Placeholder 5">
            <a:extLst>
              <a:ext uri="{FF2B5EF4-FFF2-40B4-BE49-F238E27FC236}">
                <a16:creationId xmlns:a16="http://schemas.microsoft.com/office/drawing/2014/main" id="{154C61E4-7DDB-5432-0FC4-E8881ED6D4B6}"/>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bg1"/>
                </a:solidFill>
              </a:defRPr>
            </a:lvl1pPr>
          </a:lstStyle>
          <a:p>
            <a:fld id="{5EA29875-719B-4A39-A51C-7BDD87443D68}" type="slidenum">
              <a:rPr lang="en-US" smtClean="0"/>
              <a:pPr/>
              <a:t>‹#›</a:t>
            </a:fld>
            <a:endParaRPr lang="en-US"/>
          </a:p>
        </p:txBody>
      </p:sp>
      <p:sp>
        <p:nvSpPr>
          <p:cNvPr id="9" name="Slide Number Placeholder 5">
            <a:extLst>
              <a:ext uri="{FF2B5EF4-FFF2-40B4-BE49-F238E27FC236}">
                <a16:creationId xmlns:a16="http://schemas.microsoft.com/office/drawing/2014/main" id="{E37CE04A-9223-07BB-3DFB-2459B6EC5D58}"/>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2822030381"/>
      </p:ext>
    </p:extLst>
  </p:cSld>
  <p:clrMapOvr>
    <a:masterClrMapping/>
  </p:clrMapOvr>
  <p:hf sldNum="0" hdr="0" ft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527C44E-2047-D236-B458-7400DD11C0FB}"/>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6ECC1B14-0CBD-39B8-6381-424A397FEBB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088903416"/>
      </p:ext>
    </p:extLst>
  </p:cSld>
  <p:clrMapOvr>
    <a:masterClrMapping/>
  </p:clrMapOvr>
  <p:hf sldNum="0" hdr="0" ft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007658"/>
      </p:ext>
    </p:extLst>
  </p:cSld>
  <p:clrMapOvr>
    <a:masterClrMapping/>
  </p:clrMapOvr>
  <p:hf sldNum="0" hdr="0" ft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large)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7089648"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8397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8397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D604D9E5-0B5F-DC52-C3D1-6FBDFA98C5E2}"/>
              </a:ext>
            </a:extLst>
          </p:cNvPr>
          <p:cNvSpPr>
            <a:spLocks noGrp="1"/>
          </p:cNvSpPr>
          <p:nvPr>
            <p:ph type="body" sz="quarter" idx="146" hasCustomPrompt="1"/>
          </p:nvPr>
        </p:nvSpPr>
        <p:spPr>
          <a:xfrm>
            <a:off x="839787"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64234410-7C01-D89F-44F0-EDD29D99B59D}"/>
              </a:ext>
            </a:extLst>
          </p:cNvPr>
          <p:cNvSpPr>
            <a:spLocks noGrp="1"/>
          </p:cNvSpPr>
          <p:nvPr>
            <p:ph type="body" sz="quarter" idx="147" hasCustomPrompt="1"/>
          </p:nvPr>
        </p:nvSpPr>
        <p:spPr>
          <a:xfrm>
            <a:off x="839787"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158761160"/>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large)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55260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55260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BD3AB349-A30E-7391-EE92-54EE6EE5E9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2D33C56A-0EA6-F211-863A-1A46664128A0}"/>
              </a:ext>
            </a:extLst>
          </p:cNvPr>
          <p:cNvSpPr>
            <a:spLocks noGrp="1"/>
          </p:cNvSpPr>
          <p:nvPr>
            <p:ph type="body" sz="quarter" idx="146" hasCustomPrompt="1"/>
          </p:nvPr>
        </p:nvSpPr>
        <p:spPr>
          <a:xfrm>
            <a:off x="5528562"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AF82D212-E95A-E457-0A63-7CD47016EF48}"/>
              </a:ext>
            </a:extLst>
          </p:cNvPr>
          <p:cNvSpPr>
            <a:spLocks noGrp="1"/>
          </p:cNvSpPr>
          <p:nvPr>
            <p:ph type="body" sz="quarter" idx="147" hasCustomPrompt="1"/>
          </p:nvPr>
        </p:nvSpPr>
        <p:spPr>
          <a:xfrm>
            <a:off x="5528562"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480389804"/>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mall)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8605222"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839786"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839786"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59FE27E5-1166-BA0B-B392-2DBAEBE078A5}"/>
              </a:ext>
            </a:extLst>
          </p:cNvPr>
          <p:cNvSpPr>
            <a:spLocks noGrp="1"/>
          </p:cNvSpPr>
          <p:nvPr>
            <p:ph type="body" sz="quarter" idx="146" hasCustomPrompt="1"/>
          </p:nvPr>
        </p:nvSpPr>
        <p:spPr>
          <a:xfrm>
            <a:off x="839787"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ABE0BF8E-F216-7972-5577-7D6E0428F58C}"/>
              </a:ext>
            </a:extLst>
          </p:cNvPr>
          <p:cNvSpPr>
            <a:spLocks noGrp="1"/>
          </p:cNvSpPr>
          <p:nvPr>
            <p:ph type="body" sz="quarter" idx="147" hasCustomPrompt="1"/>
          </p:nvPr>
        </p:nvSpPr>
        <p:spPr>
          <a:xfrm>
            <a:off x="839787"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682490797"/>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small)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3948363"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3948363"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F10C0264-DB7C-81CC-219A-1A4CDD4F6F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F21C800D-4C64-D366-A796-8D271F329963}"/>
              </a:ext>
            </a:extLst>
          </p:cNvPr>
          <p:cNvSpPr>
            <a:spLocks noGrp="1"/>
          </p:cNvSpPr>
          <p:nvPr>
            <p:ph type="body" sz="quarter" idx="146" hasCustomPrompt="1"/>
          </p:nvPr>
        </p:nvSpPr>
        <p:spPr>
          <a:xfrm>
            <a:off x="3947160"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2D918107-BBBF-152F-C226-596981D7498D}"/>
              </a:ext>
            </a:extLst>
          </p:cNvPr>
          <p:cNvSpPr>
            <a:spLocks noGrp="1"/>
          </p:cNvSpPr>
          <p:nvPr>
            <p:ph type="body" sz="quarter" idx="147" hasCustomPrompt="1"/>
          </p:nvPr>
        </p:nvSpPr>
        <p:spPr>
          <a:xfrm>
            <a:off x="3947160"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768367519"/>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lang="en-US" sz="5000" kern="1200" cap="none" dirty="0">
                <a:ln w="0"/>
                <a:gradFill flip="none" rotWithShape="1">
                  <a:gsLst>
                    <a:gs pos="17000">
                      <a:srgbClr val="6A1DA1"/>
                    </a:gs>
                    <a:gs pos="66000">
                      <a:srgbClr val="EE424A"/>
                    </a:gs>
                  </a:gsLst>
                  <a:lin ang="2400000" scaled="0"/>
                  <a:tileRect/>
                </a:gradFill>
                <a:latin typeface="+mn-lt"/>
                <a:ea typeface="+mn-ea"/>
                <a:cs typeface="+mn-cs"/>
              </a:defRPr>
            </a:lvl1pPr>
          </a:lstStyle>
          <a:p>
            <a:pPr lvl="0"/>
            <a:r>
              <a:rPr lang="en-US"/>
              <a:t>Click to add quote – </a:t>
            </a:r>
            <a:r>
              <a:rPr lang="en-US" err="1"/>
              <a:t>fontsize</a:t>
            </a:r>
            <a:r>
              <a:rPr lang="en-US"/>
              <a:t>: max. 50 pt and min. 28 pt</a:t>
            </a:r>
          </a:p>
        </p:txBody>
      </p:sp>
      <p:sp>
        <p:nvSpPr>
          <p:cNvPr id="2" name="Text Placeholder 3">
            <a:extLst>
              <a:ext uri="{FF2B5EF4-FFF2-40B4-BE49-F238E27FC236}">
                <a16:creationId xmlns:a16="http://schemas.microsoft.com/office/drawing/2014/main" id="{B8C48276-D5E4-B27C-F498-76D8AF44B789}"/>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 name="Text Placeholder 3">
            <a:extLst>
              <a:ext uri="{FF2B5EF4-FFF2-40B4-BE49-F238E27FC236}">
                <a16:creationId xmlns:a16="http://schemas.microsoft.com/office/drawing/2014/main" id="{8AF41D23-A245-58E6-6592-B800954892E1}"/>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05913402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w/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23BC3275-5D18-1ED2-A4B9-20DE23770E90}"/>
              </a:ext>
            </a:extLst>
          </p:cNvPr>
          <p:cNvPicPr>
            <a:picLocks noChangeAspect="1"/>
          </p:cNvPicPr>
          <p:nvPr userDrawn="1"/>
        </p:nvPicPr>
        <p:blipFill rotWithShape="1">
          <a:blip r:embed="rId2"/>
          <a:srcRect l="19791" t="1586" r="22186"/>
          <a:stretch/>
        </p:blipFill>
        <p:spPr>
          <a:xfrm>
            <a:off x="0" y="-11458"/>
            <a:ext cx="12192000" cy="6875113"/>
          </a:xfrm>
          <a:prstGeom prst="rect">
            <a:avLst/>
          </a:prstGeom>
        </p:spPr>
      </p:pic>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sz="5000"/>
            </a:lvl1pPr>
          </a:lstStyle>
          <a:p>
            <a:pPr lvl="0"/>
            <a:r>
              <a:rPr lang="en-US"/>
              <a:t>Click to add quote – </a:t>
            </a:r>
            <a:r>
              <a:rPr lang="en-US" err="1"/>
              <a:t>fontsize</a:t>
            </a:r>
            <a:r>
              <a:rPr lang="en-US"/>
              <a:t>: max. 50 pt and min. 28 pt</a:t>
            </a:r>
          </a:p>
        </p:txBody>
      </p:sp>
      <p:pic>
        <p:nvPicPr>
          <p:cNvPr id="3" name="Graphic 2">
            <a:extLst>
              <a:ext uri="{FF2B5EF4-FFF2-40B4-BE49-F238E27FC236}">
                <a16:creationId xmlns:a16="http://schemas.microsoft.com/office/drawing/2014/main" id="{EE4C54A9-FE4A-CF9A-84DA-67AAE5515F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3">
            <a:extLst>
              <a:ext uri="{FF2B5EF4-FFF2-40B4-BE49-F238E27FC236}">
                <a16:creationId xmlns:a16="http://schemas.microsoft.com/office/drawing/2014/main" id="{E20B702C-FB12-83BF-F4E2-91F5D9F49BD2}"/>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 name="Text Placeholder 3">
            <a:extLst>
              <a:ext uri="{FF2B5EF4-FFF2-40B4-BE49-F238E27FC236}">
                <a16:creationId xmlns:a16="http://schemas.microsoft.com/office/drawing/2014/main" id="{5705149E-6982-F886-E34A-8791F693794F}"/>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495201016"/>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1">
    <p:spTree>
      <p:nvGrpSpPr>
        <p:cNvPr id="1" name=""/>
        <p:cNvGrpSpPr/>
        <p:nvPr/>
      </p:nvGrpSpPr>
      <p:grpSpPr>
        <a:xfrm>
          <a:off x="0" y="0"/>
          <a:ext cx="0" cy="0"/>
          <a:chOff x="0" y="0"/>
          <a:chExt cx="0" cy="0"/>
        </a:xfrm>
      </p:grpSpPr>
      <p:pic>
        <p:nvPicPr>
          <p:cNvPr id="3" name="Picture 2" descr="A colorful gradient of squares&#10;&#10;Description automatically generated with medium confidence">
            <a:extLst>
              <a:ext uri="{FF2B5EF4-FFF2-40B4-BE49-F238E27FC236}">
                <a16:creationId xmlns:a16="http://schemas.microsoft.com/office/drawing/2014/main" id="{334EFC3A-5C72-60BC-E29C-9858F7369F28}"/>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7" name="Text Placeholder 5">
            <a:extLst>
              <a:ext uri="{FF2B5EF4-FFF2-40B4-BE49-F238E27FC236}">
                <a16:creationId xmlns:a16="http://schemas.microsoft.com/office/drawing/2014/main" id="{3C633310-3E85-E315-7991-5513A27ADB9F}"/>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153186191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2">
    <p:spTree>
      <p:nvGrpSpPr>
        <p:cNvPr id="1" name=""/>
        <p:cNvGrpSpPr/>
        <p:nvPr/>
      </p:nvGrpSpPr>
      <p:grpSpPr>
        <a:xfrm>
          <a:off x="0" y="0"/>
          <a:ext cx="0" cy="0"/>
          <a:chOff x="0" y="0"/>
          <a:chExt cx="0" cy="0"/>
        </a:xfrm>
      </p:grpSpPr>
      <p:pic>
        <p:nvPicPr>
          <p:cNvPr id="7" name="Gradient 4 - LOOP">
            <a:hlinkClick r:id="" action="ppaction://media"/>
            <a:extLst>
              <a:ext uri="{FF2B5EF4-FFF2-40B4-BE49-F238E27FC236}">
                <a16:creationId xmlns:a16="http://schemas.microsoft.com/office/drawing/2014/main" id="{83ED7213-FAD8-6169-1D5C-2579EE065D0C}"/>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3" name="Text Placeholder 5">
            <a:extLst>
              <a:ext uri="{FF2B5EF4-FFF2-40B4-BE49-F238E27FC236}">
                <a16:creationId xmlns:a16="http://schemas.microsoft.com/office/drawing/2014/main" id="{00BF095A-D73C-9C17-CEFE-B1AD18EDBF62}"/>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296022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3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repeatCount="indefinite" fill="hold" display="0">
                  <p:stCondLst>
                    <p:cond delay="indefinite"/>
                  </p:stCondLst>
                </p:cTn>
                <p:tgtEl>
                  <p:spTgt spid="7"/>
                </p:tgtEl>
              </p:cMediaNode>
            </p:video>
          </p:childTnLst>
        </p:cTn>
      </p:par>
    </p:tnLst>
  </p:timing>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3">
            <a:extLst>
              <a:ext uri="{FF2B5EF4-FFF2-40B4-BE49-F238E27FC236}">
                <a16:creationId xmlns:a16="http://schemas.microsoft.com/office/drawing/2014/main" id="{D3D8D834-4010-7C1D-5E18-6B738E75FD51}"/>
              </a:ext>
            </a:extLst>
          </p:cNvPr>
          <p:cNvSpPr>
            <a:spLocks noGrp="1"/>
          </p:cNvSpPr>
          <p:nvPr>
            <p:ph type="title" hasCustomPrompt="1"/>
          </p:nvPr>
        </p:nvSpPr>
        <p:spPr>
          <a:xfrm>
            <a:off x="839787" y="269874"/>
            <a:ext cx="10512788" cy="835025"/>
          </a:xfrm>
          <a:prstGeom prst="rect">
            <a:avLst/>
          </a:prstGeom>
        </p:spPr>
        <p:txBody>
          <a:bodyPr anchor="b"/>
          <a:lstStyle>
            <a:lvl1pPr>
              <a:defRPr sz="2900"/>
            </a:lvl1pPr>
          </a:lstStyle>
          <a:p>
            <a:r>
              <a:rPr lang="en-US"/>
              <a:t>Click to ADD TITLE</a:t>
            </a:r>
          </a:p>
        </p:txBody>
      </p:sp>
      <p:sp>
        <p:nvSpPr>
          <p:cNvPr id="3" name="Text Placeholder 9">
            <a:extLst>
              <a:ext uri="{FF2B5EF4-FFF2-40B4-BE49-F238E27FC236}">
                <a16:creationId xmlns:a16="http://schemas.microsoft.com/office/drawing/2014/main" id="{313B9E46-FFE0-0F0B-B7CD-723F4EA38B4A}"/>
              </a:ext>
            </a:extLst>
          </p:cNvPr>
          <p:cNvSpPr>
            <a:spLocks noGrp="1"/>
          </p:cNvSpPr>
          <p:nvPr>
            <p:ph type="body" sz="quarter" idx="23" hasCustomPrompt="1"/>
          </p:nvPr>
        </p:nvSpPr>
        <p:spPr>
          <a:xfrm>
            <a:off x="839424" y="1162440"/>
            <a:ext cx="10512786" cy="193899"/>
          </a:xfrm>
          <a:prstGeom prst="rect">
            <a:avLst/>
          </a:prstGeom>
        </p:spPr>
        <p:txBody>
          <a:bodyPr wrap="square" lIns="0" tIns="0" rIns="0" bIns="0">
            <a:spAutoFit/>
          </a:bodyPr>
          <a:lstStyle>
            <a:lvl1pPr marL="0" indent="0">
              <a:buNone/>
              <a:defRPr sz="1400" cap="all" baseline="0">
                <a:latin typeface="+mj-lt"/>
              </a:defRPr>
            </a:lvl1pPr>
            <a:lvl2pPr marL="178775" indent="0">
              <a:buNone/>
              <a:defRPr cap="all" baseline="0"/>
            </a:lvl2pPr>
            <a:lvl3pPr marL="360000" indent="0">
              <a:buNone/>
              <a:defRPr cap="all" baseline="0"/>
            </a:lvl3pPr>
            <a:lvl4pPr marL="539138" indent="0">
              <a:buNone/>
              <a:defRPr cap="all" baseline="0"/>
            </a:lvl4pPr>
            <a:lvl5pPr marL="720000" indent="0">
              <a:buNone/>
              <a:defRPr cap="all" baseline="0"/>
            </a:lvl5pPr>
          </a:lstStyle>
          <a:p>
            <a:pPr lvl="0"/>
            <a:r>
              <a:rPr lang="en-US"/>
              <a:t>Click to add subtitle</a:t>
            </a:r>
          </a:p>
        </p:txBody>
      </p:sp>
    </p:spTree>
    <p:extLst>
      <p:ext uri="{BB962C8B-B14F-4D97-AF65-F5344CB8AC3E}">
        <p14:creationId xmlns:p14="http://schemas.microsoft.com/office/powerpoint/2010/main" val="2994606278"/>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36" Type="http://schemas.openxmlformats.org/officeDocument/2006/relationships/image" Target="../media/image1.png"/><Relationship Id="rId3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59601648-525C-EEDB-6958-14BBD0D2A803}"/>
              </a:ext>
            </a:extLst>
          </p:cNvPr>
          <p:cNvSpPr txBox="1">
            <a:spLocks/>
          </p:cNvSpPr>
          <p:nvPr/>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836975" y="269874"/>
            <a:ext cx="10515600" cy="832104"/>
          </a:xfrm>
          <a:prstGeom prst="rect">
            <a:avLst/>
          </a:prstGeom>
        </p:spPr>
        <p:txBody>
          <a:bodyPr vert="horz" wrap="square" lIns="0" tIns="0" rIns="0" bIns="0" rtlCol="0" anchor="b" anchorCtr="0">
            <a:noAutofit/>
          </a:bodyPr>
          <a:lstStyle/>
          <a:p>
            <a:pPr marL="0" lvl="0" indent="0">
              <a:spcBef>
                <a:spcPts val="1000"/>
              </a:spcBef>
              <a:spcAft>
                <a:spcPts val="400"/>
              </a:spcAft>
              <a:buFont typeface="Wingdings" pitchFamily="2" charset="2"/>
            </a:pPr>
            <a:r>
              <a:rPr lang="en-US"/>
              <a:t>Click to add title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839424" y="1607771"/>
            <a:ext cx="10515600" cy="457712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7A07310-264A-C0B4-4A60-9DB66C14910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6" name="Slide Number Placeholder 5">
            <a:extLst>
              <a:ext uri="{FF2B5EF4-FFF2-40B4-BE49-F238E27FC236}">
                <a16:creationId xmlns:a16="http://schemas.microsoft.com/office/drawing/2014/main" id="{99D6D354-117E-1912-7F5F-4EA96472024E}"/>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pic>
        <p:nvPicPr>
          <p:cNvPr id="4" name="Graphic 3">
            <a:extLst>
              <a:ext uri="{FF2B5EF4-FFF2-40B4-BE49-F238E27FC236}">
                <a16:creationId xmlns:a16="http://schemas.microsoft.com/office/drawing/2014/main" id="{12954059-E802-AB0A-C2FA-9E92AD21720B}"/>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839788" y="6323831"/>
            <a:ext cx="1149756" cy="228489"/>
          </a:xfrm>
          <a:prstGeom prst="rect">
            <a:avLst/>
          </a:prstGeom>
        </p:spPr>
      </p:pic>
    </p:spTree>
    <p:extLst>
      <p:ext uri="{BB962C8B-B14F-4D97-AF65-F5344CB8AC3E}">
        <p14:creationId xmlns:p14="http://schemas.microsoft.com/office/powerpoint/2010/main" val="2827153021"/>
      </p:ext>
    </p:extLst>
  </p:cSld>
  <p:clrMap bg1="lt1" tx1="dk1" bg2="lt2" tx2="dk2" accent1="accent1" accent2="accent2" accent3="accent3" accent4="accent4" accent5="accent5" accent6="accent6" hlink="hlink" folHlink="folHlink"/>
  <p:sldLayoutIdLst>
    <p:sldLayoutId id="2147484327" r:id="rId1"/>
    <p:sldLayoutId id="2147484287" r:id="rId2"/>
    <p:sldLayoutId id="2147484291" r:id="rId3"/>
    <p:sldLayoutId id="2147484292" r:id="rId4"/>
    <p:sldLayoutId id="2147484294" r:id="rId5"/>
    <p:sldLayoutId id="2147484295" r:id="rId6"/>
    <p:sldLayoutId id="2147484297" r:id="rId7"/>
    <p:sldLayoutId id="2147484298" r:id="rId8"/>
    <p:sldLayoutId id="2147484299" r:id="rId9"/>
    <p:sldLayoutId id="2147484300" r:id="rId10"/>
    <p:sldLayoutId id="2147484315" r:id="rId11"/>
    <p:sldLayoutId id="2147484314" r:id="rId12"/>
    <p:sldLayoutId id="2147484316" r:id="rId13"/>
    <p:sldLayoutId id="2147484317" r:id="rId14"/>
    <p:sldLayoutId id="2147484312" r:id="rId15"/>
    <p:sldLayoutId id="2147484320" r:id="rId16"/>
    <p:sldLayoutId id="2147484321" r:id="rId17"/>
    <p:sldLayoutId id="2147484322" r:id="rId18"/>
    <p:sldLayoutId id="2147484323" r:id="rId19"/>
    <p:sldLayoutId id="2147484324" r:id="rId20"/>
    <p:sldLayoutId id="2147484325" r:id="rId21"/>
    <p:sldLayoutId id="2147484326" r:id="rId22"/>
    <p:sldLayoutId id="2147484328" r:id="rId23"/>
    <p:sldLayoutId id="2147484301" r:id="rId24"/>
    <p:sldLayoutId id="2147484302" r:id="rId25"/>
    <p:sldLayoutId id="2147484304" r:id="rId26"/>
    <p:sldLayoutId id="2147484318" r:id="rId27"/>
    <p:sldLayoutId id="2147484305" r:id="rId28"/>
    <p:sldLayoutId id="2147484319" r:id="rId29"/>
    <p:sldLayoutId id="2147484307" r:id="rId30"/>
    <p:sldLayoutId id="2147484311" r:id="rId31"/>
    <p:sldLayoutId id="2147484310" r:id="rId32"/>
    <p:sldLayoutId id="2147484309" r:id="rId33"/>
    <p:sldLayoutId id="2147484329" r:id="rId34"/>
  </p:sldLayoutIdLst>
  <p:hf sldNum="0" hdr="0" ftr="0" dt="0"/>
  <p:txStyles>
    <p:titleStyle>
      <a:lvl1pPr algn="l" defTabSz="914400" rtl="0" eaLnBrk="1" latinLnBrk="0" hangingPunct="1">
        <a:lnSpc>
          <a:spcPct val="90000"/>
        </a:lnSpc>
        <a:spcBef>
          <a:spcPct val="0"/>
        </a:spcBef>
        <a:buNone/>
        <a:defRPr lang="en-US" sz="2900" b="0" kern="1200" cap="none" baseline="0" dirty="0">
          <a:solidFill>
            <a:schemeClr val="tx1"/>
          </a:solidFill>
          <a:latin typeface="Microsoft Sans Serif" panose="020B0604020202020204" pitchFamily="34" charset="0"/>
          <a:ea typeface="+mn-ea"/>
          <a:cs typeface="Microsoft Sans Serif" panose="020B0604020202020204" pitchFamily="34" charset="0"/>
        </a:defRPr>
      </a:lvl1pPr>
    </p:titleStyle>
    <p:bodyStyle>
      <a:lvl1pPr marL="18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1pPr>
      <a:lvl2pPr marL="358775"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2pPr>
      <a:lvl3pPr marL="54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3pPr>
      <a:lvl4pPr marL="719138"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4pPr>
      <a:lvl5pPr marL="90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4" pos="525">
          <p15:clr>
            <a:srgbClr val="F26B43"/>
          </p15:clr>
        </p15:guide>
        <p15:guide id="35" orient="horz" pos="639">
          <p15:clr>
            <a:srgbClr val="F26B43"/>
          </p15:clr>
        </p15:guide>
        <p15:guide id="36" orient="horz" pos="751">
          <p15:clr>
            <a:srgbClr val="F26B43"/>
          </p15:clr>
        </p15:guide>
        <p15:guide id="37" orient="horz" pos="3896">
          <p15:clr>
            <a:srgbClr val="F26B43"/>
          </p15:clr>
        </p15:guide>
        <p15:guide id="38" pos="7488">
          <p15:clr>
            <a:srgbClr val="F26B43"/>
          </p15:clr>
        </p15:guide>
        <p15:guide id="39" orient="horz" pos="218">
          <p15:clr>
            <a:srgbClr val="F26B43"/>
          </p15:clr>
        </p15:guide>
        <p15:guide id="40" orient="horz" pos="168">
          <p15:clr>
            <a:srgbClr val="FFFFFF"/>
          </p15:clr>
        </p15:guide>
        <p15:guide id="41" pos="7152">
          <p15:clr>
            <a:srgbClr val="F26B43"/>
          </p15:clr>
        </p15:guide>
        <p15:guide id="42" orient="horz" pos="100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ns0:Relationships xmlns:ns0="http://schemas.openxmlformats.org/package/2006/relationships"><ns0:Relationship Id="rId13" Type="http://schemas.openxmlformats.org/officeDocument/2006/relationships/tags" Target="../tags/tag16.xml" /><ns0:Relationship Id="rId18" Type="http://schemas.openxmlformats.org/officeDocument/2006/relationships/tags" Target="../tags/tag21.xml" /><ns0:Relationship Id="rId26" Type="http://schemas.openxmlformats.org/officeDocument/2006/relationships/tags" Target="../tags/tag29.xml" /><ns0:Relationship Id="rId3" Type="http://schemas.openxmlformats.org/officeDocument/2006/relationships/tags" Target="../tags/tag6.xml" /><ns0:Relationship Id="rId21" Type="http://schemas.openxmlformats.org/officeDocument/2006/relationships/tags" Target="../tags/tag24.xml" /><ns0:Relationship Id="rId34" Type="http://schemas.openxmlformats.org/officeDocument/2006/relationships/chart" Target="../charts/chart1.xml" /><ns0:Relationship Id="rId7" Type="http://schemas.openxmlformats.org/officeDocument/2006/relationships/tags" Target="../tags/tag10.xml" /><ns0:Relationship Id="rId12" Type="http://schemas.openxmlformats.org/officeDocument/2006/relationships/tags" Target="../tags/tag15.xml" /><ns0:Relationship Id="rId17" Type="http://schemas.openxmlformats.org/officeDocument/2006/relationships/tags" Target="../tags/tag20.xml" /><ns0:Relationship Id="rId25" Type="http://schemas.openxmlformats.org/officeDocument/2006/relationships/tags" Target="../tags/tag28.xml" /><ns0:Relationship Id="rId33" Type="http://schemas.openxmlformats.org/officeDocument/2006/relationships/image" Target="../media/image1.emf" /><ns0:Relationship Id="rId2" Type="http://schemas.openxmlformats.org/officeDocument/2006/relationships/tags" Target="../tags/tag5.xml" /><ns0:Relationship Id="rId16" Type="http://schemas.openxmlformats.org/officeDocument/2006/relationships/tags" Target="../tags/tag19.xml" /><ns0:Relationship Id="rId20" Type="http://schemas.openxmlformats.org/officeDocument/2006/relationships/tags" Target="../tags/tag23.xml" /><ns0:Relationship Id="rId29" Type="http://schemas.openxmlformats.org/officeDocument/2006/relationships/tags" Target="../tags/tag32.xml" /><ns0:Relationship Id="rId1" Type="http://schemas.openxmlformats.org/officeDocument/2006/relationships/tags" Target="../tags/tag4.xml" /><ns0:Relationship Id="rId6" Type="http://schemas.openxmlformats.org/officeDocument/2006/relationships/tags" Target="../tags/tag9.xml" /><ns0:Relationship Id="rId11" Type="http://schemas.openxmlformats.org/officeDocument/2006/relationships/tags" Target="../tags/tag14.xml" /><ns0:Relationship Id="rId24" Type="http://schemas.openxmlformats.org/officeDocument/2006/relationships/tags" Target="../tags/tag27.xml" /><ns0:Relationship Id="rId32" Type="http://schemas.openxmlformats.org/officeDocument/2006/relationships/oleObject" Target="../embeddings/oleObject3.bin" /><ns0:Relationship Id="rId5" Type="http://schemas.openxmlformats.org/officeDocument/2006/relationships/tags" Target="../tags/tag8.xml" /><ns0:Relationship Id="rId15" Type="http://schemas.openxmlformats.org/officeDocument/2006/relationships/tags" Target="../tags/tag18.xml" /><ns0:Relationship Id="rId23" Type="http://schemas.openxmlformats.org/officeDocument/2006/relationships/tags" Target="../tags/tag26.xml" /><ns0:Relationship Id="rId28" Type="http://schemas.openxmlformats.org/officeDocument/2006/relationships/tags" Target="../tags/tag31.xml" /><ns0:Relationship Id="rId10" Type="http://schemas.openxmlformats.org/officeDocument/2006/relationships/tags" Target="../tags/tag13.xml" /><ns0:Relationship Id="rId19" Type="http://schemas.openxmlformats.org/officeDocument/2006/relationships/tags" Target="../tags/tag22.xml" /><ns0:Relationship Id="rId4" Type="http://schemas.openxmlformats.org/officeDocument/2006/relationships/tags" Target="../tags/tag7.xml" /><ns0:Relationship Id="rId9" Type="http://schemas.openxmlformats.org/officeDocument/2006/relationships/tags" Target="../tags/tag12.xml" /><ns0:Relationship Id="rId14" Type="http://schemas.openxmlformats.org/officeDocument/2006/relationships/tags" Target="../tags/tag17.xml" /><ns0:Relationship Id="rId22" Type="http://schemas.openxmlformats.org/officeDocument/2006/relationships/tags" Target="../tags/tag25.xml" /><ns0:Relationship Id="rId27" Type="http://schemas.openxmlformats.org/officeDocument/2006/relationships/tags" Target="../tags/tag30.xml" /><ns0:Relationship Id="rId30" Type="http://schemas.openxmlformats.org/officeDocument/2006/relationships/slideLayout" Target="../slideLayouts/slideLayout7.xml" /><ns0:Relationship Id="rId8" Type="http://schemas.openxmlformats.org/officeDocument/2006/relationships/tags" Target="../tags/tag11.xml" /></ns0:Relationships>
</file>

<file path=ppt/slides/_rels/slide5.xml.rels><?xml version='1.0' encoding='utf-8'?>
<ns0:Relationships xmlns:ns0="http://schemas.openxmlformats.org/package/2006/relationships"><ns0:Relationship Id="rId8" Type="http://schemas.openxmlformats.org/officeDocument/2006/relationships/tags" Target="../tags/tag249.xml" /><ns0:Relationship Id="rId13" Type="http://schemas.openxmlformats.org/officeDocument/2006/relationships/tags" Target="../tags/tag254.xml" /><ns0:Relationship Id="rId18" Type="http://schemas.openxmlformats.org/officeDocument/2006/relationships/tags" Target="../tags/tag259.xml" /><ns0:Relationship Id="rId26" Type="http://schemas.openxmlformats.org/officeDocument/2006/relationships/chart" Target="../charts/chart9.xml" /><ns0:Relationship Id="rId3" Type="http://schemas.openxmlformats.org/officeDocument/2006/relationships/tags" Target="../tags/tag244.xml" /><ns0:Relationship Id="rId21" Type="http://schemas.openxmlformats.org/officeDocument/2006/relationships/tags" Target="../tags/tag262.xml" /><ns0:Relationship Id="rId7" Type="http://schemas.openxmlformats.org/officeDocument/2006/relationships/tags" Target="../tags/tag248.xml" /><ns0:Relationship Id="rId12" Type="http://schemas.openxmlformats.org/officeDocument/2006/relationships/tags" Target="../tags/tag253.xml" /><ns0:Relationship Id="rId17" Type="http://schemas.openxmlformats.org/officeDocument/2006/relationships/tags" Target="../tags/tag258.xml" /><ns0:Relationship Id="rId25" Type="http://schemas.openxmlformats.org/officeDocument/2006/relationships/image" Target="../media/image2.emf" /><ns0:Relationship Id="rId2" Type="http://schemas.openxmlformats.org/officeDocument/2006/relationships/tags" Target="../tags/tag243.xml" /><ns0:Relationship Id="rId16" Type="http://schemas.openxmlformats.org/officeDocument/2006/relationships/tags" Target="../tags/tag257.xml" /><ns0:Relationship Id="rId20" Type="http://schemas.openxmlformats.org/officeDocument/2006/relationships/tags" Target="../tags/tag261.xml" /><ns0:Relationship Id="rId1" Type="http://schemas.openxmlformats.org/officeDocument/2006/relationships/tags" Target="../tags/tag242.xml" /><ns0:Relationship Id="rId6" Type="http://schemas.openxmlformats.org/officeDocument/2006/relationships/tags" Target="../tags/tag247.xml" /><ns0:Relationship Id="rId11" Type="http://schemas.openxmlformats.org/officeDocument/2006/relationships/tags" Target="../tags/tag252.xml" /><ns0:Relationship Id="rId24" Type="http://schemas.openxmlformats.org/officeDocument/2006/relationships/oleObject" Target="../embeddings/oleObject8.bin" /><ns0:Relationship Id="rId5" Type="http://schemas.openxmlformats.org/officeDocument/2006/relationships/tags" Target="../tags/tag246.xml" /><ns0:Relationship Id="rId15" Type="http://schemas.openxmlformats.org/officeDocument/2006/relationships/tags" Target="../tags/tag256.xml" /><ns0:Relationship Id="rId10" Type="http://schemas.openxmlformats.org/officeDocument/2006/relationships/tags" Target="../tags/tag251.xml" /><ns0:Relationship Id="rId19" Type="http://schemas.openxmlformats.org/officeDocument/2006/relationships/tags" Target="../tags/tag260.xml" /><ns0:Relationship Id="rId4" Type="http://schemas.openxmlformats.org/officeDocument/2006/relationships/tags" Target="../tags/tag245.xml" /><ns0:Relationship Id="rId9" Type="http://schemas.openxmlformats.org/officeDocument/2006/relationships/tags" Target="../tags/tag250.xml" /><ns0:Relationship Id="rId14" Type="http://schemas.openxmlformats.org/officeDocument/2006/relationships/tags" Target="../tags/tag255.xml" /><ns0:Relationship Id="rId22" Type="http://schemas.openxmlformats.org/officeDocument/2006/relationships/slideLayout" Target="../slideLayouts/slideLayout7.xml" /></ns0:Relationships>
</file>

<file path=ppt/slides/_rels/slide6.xml.rels><?xml version='1.0' encoding='utf-8'?>
<ns0:Relationships xmlns:ns0="http://schemas.openxmlformats.org/package/2006/relationships"><ns0:Relationship Id="rId8" Type="http://schemas.openxmlformats.org/officeDocument/2006/relationships/tags" Target="../tags/tag2.xml" /><ns0:Relationship Id="rId13" Type="http://schemas.openxmlformats.org/officeDocument/2006/relationships/tags" Target="../tags/tag3.xml" /><ns0:Relationship Id="rId18" Type="http://schemas.openxmlformats.org/officeDocument/2006/relationships/tags" Target="../tags/tag33.xml" /><ns0:Relationship Id="rId26" Type="http://schemas.openxmlformats.org/officeDocument/2006/relationships/chart" Target="../charts/chart2.xml" /><ns0:Relationship Id="rId3" Type="http://schemas.openxmlformats.org/officeDocument/2006/relationships/tags" Target="../tags/tag34.xml" /><ns0:Relationship Id="rId21" Type="http://schemas.openxmlformats.org/officeDocument/2006/relationships/tags" Target="../tags/tag35.xml" /><ns0:Relationship Id="rId7" Type="http://schemas.openxmlformats.org/officeDocument/2006/relationships/tags" Target="../tags/tag36.xml" /><ns0:Relationship Id="rId12" Type="http://schemas.openxmlformats.org/officeDocument/2006/relationships/tags" Target="../tags/tag37.xml" /><ns0:Relationship Id="rId17" Type="http://schemas.openxmlformats.org/officeDocument/2006/relationships/tags" Target="../tags/tag38.xml" /><ns0:Relationship Id="rId25" Type="http://schemas.openxmlformats.org/officeDocument/2006/relationships/image" Target="../media/image3.emf" /><ns0:Relationship Id="rId2" Type="http://schemas.openxmlformats.org/officeDocument/2006/relationships/tags" Target="../tags/tag39.xml" /><ns0:Relationship Id="rId16" Type="http://schemas.openxmlformats.org/officeDocument/2006/relationships/tags" Target="../tags/tag40.xml" /><ns0:Relationship Id="rId20" Type="http://schemas.openxmlformats.org/officeDocument/2006/relationships/tags" Target="../tags/tag41.xml" /><ns0:Relationship Id="rId1" Type="http://schemas.openxmlformats.org/officeDocument/2006/relationships/tags" Target="../tags/tag42.xml" /><ns0:Relationship Id="rId6" Type="http://schemas.openxmlformats.org/officeDocument/2006/relationships/tags" Target="../tags/tag43.xml" /><ns0:Relationship Id="rId11" Type="http://schemas.openxmlformats.org/officeDocument/2006/relationships/tags" Target="../tags/tag44.xml" /><ns0:Relationship Id="rId24" Type="http://schemas.openxmlformats.org/officeDocument/2006/relationships/oleObject" Target="../embeddings/oleObject1.bin" /><ns0:Relationship Id="rId5" Type="http://schemas.openxmlformats.org/officeDocument/2006/relationships/tags" Target="../tags/tag45.xml" /><ns0:Relationship Id="rId15" Type="http://schemas.openxmlformats.org/officeDocument/2006/relationships/tags" Target="../tags/tag46.xml" /><ns0:Relationship Id="rId10" Type="http://schemas.openxmlformats.org/officeDocument/2006/relationships/tags" Target="../tags/tag47.xml" /><ns0:Relationship Id="rId19" Type="http://schemas.openxmlformats.org/officeDocument/2006/relationships/tags" Target="../tags/tag48.xml" /><ns0:Relationship Id="rId4" Type="http://schemas.openxmlformats.org/officeDocument/2006/relationships/tags" Target="../tags/tag49.xml" /><ns0:Relationship Id="rId9" Type="http://schemas.openxmlformats.org/officeDocument/2006/relationships/tags" Target="../tags/tag50.xml" /><ns0:Relationship Id="rId14" Type="http://schemas.openxmlformats.org/officeDocument/2006/relationships/tags" Target="../tags/tag51.xml" /><ns0:Relationship Id="rId22" Type="http://schemas.openxmlformats.org/officeDocument/2006/relationships/slideLayout" Target="../slideLayouts/slideLayout7.xml" /></ns0: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ns0:Relationships xmlns:ns0="http://schemas.openxmlformats.org/package/2006/relationships"><ns0:Relationship Id="rId13" Type="http://schemas.openxmlformats.org/officeDocument/2006/relationships/tags" Target="../tags/tag76.xml" /><ns0:Relationship Id="rId18" Type="http://schemas.openxmlformats.org/officeDocument/2006/relationships/tags" Target="../tags/tag81.xml" /><ns0:Relationship Id="rId26" Type="http://schemas.openxmlformats.org/officeDocument/2006/relationships/tags" Target="../tags/tag89.xml" /><ns0:Relationship Id="rId21" Type="http://schemas.openxmlformats.org/officeDocument/2006/relationships/tags" Target="../tags/tag84.xml" /><ns0:Relationship Id="rId34" Type="http://schemas.openxmlformats.org/officeDocument/2006/relationships/slideLayout" Target="../slideLayouts/slideLayout7.xml" /><ns0:Relationship Id="rId7" Type="http://schemas.openxmlformats.org/officeDocument/2006/relationships/tags" Target="../tags/tag70.xml" /><ns0:Relationship Id="rId12" Type="http://schemas.openxmlformats.org/officeDocument/2006/relationships/tags" Target="../tags/tag75.xml" /><ns0:Relationship Id="rId17" Type="http://schemas.openxmlformats.org/officeDocument/2006/relationships/tags" Target="../tags/tag80.xml" /><ns0:Relationship Id="rId25" Type="http://schemas.openxmlformats.org/officeDocument/2006/relationships/tags" Target="../tags/tag88.xml" /><ns0:Relationship Id="rId33" Type="http://schemas.openxmlformats.org/officeDocument/2006/relationships/tags" Target="../tags/tag96.xml" /><ns0:Relationship Id="rId38" Type="http://schemas.openxmlformats.org/officeDocument/2006/relationships/chart" Target="../charts/chart3.xml" /><ns0:Relationship Id="rId2" Type="http://schemas.openxmlformats.org/officeDocument/2006/relationships/tags" Target="../tags/tag65.xml" /><ns0:Relationship Id="rId16" Type="http://schemas.openxmlformats.org/officeDocument/2006/relationships/tags" Target="../tags/tag79.xml" /><ns0:Relationship Id="rId20" Type="http://schemas.openxmlformats.org/officeDocument/2006/relationships/tags" Target="../tags/tag83.xml" /><ns0:Relationship Id="rId29" Type="http://schemas.openxmlformats.org/officeDocument/2006/relationships/tags" Target="../tags/tag92.xml" /><ns0:Relationship Id="rId1" Type="http://schemas.openxmlformats.org/officeDocument/2006/relationships/tags" Target="../tags/tag64.xml" /><ns0:Relationship Id="rId6" Type="http://schemas.openxmlformats.org/officeDocument/2006/relationships/tags" Target="../tags/tag69.xml" /><ns0:Relationship Id="rId11" Type="http://schemas.openxmlformats.org/officeDocument/2006/relationships/tags" Target="../tags/tag74.xml" /><ns0:Relationship Id="rId24" Type="http://schemas.openxmlformats.org/officeDocument/2006/relationships/tags" Target="../tags/tag87.xml" /><ns0:Relationship Id="rId32" Type="http://schemas.openxmlformats.org/officeDocument/2006/relationships/tags" Target="../tags/tag95.xml" /><ns0:Relationship Id="rId37" Type="http://schemas.openxmlformats.org/officeDocument/2006/relationships/image" Target="../media/image4.emf" /><ns0:Relationship Id="rId5" Type="http://schemas.openxmlformats.org/officeDocument/2006/relationships/tags" Target="../tags/tag68.xml" /><ns0:Relationship Id="rId15" Type="http://schemas.openxmlformats.org/officeDocument/2006/relationships/tags" Target="../tags/tag78.xml" /><ns0:Relationship Id="rId23" Type="http://schemas.openxmlformats.org/officeDocument/2006/relationships/tags" Target="../tags/tag86.xml" /><ns0:Relationship Id="rId28" Type="http://schemas.openxmlformats.org/officeDocument/2006/relationships/tags" Target="../tags/tag91.xml" /><ns0:Relationship Id="rId36" Type="http://schemas.openxmlformats.org/officeDocument/2006/relationships/oleObject" Target="../embeddings/oleObject5.bin" /><ns0:Relationship Id="rId10" Type="http://schemas.openxmlformats.org/officeDocument/2006/relationships/tags" Target="../tags/tag73.xml" /><ns0:Relationship Id="rId19" Type="http://schemas.openxmlformats.org/officeDocument/2006/relationships/tags" Target="../tags/tag82.xml" /><ns0:Relationship Id="rId31" Type="http://schemas.openxmlformats.org/officeDocument/2006/relationships/tags" Target="../tags/tag94.xml" /><ns0:Relationship Id="rId4" Type="http://schemas.openxmlformats.org/officeDocument/2006/relationships/tags" Target="../tags/tag67.xml" /><ns0:Relationship Id="rId9" Type="http://schemas.openxmlformats.org/officeDocument/2006/relationships/tags" Target="../tags/tag72.xml" /><ns0:Relationship Id="rId14" Type="http://schemas.openxmlformats.org/officeDocument/2006/relationships/tags" Target="../tags/tag77.xml" /><ns0:Relationship Id="rId22" Type="http://schemas.openxmlformats.org/officeDocument/2006/relationships/tags" Target="../tags/tag85.xml" /><ns0:Relationship Id="rId27" Type="http://schemas.openxmlformats.org/officeDocument/2006/relationships/tags" Target="../tags/tag90.xml" /><ns0:Relationship Id="rId30" Type="http://schemas.openxmlformats.org/officeDocument/2006/relationships/tags" Target="../tags/tag93.xml" /><ns0:Relationship Id="rId8" Type="http://schemas.openxmlformats.org/officeDocument/2006/relationships/tags" Target="../tags/tag71.xml" /><ns0:Relationship Id="rId3" Type="http://schemas.openxmlformats.org/officeDocument/2006/relationships/tags" Target="../tags/tag66.xml" /></ns0: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ns0:Relationships xmlns:ns0="http://schemas.openxmlformats.org/package/2006/relationships"><ns0:Relationship Id="rId8" Type="http://schemas.openxmlformats.org/officeDocument/2006/relationships/tags" Target="../tags/tag52.xml" /><ns0:Relationship Id="rId13" Type="http://schemas.openxmlformats.org/officeDocument/2006/relationships/tags" Target="../tags/tag53.xml" /><ns0:Relationship Id="rId18" Type="http://schemas.openxmlformats.org/officeDocument/2006/relationships/tags" Target="../tags/tag54.xml" /><ns0:Relationship Id="rId26" Type="http://schemas.openxmlformats.org/officeDocument/2006/relationships/chart" Target="../charts/chart4.xml" /><ns0:Relationship Id="rId3" Type="http://schemas.openxmlformats.org/officeDocument/2006/relationships/tags" Target="../tags/tag55.xml" /><ns0:Relationship Id="rId21" Type="http://schemas.openxmlformats.org/officeDocument/2006/relationships/tags" Target="../tags/tag56.xml" /><ns0:Relationship Id="rId7" Type="http://schemas.openxmlformats.org/officeDocument/2006/relationships/tags" Target="../tags/tag57.xml" /><ns0:Relationship Id="rId12" Type="http://schemas.openxmlformats.org/officeDocument/2006/relationships/tags" Target="../tags/tag58.xml" /><ns0:Relationship Id="rId17" Type="http://schemas.openxmlformats.org/officeDocument/2006/relationships/tags" Target="../tags/tag59.xml" /><ns0:Relationship Id="rId25" Type="http://schemas.openxmlformats.org/officeDocument/2006/relationships/image" Target="../media/image5.emf" /><ns0:Relationship Id="rId2" Type="http://schemas.openxmlformats.org/officeDocument/2006/relationships/tags" Target="../tags/tag60.xml" /><ns0:Relationship Id="rId16" Type="http://schemas.openxmlformats.org/officeDocument/2006/relationships/tags" Target="../tags/tag61.xml" /><ns0:Relationship Id="rId20" Type="http://schemas.openxmlformats.org/officeDocument/2006/relationships/tags" Target="../tags/tag62.xml" /><ns0:Relationship Id="rId1" Type="http://schemas.openxmlformats.org/officeDocument/2006/relationships/tags" Target="../tags/tag63.xml" /><ns0:Relationship Id="rId6" Type="http://schemas.openxmlformats.org/officeDocument/2006/relationships/tags" Target="../tags/tag97.xml" /><ns0:Relationship Id="rId11" Type="http://schemas.openxmlformats.org/officeDocument/2006/relationships/tags" Target="../tags/tag98.xml" /><ns0:Relationship Id="rId24" Type="http://schemas.openxmlformats.org/officeDocument/2006/relationships/oleObject" Target="../embeddings/oleObject2.bin" /><ns0:Relationship Id="rId5" Type="http://schemas.openxmlformats.org/officeDocument/2006/relationships/tags" Target="../tags/tag99.xml" /><ns0:Relationship Id="rId15" Type="http://schemas.openxmlformats.org/officeDocument/2006/relationships/tags" Target="../tags/tag100.xml" /><ns0:Relationship Id="rId10" Type="http://schemas.openxmlformats.org/officeDocument/2006/relationships/tags" Target="../tags/tag101.xml" /><ns0:Relationship Id="rId19" Type="http://schemas.openxmlformats.org/officeDocument/2006/relationships/tags" Target="../tags/tag102.xml" /><ns0:Relationship Id="rId4" Type="http://schemas.openxmlformats.org/officeDocument/2006/relationships/tags" Target="../tags/tag103.xml" /><ns0:Relationship Id="rId9" Type="http://schemas.openxmlformats.org/officeDocument/2006/relationships/tags" Target="../tags/tag104.xml" /><ns0:Relationship Id="rId14" Type="http://schemas.openxmlformats.org/officeDocument/2006/relationships/tags" Target="../tags/tag105.xml" /><ns0:Relationship Id="rId22" Type="http://schemas.openxmlformats.org/officeDocument/2006/relationships/slideLayout" Target="../slideLayouts/slideLayout7.xml" /></ns0:Relationships>
</file>

<file path=ppt/slides/_rels/slide16.xml.rels><?xml version='1.0' encoding='utf-8'?>
<ns0:Relationships xmlns:ns0="http://schemas.openxmlformats.org/package/2006/relationships"><ns0:Relationship Id="rId8" Type="http://schemas.openxmlformats.org/officeDocument/2006/relationships/tags" Target="../tags/tag288.xml" /><ns0:Relationship Id="rId13" Type="http://schemas.openxmlformats.org/officeDocument/2006/relationships/chart" Target="../charts/chart12.xml" /><ns0:Relationship Id="rId3" Type="http://schemas.openxmlformats.org/officeDocument/2006/relationships/tags" Target="../tags/tag283.xml" /><ns0:Relationship Id="rId7" Type="http://schemas.openxmlformats.org/officeDocument/2006/relationships/tags" Target="../tags/tag287.xml" /><ns0:Relationship Id="rId12" Type="http://schemas.openxmlformats.org/officeDocument/2006/relationships/image" Target="../media/image6.emf" /><ns0:Relationship Id="rId2" Type="http://schemas.openxmlformats.org/officeDocument/2006/relationships/tags" Target="../tags/tag282.xml" /><ns0:Relationship Id="rId1" Type="http://schemas.openxmlformats.org/officeDocument/2006/relationships/tags" Target="../tags/tag281.xml" /><ns0:Relationship Id="rId6" Type="http://schemas.openxmlformats.org/officeDocument/2006/relationships/tags" Target="../tags/tag286.xml" /><ns0:Relationship Id="rId11" Type="http://schemas.openxmlformats.org/officeDocument/2006/relationships/oleObject" Target="../embeddings/oleObject10.bin" /><ns0:Relationship Id="rId5" Type="http://schemas.openxmlformats.org/officeDocument/2006/relationships/tags" Target="../tags/tag285.xml" /><ns0:Relationship Id="rId4" Type="http://schemas.openxmlformats.org/officeDocument/2006/relationships/tags" Target="../tags/tag284.xml" /><ns0:Relationship Id="rId9" Type="http://schemas.openxmlformats.org/officeDocument/2006/relationships/slideLayout" Target="../slideLayouts/slideLayout7.xml" /></ns0:Relationships>
</file>

<file path=ppt/slides/_rels/slide17.xml.rels><?xml version='1.0' encoding='utf-8'?>
<ns0:Relationships xmlns:ns0="http://schemas.openxmlformats.org/package/2006/relationships"><ns0:Relationship Id="rId8" Type="http://schemas.openxmlformats.org/officeDocument/2006/relationships/tags" Target="../tags/tag106.xml" /><ns0:Relationship Id="rId13" Type="http://schemas.openxmlformats.org/officeDocument/2006/relationships/tags" Target="../tags/tag107.xml" /><ns0:Relationship Id="rId18" Type="http://schemas.openxmlformats.org/officeDocument/2006/relationships/tags" Target="../tags/tag108.xml" /><ns0:Relationship Id="rId26" Type="http://schemas.openxmlformats.org/officeDocument/2006/relationships/chart" Target="../charts/chart5.xml" /><ns0:Relationship Id="rId3" Type="http://schemas.openxmlformats.org/officeDocument/2006/relationships/tags" Target="../tags/tag109.xml" /><ns0:Relationship Id="rId21" Type="http://schemas.openxmlformats.org/officeDocument/2006/relationships/tags" Target="../tags/tag110.xml" /><ns0:Relationship Id="rId7" Type="http://schemas.openxmlformats.org/officeDocument/2006/relationships/tags" Target="../tags/tag111.xml" /><ns0:Relationship Id="rId12" Type="http://schemas.openxmlformats.org/officeDocument/2006/relationships/tags" Target="../tags/tag112.xml" /><ns0:Relationship Id="rId17" Type="http://schemas.openxmlformats.org/officeDocument/2006/relationships/tags" Target="../tags/tag113.xml" /><ns0:Relationship Id="rId25" Type="http://schemas.openxmlformats.org/officeDocument/2006/relationships/image" Target="../media/image7.emf" /><ns0:Relationship Id="rId2" Type="http://schemas.openxmlformats.org/officeDocument/2006/relationships/tags" Target="../tags/tag114.xml" /><ns0:Relationship Id="rId16" Type="http://schemas.openxmlformats.org/officeDocument/2006/relationships/tags" Target="../tags/tag115.xml" /><ns0:Relationship Id="rId20" Type="http://schemas.openxmlformats.org/officeDocument/2006/relationships/tags" Target="../tags/tag116.xml" /><ns0:Relationship Id="rId1" Type="http://schemas.openxmlformats.org/officeDocument/2006/relationships/tags" Target="../tags/tag117.xml" /><ns0:Relationship Id="rId6" Type="http://schemas.openxmlformats.org/officeDocument/2006/relationships/tags" Target="../tags/tag118.xml" /><ns0:Relationship Id="rId11" Type="http://schemas.openxmlformats.org/officeDocument/2006/relationships/tags" Target="../tags/tag119.xml" /><ns0:Relationship Id="rId24" Type="http://schemas.openxmlformats.org/officeDocument/2006/relationships/oleObject" Target="../embeddings/oleObject4.bin" /><ns0:Relationship Id="rId5" Type="http://schemas.openxmlformats.org/officeDocument/2006/relationships/tags" Target="../tags/tag120.xml" /><ns0:Relationship Id="rId15" Type="http://schemas.openxmlformats.org/officeDocument/2006/relationships/tags" Target="../tags/tag121.xml" /><ns0:Relationship Id="rId10" Type="http://schemas.openxmlformats.org/officeDocument/2006/relationships/tags" Target="../tags/tag122.xml" /><ns0:Relationship Id="rId19" Type="http://schemas.openxmlformats.org/officeDocument/2006/relationships/tags" Target="../tags/tag123.xml" /><ns0:Relationship Id="rId4" Type="http://schemas.openxmlformats.org/officeDocument/2006/relationships/tags" Target="../tags/tag124.xml" /><ns0:Relationship Id="rId9" Type="http://schemas.openxmlformats.org/officeDocument/2006/relationships/tags" Target="../tags/tag125.xml" /><ns0:Relationship Id="rId14" Type="http://schemas.openxmlformats.org/officeDocument/2006/relationships/tags" Target="../tags/tag126.xml" /><ns0:Relationship Id="rId22" Type="http://schemas.openxmlformats.org/officeDocument/2006/relationships/slideLayout" Target="../slideLayouts/slideLayout7.xml" /></ns0:Relationships>
</file>

<file path=ppt/slides/_rels/slide18.xml.rels><?xml version='1.0' encoding='utf-8'?>
<ns0:Relationships xmlns:ns0="http://schemas.openxmlformats.org/package/2006/relationships"><ns0:Relationship Id="rId13" Type="http://schemas.openxmlformats.org/officeDocument/2006/relationships/tags" Target="../tags/tag127.xml" /><ns0:Relationship Id="rId18" Type="http://schemas.openxmlformats.org/officeDocument/2006/relationships/tags" Target="../tags/tag128.xml" /><ns0:Relationship Id="rId26" Type="http://schemas.openxmlformats.org/officeDocument/2006/relationships/tags" Target="../tags/tag129.xml" /><ns0:Relationship Id="rId21" Type="http://schemas.openxmlformats.org/officeDocument/2006/relationships/tags" Target="../tags/tag130.xml" /><ns0:Relationship Id="rId34" Type="http://schemas.openxmlformats.org/officeDocument/2006/relationships/slideLayout" Target="../slideLayouts/slideLayout7.xml" /><ns0:Relationship Id="rId7" Type="http://schemas.openxmlformats.org/officeDocument/2006/relationships/tags" Target="../tags/tag131.xml" /><ns0:Relationship Id="rId12" Type="http://schemas.openxmlformats.org/officeDocument/2006/relationships/tags" Target="../tags/tag132.xml" /><ns0:Relationship Id="rId17" Type="http://schemas.openxmlformats.org/officeDocument/2006/relationships/tags" Target="../tags/tag133.xml" /><ns0:Relationship Id="rId25" Type="http://schemas.openxmlformats.org/officeDocument/2006/relationships/tags" Target="../tags/tag134.xml" /><ns0:Relationship Id="rId33" Type="http://schemas.openxmlformats.org/officeDocument/2006/relationships/tags" Target="../tags/tag135.xml" /><ns0:Relationship Id="rId38" Type="http://schemas.openxmlformats.org/officeDocument/2006/relationships/chart" Target="../charts/chart6.xml" /><ns0:Relationship Id="rId2" Type="http://schemas.openxmlformats.org/officeDocument/2006/relationships/tags" Target="../tags/tag136.xml" /><ns0:Relationship Id="rId16" Type="http://schemas.openxmlformats.org/officeDocument/2006/relationships/tags" Target="../tags/tag137.xml" /><ns0:Relationship Id="rId20" Type="http://schemas.openxmlformats.org/officeDocument/2006/relationships/tags" Target="../tags/tag138.xml" /><ns0:Relationship Id="rId29" Type="http://schemas.openxmlformats.org/officeDocument/2006/relationships/tags" Target="../tags/tag139.xml" /><ns0:Relationship Id="rId1" Type="http://schemas.openxmlformats.org/officeDocument/2006/relationships/tags" Target="../tags/tag140.xml" /><ns0:Relationship Id="rId6" Type="http://schemas.openxmlformats.org/officeDocument/2006/relationships/tags" Target="../tags/tag141.xml" /><ns0:Relationship Id="rId11" Type="http://schemas.openxmlformats.org/officeDocument/2006/relationships/tags" Target="../tags/tag142.xml" /><ns0:Relationship Id="rId24" Type="http://schemas.openxmlformats.org/officeDocument/2006/relationships/tags" Target="../tags/tag143.xml" /><ns0:Relationship Id="rId32" Type="http://schemas.openxmlformats.org/officeDocument/2006/relationships/tags" Target="../tags/tag144.xml" /><ns0:Relationship Id="rId37" Type="http://schemas.openxmlformats.org/officeDocument/2006/relationships/image" Target="../media/image8.emf" /><ns0:Relationship Id="rId5" Type="http://schemas.openxmlformats.org/officeDocument/2006/relationships/tags" Target="../tags/tag145.xml" /><ns0:Relationship Id="rId15" Type="http://schemas.openxmlformats.org/officeDocument/2006/relationships/tags" Target="../tags/tag146.xml" /><ns0:Relationship Id="rId23" Type="http://schemas.openxmlformats.org/officeDocument/2006/relationships/tags" Target="../tags/tag147.xml" /><ns0:Relationship Id="rId28" Type="http://schemas.openxmlformats.org/officeDocument/2006/relationships/tags" Target="../tags/tag148.xml" /><ns0:Relationship Id="rId36" Type="http://schemas.openxmlformats.org/officeDocument/2006/relationships/oleObject" Target="../embeddings/oleObject6.bin" /><ns0:Relationship Id="rId10" Type="http://schemas.openxmlformats.org/officeDocument/2006/relationships/tags" Target="../tags/tag149.xml" /><ns0:Relationship Id="rId19" Type="http://schemas.openxmlformats.org/officeDocument/2006/relationships/tags" Target="../tags/tag150.xml" /><ns0:Relationship Id="rId31" Type="http://schemas.openxmlformats.org/officeDocument/2006/relationships/tags" Target="../tags/tag151.xml" /><ns0:Relationship Id="rId4" Type="http://schemas.openxmlformats.org/officeDocument/2006/relationships/tags" Target="../tags/tag152.xml" /><ns0:Relationship Id="rId9" Type="http://schemas.openxmlformats.org/officeDocument/2006/relationships/tags" Target="../tags/tag153.xml" /><ns0:Relationship Id="rId14" Type="http://schemas.openxmlformats.org/officeDocument/2006/relationships/tags" Target="../tags/tag154.xml" /><ns0:Relationship Id="rId22" Type="http://schemas.openxmlformats.org/officeDocument/2006/relationships/tags" Target="../tags/tag155.xml" /><ns0:Relationship Id="rId27" Type="http://schemas.openxmlformats.org/officeDocument/2006/relationships/tags" Target="../tags/tag156.xml" /><ns0:Relationship Id="rId30" Type="http://schemas.openxmlformats.org/officeDocument/2006/relationships/tags" Target="../tags/tag157.xml" /><ns0:Relationship Id="rId8" Type="http://schemas.openxmlformats.org/officeDocument/2006/relationships/tags" Target="../tags/tag158.xml" /><ns0:Relationship Id="rId3" Type="http://schemas.openxmlformats.org/officeDocument/2006/relationships/tags" Target="../tags/tag159.xml" /></ns0:Relationships>
</file>

<file path=ppt/slides/_rels/slide19.xml.rels><?xml version='1.0' encoding='utf-8'?>
<ns0:Relationships xmlns:ns0="http://schemas.openxmlformats.org/package/2006/relationships"><ns0:Relationship Id="rId13" Type="http://schemas.openxmlformats.org/officeDocument/2006/relationships/tags" Target="../tags/tag160.xml" /><ns0:Relationship Id="rId18" Type="http://schemas.openxmlformats.org/officeDocument/2006/relationships/tags" Target="../tags/tag161.xml" /><ns0:Relationship Id="rId26" Type="http://schemas.openxmlformats.org/officeDocument/2006/relationships/tags" Target="../tags/tag162.xml" /><ns0:Relationship Id="rId21" Type="http://schemas.openxmlformats.org/officeDocument/2006/relationships/tags" Target="../tags/tag163.xml" /><ns0:Relationship Id="rId34" Type="http://schemas.openxmlformats.org/officeDocument/2006/relationships/slideLayout" Target="../slideLayouts/slideLayout7.xml" /><ns0:Relationship Id="rId7" Type="http://schemas.openxmlformats.org/officeDocument/2006/relationships/tags" Target="../tags/tag164.xml" /><ns0:Relationship Id="rId12" Type="http://schemas.openxmlformats.org/officeDocument/2006/relationships/tags" Target="../tags/tag165.xml" /><ns0:Relationship Id="rId17" Type="http://schemas.openxmlformats.org/officeDocument/2006/relationships/tags" Target="../tags/tag166.xml" /><ns0:Relationship Id="rId25" Type="http://schemas.openxmlformats.org/officeDocument/2006/relationships/tags" Target="../tags/tag167.xml" /><ns0:Relationship Id="rId33" Type="http://schemas.openxmlformats.org/officeDocument/2006/relationships/tags" Target="../tags/tag168.xml" /><ns0:Relationship Id="rId38" Type="http://schemas.openxmlformats.org/officeDocument/2006/relationships/chart" Target="../charts/chart7.xml" /><ns0:Relationship Id="rId2" Type="http://schemas.openxmlformats.org/officeDocument/2006/relationships/tags" Target="../tags/tag169.xml" /><ns0:Relationship Id="rId16" Type="http://schemas.openxmlformats.org/officeDocument/2006/relationships/tags" Target="../tags/tag170.xml" /><ns0:Relationship Id="rId20" Type="http://schemas.openxmlformats.org/officeDocument/2006/relationships/tags" Target="../tags/tag171.xml" /><ns0:Relationship Id="rId29" Type="http://schemas.openxmlformats.org/officeDocument/2006/relationships/tags" Target="../tags/tag172.xml" /><ns0:Relationship Id="rId1" Type="http://schemas.openxmlformats.org/officeDocument/2006/relationships/tags" Target="../tags/tag173.xml" /><ns0:Relationship Id="rId6" Type="http://schemas.openxmlformats.org/officeDocument/2006/relationships/tags" Target="../tags/tag174.xml" /><ns0:Relationship Id="rId11" Type="http://schemas.openxmlformats.org/officeDocument/2006/relationships/tags" Target="../tags/tag175.xml" /><ns0:Relationship Id="rId24" Type="http://schemas.openxmlformats.org/officeDocument/2006/relationships/tags" Target="../tags/tag176.xml" /><ns0:Relationship Id="rId32" Type="http://schemas.openxmlformats.org/officeDocument/2006/relationships/tags" Target="../tags/tag177.xml" /><ns0:Relationship Id="rId37" Type="http://schemas.openxmlformats.org/officeDocument/2006/relationships/image" Target="../media/image9.emf" /><ns0:Relationship Id="rId5" Type="http://schemas.openxmlformats.org/officeDocument/2006/relationships/tags" Target="../tags/tag178.xml" /><ns0:Relationship Id="rId15" Type="http://schemas.openxmlformats.org/officeDocument/2006/relationships/tags" Target="../tags/tag179.xml" /><ns0:Relationship Id="rId23" Type="http://schemas.openxmlformats.org/officeDocument/2006/relationships/tags" Target="../tags/tag180.xml" /><ns0:Relationship Id="rId28" Type="http://schemas.openxmlformats.org/officeDocument/2006/relationships/tags" Target="../tags/tag181.xml" /><ns0:Relationship Id="rId36" Type="http://schemas.openxmlformats.org/officeDocument/2006/relationships/oleObject" Target="../embeddings/oleObject7.bin" /><ns0:Relationship Id="rId10" Type="http://schemas.openxmlformats.org/officeDocument/2006/relationships/tags" Target="../tags/tag182.xml" /><ns0:Relationship Id="rId19" Type="http://schemas.openxmlformats.org/officeDocument/2006/relationships/tags" Target="../tags/tag183.xml" /><ns0:Relationship Id="rId31" Type="http://schemas.openxmlformats.org/officeDocument/2006/relationships/tags" Target="../tags/tag184.xml" /><ns0:Relationship Id="rId4" Type="http://schemas.openxmlformats.org/officeDocument/2006/relationships/tags" Target="../tags/tag185.xml" /><ns0:Relationship Id="rId9" Type="http://schemas.openxmlformats.org/officeDocument/2006/relationships/tags" Target="../tags/tag186.xml" /><ns0:Relationship Id="rId14" Type="http://schemas.openxmlformats.org/officeDocument/2006/relationships/tags" Target="../tags/tag187.xml" /><ns0:Relationship Id="rId22" Type="http://schemas.openxmlformats.org/officeDocument/2006/relationships/tags" Target="../tags/tag188.xml" /><ns0:Relationship Id="rId27" Type="http://schemas.openxmlformats.org/officeDocument/2006/relationships/tags" Target="../tags/tag189.xml" /><ns0:Relationship Id="rId30" Type="http://schemas.openxmlformats.org/officeDocument/2006/relationships/tags" Target="../tags/tag190.xml" /><ns0:Relationship Id="rId8" Type="http://schemas.openxmlformats.org/officeDocument/2006/relationships/tags" Target="../tags/tag191.xml" /><ns0:Relationship Id="rId3" Type="http://schemas.openxmlformats.org/officeDocument/2006/relationships/tags" Target="../tags/tag192.xml" /></ns0: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ns0:Relationships xmlns:ns0="http://schemas.openxmlformats.org/package/2006/relationships"><ns0:Relationship Id="rId13" Type="http://schemas.openxmlformats.org/officeDocument/2006/relationships/tags" Target="../tags/tag193.xml" /><ns0:Relationship Id="rId18" Type="http://schemas.openxmlformats.org/officeDocument/2006/relationships/tags" Target="../tags/tag194.xml" /><ns0:Relationship Id="rId26" Type="http://schemas.openxmlformats.org/officeDocument/2006/relationships/tags" Target="../tags/tag195.xml" /><ns0:Relationship Id="rId21" Type="http://schemas.openxmlformats.org/officeDocument/2006/relationships/tags" Target="../tags/tag196.xml" /><ns0:Relationship Id="rId34" Type="http://schemas.openxmlformats.org/officeDocument/2006/relationships/slideLayout" Target="../slideLayouts/slideLayout7.xml" /><ns0:Relationship Id="rId7" Type="http://schemas.openxmlformats.org/officeDocument/2006/relationships/tags" Target="../tags/tag197.xml" /><ns0:Relationship Id="rId12" Type="http://schemas.openxmlformats.org/officeDocument/2006/relationships/tags" Target="../tags/tag198.xml" /><ns0:Relationship Id="rId17" Type="http://schemas.openxmlformats.org/officeDocument/2006/relationships/tags" Target="../tags/tag199.xml" /><ns0:Relationship Id="rId25" Type="http://schemas.openxmlformats.org/officeDocument/2006/relationships/tags" Target="../tags/tag200.xml" /><ns0:Relationship Id="rId33" Type="http://schemas.openxmlformats.org/officeDocument/2006/relationships/tags" Target="../tags/tag201.xml" /><ns0:Relationship Id="rId38" Type="http://schemas.openxmlformats.org/officeDocument/2006/relationships/chart" Target="../charts/chart8.xml" /><ns0:Relationship Id="rId2" Type="http://schemas.openxmlformats.org/officeDocument/2006/relationships/tags" Target="../tags/tag202.xml" /><ns0:Relationship Id="rId16" Type="http://schemas.openxmlformats.org/officeDocument/2006/relationships/tags" Target="../tags/tag203.xml" /><ns0:Relationship Id="rId20" Type="http://schemas.openxmlformats.org/officeDocument/2006/relationships/tags" Target="../tags/tag204.xml" /><ns0:Relationship Id="rId29" Type="http://schemas.openxmlformats.org/officeDocument/2006/relationships/tags" Target="../tags/tag205.xml" /><ns0:Relationship Id="rId1" Type="http://schemas.openxmlformats.org/officeDocument/2006/relationships/tags" Target="../tags/tag206.xml" /><ns0:Relationship Id="rId6" Type="http://schemas.openxmlformats.org/officeDocument/2006/relationships/tags" Target="../tags/tag207.xml" /><ns0:Relationship Id="rId11" Type="http://schemas.openxmlformats.org/officeDocument/2006/relationships/tags" Target="../tags/tag208.xml" /><ns0:Relationship Id="rId24" Type="http://schemas.openxmlformats.org/officeDocument/2006/relationships/tags" Target="../tags/tag209.xml" /><ns0:Relationship Id="rId32" Type="http://schemas.openxmlformats.org/officeDocument/2006/relationships/tags" Target="../tags/tag210.xml" /><ns0:Relationship Id="rId37" Type="http://schemas.openxmlformats.org/officeDocument/2006/relationships/image" Target="../media/image10.emf" /><ns0:Relationship Id="rId5" Type="http://schemas.openxmlformats.org/officeDocument/2006/relationships/tags" Target="../tags/tag211.xml" /><ns0:Relationship Id="rId15" Type="http://schemas.openxmlformats.org/officeDocument/2006/relationships/tags" Target="../tags/tag212.xml" /><ns0:Relationship Id="rId23" Type="http://schemas.openxmlformats.org/officeDocument/2006/relationships/tags" Target="../tags/tag213.xml" /><ns0:Relationship Id="rId28" Type="http://schemas.openxmlformats.org/officeDocument/2006/relationships/tags" Target="../tags/tag214.xml" /><ns0:Relationship Id="rId36" Type="http://schemas.openxmlformats.org/officeDocument/2006/relationships/oleObject" Target="../embeddings/oleObject9.bin" /><ns0:Relationship Id="rId10" Type="http://schemas.openxmlformats.org/officeDocument/2006/relationships/tags" Target="../tags/tag215.xml" /><ns0:Relationship Id="rId19" Type="http://schemas.openxmlformats.org/officeDocument/2006/relationships/tags" Target="../tags/tag216.xml" /><ns0:Relationship Id="rId31" Type="http://schemas.openxmlformats.org/officeDocument/2006/relationships/tags" Target="../tags/tag217.xml" /><ns0:Relationship Id="rId4" Type="http://schemas.openxmlformats.org/officeDocument/2006/relationships/tags" Target="../tags/tag218.xml" /><ns0:Relationship Id="rId9" Type="http://schemas.openxmlformats.org/officeDocument/2006/relationships/tags" Target="../tags/tag219.xml" /><ns0:Relationship Id="rId14" Type="http://schemas.openxmlformats.org/officeDocument/2006/relationships/tags" Target="../tags/tag220.xml" /><ns0:Relationship Id="rId22" Type="http://schemas.openxmlformats.org/officeDocument/2006/relationships/tags" Target="../tags/tag221.xml" /><ns0:Relationship Id="rId27" Type="http://schemas.openxmlformats.org/officeDocument/2006/relationships/tags" Target="../tags/tag222.xml" /><ns0:Relationship Id="rId30" Type="http://schemas.openxmlformats.org/officeDocument/2006/relationships/tags" Target="../tags/tag223.xml" /><ns0:Relationship Id="rId8" Type="http://schemas.openxmlformats.org/officeDocument/2006/relationships/tags" Target="../tags/tag224.xml" /><ns0:Relationship Id="rId3" Type="http://schemas.openxmlformats.org/officeDocument/2006/relationships/tags" Target="../tags/tag225.xml" /></ns0:Relationships>
</file>

<file path=ppt/slides/_rels/slide22.xml.rels><?xml version='1.0' encoding='utf-8'?>
<ns0:Relationships xmlns:ns0="http://schemas.openxmlformats.org/package/2006/relationships"><ns0:Relationship Id="rId8" Type="http://schemas.openxmlformats.org/officeDocument/2006/relationships/tags" Target="../tags/tag226.xml" /><ns0:Relationship Id="rId13" Type="http://schemas.openxmlformats.org/officeDocument/2006/relationships/tags" Target="../tags/tag227.xml" /><ns0:Relationship Id="rId18" Type="http://schemas.openxmlformats.org/officeDocument/2006/relationships/tags" Target="../tags/tag228.xml" /><ns0:Relationship Id="rId26" Type="http://schemas.openxmlformats.org/officeDocument/2006/relationships/chart" Target="../charts/chart10.xml" /><ns0:Relationship Id="rId3" Type="http://schemas.openxmlformats.org/officeDocument/2006/relationships/tags" Target="../tags/tag229.xml" /><ns0:Relationship Id="rId21" Type="http://schemas.openxmlformats.org/officeDocument/2006/relationships/tags" Target="../tags/tag230.xml" /><ns0:Relationship Id="rId7" Type="http://schemas.openxmlformats.org/officeDocument/2006/relationships/tags" Target="../tags/tag231.xml" /><ns0:Relationship Id="rId12" Type="http://schemas.openxmlformats.org/officeDocument/2006/relationships/tags" Target="../tags/tag232.xml" /><ns0:Relationship Id="rId17" Type="http://schemas.openxmlformats.org/officeDocument/2006/relationships/tags" Target="../tags/tag233.xml" /><ns0:Relationship Id="rId25" Type="http://schemas.openxmlformats.org/officeDocument/2006/relationships/image" Target="../media/image11.emf" /><ns0:Relationship Id="rId2" Type="http://schemas.openxmlformats.org/officeDocument/2006/relationships/tags" Target="../tags/tag234.xml" /><ns0:Relationship Id="rId16" Type="http://schemas.openxmlformats.org/officeDocument/2006/relationships/tags" Target="../tags/tag235.xml" /><ns0:Relationship Id="rId20" Type="http://schemas.openxmlformats.org/officeDocument/2006/relationships/tags" Target="../tags/tag236.xml" /><ns0:Relationship Id="rId1" Type="http://schemas.openxmlformats.org/officeDocument/2006/relationships/tags" Target="../tags/tag237.xml" /><ns0:Relationship Id="rId6" Type="http://schemas.openxmlformats.org/officeDocument/2006/relationships/tags" Target="../tags/tag238.xml" /><ns0:Relationship Id="rId11" Type="http://schemas.openxmlformats.org/officeDocument/2006/relationships/tags" Target="../tags/tag239.xml" /><ns0:Relationship Id="rId24" Type="http://schemas.openxmlformats.org/officeDocument/2006/relationships/oleObject" Target="../embeddings/oleObject11.bin" /><ns0:Relationship Id="rId5" Type="http://schemas.openxmlformats.org/officeDocument/2006/relationships/tags" Target="../tags/tag240.xml" /><ns0:Relationship Id="rId15" Type="http://schemas.openxmlformats.org/officeDocument/2006/relationships/tags" Target="../tags/tag241.xml" /><ns0:Relationship Id="rId10" Type="http://schemas.openxmlformats.org/officeDocument/2006/relationships/tags" Target="../tags/tag263.xml" /><ns0:Relationship Id="rId19" Type="http://schemas.openxmlformats.org/officeDocument/2006/relationships/tags" Target="../tags/tag264.xml" /><ns0:Relationship Id="rId4" Type="http://schemas.openxmlformats.org/officeDocument/2006/relationships/tags" Target="../tags/tag265.xml" /><ns0:Relationship Id="rId9" Type="http://schemas.openxmlformats.org/officeDocument/2006/relationships/tags" Target="../tags/tag266.xml" /><ns0:Relationship Id="rId14" Type="http://schemas.openxmlformats.org/officeDocument/2006/relationships/tags" Target="../tags/tag267.xml" /><ns0:Relationship Id="rId22" Type="http://schemas.openxmlformats.org/officeDocument/2006/relationships/slideLayout" Target="../slideLayouts/slideLayout7.xml" /></ns0: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ns0:Relationships xmlns:ns0="http://schemas.openxmlformats.org/package/2006/relationships"><ns0:Relationship Id="rId13" Type="http://schemas.openxmlformats.org/officeDocument/2006/relationships/tags" Target="../tags/tag268.xml" /><ns0:Relationship Id="rId18" Type="http://schemas.openxmlformats.org/officeDocument/2006/relationships/tags" Target="../tags/tag269.xml" /><ns0:Relationship Id="rId26" Type="http://schemas.openxmlformats.org/officeDocument/2006/relationships/tags" Target="../tags/tag270.xml" /><ns0:Relationship Id="rId21" Type="http://schemas.openxmlformats.org/officeDocument/2006/relationships/tags" Target="../tags/tag271.xml" /><ns0:Relationship Id="rId34" Type="http://schemas.openxmlformats.org/officeDocument/2006/relationships/slideLayout" Target="../slideLayouts/slideLayout7.xml" /><ns0:Relationship Id="rId7" Type="http://schemas.openxmlformats.org/officeDocument/2006/relationships/tags" Target="../tags/tag272.xml" /><ns0:Relationship Id="rId12" Type="http://schemas.openxmlformats.org/officeDocument/2006/relationships/tags" Target="../tags/tag273.xml" /><ns0:Relationship Id="rId17" Type="http://schemas.openxmlformats.org/officeDocument/2006/relationships/tags" Target="../tags/tag274.xml" /><ns0:Relationship Id="rId25" Type="http://schemas.openxmlformats.org/officeDocument/2006/relationships/tags" Target="../tags/tag275.xml" /><ns0:Relationship Id="rId33" Type="http://schemas.openxmlformats.org/officeDocument/2006/relationships/tags" Target="../tags/tag276.xml" /><ns0:Relationship Id="rId38" Type="http://schemas.openxmlformats.org/officeDocument/2006/relationships/chart" Target="../charts/chart11.xml" /><ns0:Relationship Id="rId2" Type="http://schemas.openxmlformats.org/officeDocument/2006/relationships/tags" Target="../tags/tag277.xml" /><ns0:Relationship Id="rId16" Type="http://schemas.openxmlformats.org/officeDocument/2006/relationships/tags" Target="../tags/tag278.xml" /><ns0:Relationship Id="rId20" Type="http://schemas.openxmlformats.org/officeDocument/2006/relationships/tags" Target="../tags/tag279.xml" /><ns0:Relationship Id="rId29" Type="http://schemas.openxmlformats.org/officeDocument/2006/relationships/tags" Target="../tags/tag280.xml" /><ns0:Relationship Id="rId1" Type="http://schemas.openxmlformats.org/officeDocument/2006/relationships/tags" Target="../tags/tag289.xml" /><ns0:Relationship Id="rId6" Type="http://schemas.openxmlformats.org/officeDocument/2006/relationships/tags" Target="../tags/tag290.xml" /><ns0:Relationship Id="rId11" Type="http://schemas.openxmlformats.org/officeDocument/2006/relationships/tags" Target="../tags/tag291.xml" /><ns0:Relationship Id="rId24" Type="http://schemas.openxmlformats.org/officeDocument/2006/relationships/tags" Target="../tags/tag292.xml" /><ns0:Relationship Id="rId32" Type="http://schemas.openxmlformats.org/officeDocument/2006/relationships/tags" Target="../tags/tag293.xml" /><ns0:Relationship Id="rId37" Type="http://schemas.openxmlformats.org/officeDocument/2006/relationships/image" Target="../media/image12.emf" /><ns0:Relationship Id="rId5" Type="http://schemas.openxmlformats.org/officeDocument/2006/relationships/tags" Target="../tags/tag294.xml" /><ns0:Relationship Id="rId15" Type="http://schemas.openxmlformats.org/officeDocument/2006/relationships/tags" Target="../tags/tag295.xml" /><ns0:Relationship Id="rId23" Type="http://schemas.openxmlformats.org/officeDocument/2006/relationships/tags" Target="../tags/tag296.xml" /><ns0:Relationship Id="rId28" Type="http://schemas.openxmlformats.org/officeDocument/2006/relationships/tags" Target="../tags/tag297.xml" /><ns0:Relationship Id="rId36" Type="http://schemas.openxmlformats.org/officeDocument/2006/relationships/oleObject" Target="../embeddings/oleObject12.bin" /><ns0:Relationship Id="rId10" Type="http://schemas.openxmlformats.org/officeDocument/2006/relationships/tags" Target="../tags/tag298.xml" /><ns0:Relationship Id="rId19" Type="http://schemas.openxmlformats.org/officeDocument/2006/relationships/tags" Target="../tags/tag299.xml" /><ns0:Relationship Id="rId31" Type="http://schemas.openxmlformats.org/officeDocument/2006/relationships/tags" Target="../tags/tag300.xml" /><ns0:Relationship Id="rId4" Type="http://schemas.openxmlformats.org/officeDocument/2006/relationships/tags" Target="../tags/tag301.xml" /><ns0:Relationship Id="rId9" Type="http://schemas.openxmlformats.org/officeDocument/2006/relationships/tags" Target="../tags/tag302.xml" /><ns0:Relationship Id="rId14" Type="http://schemas.openxmlformats.org/officeDocument/2006/relationships/tags" Target="../tags/tag303.xml" /><ns0:Relationship Id="rId22" Type="http://schemas.openxmlformats.org/officeDocument/2006/relationships/tags" Target="../tags/tag304.xml" /><ns0:Relationship Id="rId27" Type="http://schemas.openxmlformats.org/officeDocument/2006/relationships/tags" Target="../tags/tag305.xml" /><ns0:Relationship Id="rId30" Type="http://schemas.openxmlformats.org/officeDocument/2006/relationships/tags" Target="../tags/tag306.xml" /><ns0:Relationship Id="rId8" Type="http://schemas.openxmlformats.org/officeDocument/2006/relationships/tags" Target="../tags/tag307.xml" /><ns0:Relationship Id="rId3" Type="http://schemas.openxmlformats.org/officeDocument/2006/relationships/tags" Target="../tags/tag308.xml" /></ns0: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r>
              <a:t>{period} LAND review · {scope_label}</a:t>
            </a:r>
          </a:p>
        </p:txBody>
      </p:sp>
      <p:sp>
        <p:nvSpPr>
          <p:cNvPr id="3" name="Text Placeholder 2"/>
          <p:cNvSpPr>
            <a:spLocks noGrp="1"/>
          </p:cNvSpPr>
          <p:nvPr>
            <p:ph type="body" idx="22" sz="quarter"/>
          </p:nvPr>
        </p:nvSpPr>
        <p:spPr/>
        <p:txBody>
          <a:bodyPr/>
          <a:lstStyle/>
          <a:p/>
        </p:txBody>
      </p:sp>
      <p:sp>
        <p:nvSpPr>
          <p:cNvPr id="4" name="Text Placeholder 3"/>
          <p:cNvSpPr>
            <a:spLocks noGrp="1"/>
          </p:cNvSpPr>
          <p:nvPr>
            <p:ph type="body" idx="24" sz="quarter"/>
          </p:nvPr>
        </p:nvSpPr>
        <p:spPr/>
        <p:txBody>
          <a:bodyPr/>
          <a:lstStyle/>
          <a:p>
            <a:r>
              <a:t>{director_name}</a:t>
            </a:r>
          </a:p>
        </p:txBody>
      </p:sp>
      <p:sp>
        <p:nvSpPr>
          <p:cNvPr id="5" name="tcfield_S01_DirectorName"/>
          <p:cNvSpPr txBox="1"/>
          <p:nvPr/>
        </p:nvSpPr>
        <p:spPr>
          <a:xfrm>
            <a:off x="650000" y="1000000"/>
            <a:ext cx="8000000" cy="430000"/>
          </a:xfrm>
          <a:prstGeom prst="rect">
            <a:avLst/>
          </a:prstGeom>
          <a:noFill/>
          <a:ln>
            <a:noFill/>
          </a:ln>
        </p:spPr>
        <p:txBody>
          <a:bodyPr wrap="square" rtlCol="0">
            <a:spAutoFit/>
          </a:bodyPr>
          <a:lstStyle/>
          <a:p>
            <a:fld id="{c8a879f7-b633-4f8b-ae81-c1f18ca3da6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DirectorName&lt;/m_strName&gt;&lt;/PersistentType&gt;&lt;/root&gt;">
              <a:rPr lang="en-US" sz="1800"/>
              <a:t>&lt;S01_DirectorName&gt;</a:t>
            </a:fld>
            <a:endParaRPr lang="en-US" sz="1800"/>
          </a:p>
        </p:txBody>
      </p:sp>
      <p:sp>
        <p:nvSpPr>
          <p:cNvPr id="6" name="tcfield_S01_Period"/>
          <p:cNvSpPr txBox="1"/>
          <p:nvPr/>
        </p:nvSpPr>
        <p:spPr>
          <a:xfrm>
            <a:off x="650000" y="1520000"/>
            <a:ext cx="8000000" cy="430000"/>
          </a:xfrm>
          <a:prstGeom prst="rect">
            <a:avLst/>
          </a:prstGeom>
          <a:noFill/>
          <a:ln>
            <a:noFill/>
          </a:ln>
        </p:spPr>
        <p:txBody>
          <a:bodyPr wrap="square" rtlCol="0">
            <a:spAutoFit/>
          </a:bodyPr>
          <a:lstStyle/>
          <a:p>
            <a:fld id="{b6548ac6-3652-4206-a69c-a0dbfae9b416}"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Period&lt;/m_strName&gt;&lt;/PersistentType&gt;&lt;/root&gt;">
              <a:rPr lang="en-US" sz="1800"/>
              <a:t>&lt;S01_Period&gt;</a:t>
            </a:fld>
            <a:endParaRPr lang="en-US" sz="1800"/>
          </a:p>
        </p:txBody>
      </p:sp>
      <p:sp>
        <p:nvSpPr>
          <p:cNvPr id="7" name="tcfield_S01_ScopeLabel"/>
          <p:cNvSpPr txBox="1"/>
          <p:nvPr/>
        </p:nvSpPr>
        <p:spPr>
          <a:xfrm>
            <a:off x="650000" y="2040000"/>
            <a:ext cx="8000000" cy="430000"/>
          </a:xfrm>
          <a:prstGeom prst="rect">
            <a:avLst/>
          </a:prstGeom>
          <a:noFill/>
          <a:ln>
            <a:noFill/>
          </a:ln>
        </p:spPr>
        <p:txBody>
          <a:bodyPr wrap="square" rtlCol="0">
            <a:spAutoFit/>
          </a:bodyPr>
          <a:lstStyle/>
          <a:p>
            <a:fld id="{c870027c-8330-4516-be9a-f2e5db50ed1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ScopeLabel&lt;/m_strName&gt;&lt;/PersistentType&gt;&lt;/root&gt;">
              <a:rPr lang="en-US" sz="1800"/>
              <a:t>&lt;S01_ScopeLabel&gt;</a:t>
            </a:fld>
            <a:endParaRPr lang="en-US"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Highlights and risks — {period}</a:t>
            </a:r>
          </a:p>
        </p:txBody>
      </p:sp>
      <p:sp>
        <p:nvSpPr>
          <p:cNvPr id="4" name="Content Placeholder 3"/>
          <p:cNvSpPr>
            <a:spLocks noGrp="1"/>
          </p:cNvSpPr>
          <p:nvPr>
            <p:ph idx="55" sz="quarter"/>
          </p:nvPr>
        </p:nvSpPr>
        <p:spPr/>
        <p:txBody>
          <a:bodyPr/>
          <a:lstStyle/>
          <a:p/>
        </p:txBody>
      </p:sp>
      <p:sp>
        <p:nvSpPr>
          <p:cNvPr id="5" name="Text Placeholder 4"/>
          <p:cNvSpPr>
            <a:spLocks noGrp="1"/>
          </p:cNvSpPr>
          <p:nvPr>
            <p:ph type="body" idx="56" sz="quarter"/>
          </p:nvPr>
        </p:nvSpPr>
        <p:spPr/>
        <p:txBody>
          <a:bodyPr/>
          <a:lstStyle/>
          <a:p/>
        </p:txBody>
      </p:sp>
      <p:sp>
        <p:nvSpPr>
          <p:cNvPr id="6" name="Text Placeholder 5"/>
          <p:cNvSpPr>
            <a:spLocks noGrp="1"/>
          </p:cNvSpPr>
          <p:nvPr>
            <p:ph type="body" idx="61" sz="quarter"/>
          </p:nvPr>
        </p:nvSpPr>
        <p:spPr/>
        <p:txBody>
          <a:bodyPr/>
          <a:lstStyle/>
          <a:p/>
        </p:txBody>
      </p:sp>
      <p:sp>
        <p:nvSpPr>
          <p:cNvPr id="7" name="Text Placeholder 6"/>
          <p:cNvSpPr>
            <a:spLocks noGrp="1"/>
          </p:cNvSpPr>
          <p:nvPr>
            <p:ph type="body" idx="62" sz="quarter"/>
          </p:nvPr>
        </p:nvSpPr>
        <p:spPr/>
        <p:txBody>
          <a:bodyPr/>
          <a:lstStyle/>
          <a:p/>
        </p:txBody>
      </p:sp>
      <p:sp>
        <p:nvSpPr>
          <p:cNvPr id="8" name="Text Placeholder 7"/>
          <p:cNvSpPr>
            <a:spLocks noGrp="1"/>
          </p:cNvSpPr>
          <p:nvPr>
            <p:ph type="body" idx="144" sz="quarter"/>
          </p:nvPr>
        </p:nvSpPr>
        <p:spPr/>
        <p:txBody>
          <a:bodyPr/>
          <a:lstStyle/>
          <a:p>
            <a:r>
              <a:t>Exec summary</a:t>
            </a:r>
          </a:p>
        </p:txBody>
      </p:sp>
      <p:sp>
        <p:nvSpPr>
          <p:cNvPr id="9" name="Text Placeholder 8"/>
          <p:cNvSpPr>
            <a:spLocks noGrp="1"/>
          </p:cNvSpPr>
          <p:nvPr>
            <p:ph type="body" idx="145" sz="quarter"/>
          </p:nvPr>
        </p:nvSpPr>
        <p:spPr/>
        <p:txBody>
          <a:bodyPr/>
          <a:lstStyle/>
          <a:p/>
        </p:txBody>
      </p:sp>
      <p:sp>
        <p:nvSpPr>
          <p:cNvPr id="10" name="Rectangle 9"/>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[Exec summary — manual paste for Phase 1]</a:t>
            </a:r>
          </a:p>
          <a:p>
            <a:r>
              <a:rPr sz="1100" b="0">
                <a:solidFill>
                  <a:srgbClr val="1A1D31"/>
                </a:solidFill>
                <a:latin typeface="Arial"/>
              </a:rPr>
              <a:t>Source: state/&lt;period&gt;/&lt;director&gt;/trends.json</a:t>
            </a:r>
          </a:p>
          <a:p>
            <a:r>
              <a:rPr sz="1100" b="0">
                <a:solidFill>
                  <a:srgbClr val="1A1D31"/>
                </a:solidFill>
                <a:latin typeface="Arial"/>
              </a:rPr>
              <a:t>  highlights[] (each: claim + rule_id)</a:t>
            </a:r>
          </a:p>
          <a:p>
            <a:r>
              <a:rPr sz="1100" b="0">
                <a:solidFill>
                  <a:srgbClr val="1A1D31"/>
                </a:solidFill>
                <a:latin typeface="Arial"/>
              </a:rPr>
              <a:t>  risks[]      (each: claim + rule_id)</a:t>
            </a:r>
          </a:p>
          <a:p>
            <a:r>
              <a:rPr sz="1100" b="0">
                <a:solidFill>
                  <a:srgbClr val="1A1D31"/>
                </a:solidFill>
                <a:latin typeface="Arial"/>
              </a:rPr>
              <a:t>Phase 1: copy/paste from state/&lt;period&gt;/&lt;director&gt;/brief.md</a:t>
            </a:r>
          </a:p>
          <a:p>
            <a:r>
              <a:rPr sz="1100" b="0">
                <a:solidFill>
                  <a:srgbClr val="1A1D31"/>
                </a:solidFill>
                <a:latin typeface="Arial"/>
              </a:rPr>
              <a:t>  '## Highlights' bullets into the LEFT content column</a:t>
            </a:r>
          </a:p>
          <a:p>
            <a:r>
              <a:rPr sz="1100" b="0">
                <a:solidFill>
                  <a:srgbClr val="1A1D31"/>
                </a:solidFill>
                <a:latin typeface="Arial"/>
              </a:rPr>
              <a:t>  '## Risks' bullets into the RIGHT content column.</a:t>
            </a:r>
          </a:p>
          <a:p>
            <a:r>
              <a:rPr sz="1100" b="0">
                <a:solidFill>
                  <a:srgbClr val="1A1D31"/>
                </a:solidFill>
                <a:latin typeface="Arial"/>
              </a:rPr>
              <a:t>Phase 2: build a HighlightsSummary sheet in model.xlsx that</a:t>
            </a:r>
          </a:p>
          <a:p>
            <a:r>
              <a:rPr sz="1100" b="0">
                <a:solidFill>
                  <a:srgbClr val="1A1D31"/>
                </a:solidFill>
                <a:latin typeface="Arial"/>
              </a:rPr>
              <a:t>materializes the envelope arrays into bindable cells, then</a:t>
            </a:r>
          </a:p>
          <a:p>
            <a:r>
              <a:rPr sz="1100" b="0">
                <a:solidFill>
                  <a:srgbClr val="1A1D31"/>
                </a:solidFill>
                <a:latin typeface="Arial"/>
              </a:rPr>
              <a:t>wire two think-cell 'Text Linked to Excel' bindings here</a:t>
            </a:r>
          </a:p>
          <a:p>
            <a:r>
              <a:rPr sz="1100" b="0">
                <a:solidFill>
                  <a:srgbClr val="1A1D31"/>
                </a:solidFill>
                <a:latin typeface="Arial"/>
              </a:rPr>
              <a:t>(one per column) pointing at HighlightsSummary!A:A and</a:t>
            </a:r>
          </a:p>
          <a:p>
            <a:r>
              <a:rPr sz="1100" b="0">
                <a:solidFill>
                  <a:srgbClr val="1A1D31"/>
                </a:solidFill>
                <a:latin typeface="Arial"/>
              </a:rPr>
              <a:t>HighlightsSummary!B:B.</a:t>
            </a:r>
          </a:p>
        </p:txBody>
      </p:sp>
      <p:sp>
        <p:nvSpPr>
          <p:cNvPr id="11" name="tcfield_S02_ExecSummaryLeft"/>
          <p:cNvSpPr txBox="1"/>
          <p:nvPr/>
        </p:nvSpPr>
        <p:spPr>
          <a:xfrm>
            <a:off x="650000" y="1350000"/>
            <a:ext cx="4200000" cy="2300000"/>
          </a:xfrm>
          <a:prstGeom prst="rect">
            <a:avLst/>
          </a:prstGeom>
          <a:noFill/>
          <a:ln>
            <a:noFill/>
          </a:ln>
        </p:spPr>
        <p:txBody>
          <a:bodyPr wrap="square" rtlCol="0">
            <a:spAutoFit/>
          </a:bodyPr>
          <a:lstStyle/>
          <a:p>
            <a:fld id="{5856df76-8071-4d39-a6f8-2f60c7fec31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2_ExecSummaryLeft&lt;/m_strName&gt;&lt;/PersistentType&gt;&lt;/root&gt;">
              <a:rPr lang="en-US" sz="1400"/>
              <a:t>&lt;S02_ExecSummaryLeft&gt;</a:t>
            </a:fld>
            <a:endParaRPr lang="en-US" sz="1400"/>
          </a:p>
        </p:txBody>
      </p:sp>
      <p:sp>
        <p:nvSpPr>
          <p:cNvPr id="12" name="tcfield_S02_ExecSummaryRight"/>
          <p:cNvSpPr txBox="1"/>
          <p:nvPr/>
        </p:nvSpPr>
        <p:spPr>
          <a:xfrm>
            <a:off x="5250000" y="1350000"/>
            <a:ext cx="4200000" cy="2300000"/>
          </a:xfrm>
          <a:prstGeom prst="rect">
            <a:avLst/>
          </a:prstGeom>
          <a:noFill/>
          <a:ln>
            <a:noFill/>
          </a:ln>
        </p:spPr>
        <p:txBody>
          <a:bodyPr wrap="square" rtlCol="0">
            <a:spAutoFit/>
          </a:bodyPr>
          <a:lstStyle/>
          <a:p>
            <a:fld id="{bcde8dbf-e6af-4047-a31c-0ad83db7c8b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2_ExecSummaryRight&lt;/m_strName&gt;&lt;/PersistentType&gt;&lt;/root&gt;">
              <a:rPr lang="en-US" sz="1400"/>
              <a:t>&lt;S02_ExecSummaryRight&gt;</a:t>
            </a:fld>
            <a:endParaRPr lang="en-US"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Pipeline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C9FF831-1F24-130B-ABA6-61BF709382CC}"/>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9B468AF-DEDA-9B09-4D65-7CB0F7D430B7}"/>
              </a:ext>
            </a:extLst>
          </p:cNvPr>
          <p:cNvGraphicFramePr>
            <a:graphicFrameLocks/>
          </p:cNvGraphicFramePr>
          <p:nvPr>
            <p:custDataLst>
              <p:tags r:id="rId1"/>
            </p:custDataLst>
            <p:extLst>
              <p:ext uri="{D42A27DB-BD31-4B8C-83A1-F6EECF244321}">
                <p14:modId xmlns:p14="http://schemas.microsoft.com/office/powerpoint/2010/main" val="1028081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349" imgH="350" progId="TCLayout.ActiveDocument.1">
                  <p:embed/>
                </p:oleObj>
              </mc:Choice>
              <mc:Fallback>
                <p:oleObj name="think-cell Slide" r:id="rId32" imgW="349" imgH="350" progId="TCLayout.ActiveDocument.1">
                  <p:embed/>
                  <p:pic>
                    <p:nvPicPr>
                      <p:cNvPr id="10" name="think-cell data - do not delete" hidden="1">
                        <a:extLst>
                          <a:ext uri="{FF2B5EF4-FFF2-40B4-BE49-F238E27FC236}">
                            <a16:creationId xmlns:a16="http://schemas.microsoft.com/office/drawing/2014/main" id="{F9B468AF-DEDA-9B09-4D65-7CB0F7D430B7}"/>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2CC06159-4BF2-5333-C99F-B621E9273E12}"/>
              </a:ext>
            </a:extLst>
          </p:cNvPr>
          <p:cNvSpPr>
            <a:spLocks noGrp="1"/>
          </p:cNvSpPr>
          <p:nvPr>
            <p:ph type="title"/>
          </p:nvPr>
        </p:nvSpPr>
        <p:spPr/>
        <p:txBody>
          <a:bodyPr vert="horz"/>
          <a:lstStyle/>
          <a:p>
            <a:r>
              <a:rPr lang="en-US" spc="-30" dirty="0"/>
              <a:t>Contribution to change: Build-down w</a:t>
            </a:r>
            <a:r>
              <a:rPr lang="en-US" altLang="en-US" spc="-30" dirty="0"/>
              <a:t>aterfall</a:t>
            </a:r>
            <a:endParaRPr lang="en-US" dirty="0"/>
          </a:p>
        </p:txBody>
      </p:sp>
      <p:cxnSp>
        <p:nvCxnSpPr>
          <p:cNvPr id="99" name="Straight Connector 98">
            <a:extLst>
              <a:ext uri="{FF2B5EF4-FFF2-40B4-BE49-F238E27FC236}">
                <a16:creationId xmlns:a16="http://schemas.microsoft.com/office/drawing/2014/main" id="{AB1CA902-74C5-611C-FDFD-6EB84EC4B733}"/>
              </a:ext>
            </a:extLst>
          </p:cNvPr>
          <p:cNvCxnSpPr>
            <a:cxnSpLocks/>
          </p:cNvCxnSpPr>
          <p:nvPr>
            <p:custDataLst>
              <p:tags r:id="rId2"/>
            </p:custDataLst>
          </p:nvPr>
        </p:nvCxnSpPr>
        <p:spPr bwMode="auto">
          <a:xfrm>
            <a:off x="1733549" y="2381250"/>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42A85082-B7AE-0A16-A7FF-C85DBEF62D01}"/>
              </a:ext>
            </a:extLst>
          </p:cNvPr>
          <p:cNvCxnSpPr/>
          <p:nvPr>
            <p:custDataLst>
              <p:tags r:id="rId3"/>
            </p:custDataLst>
          </p:nvPr>
        </p:nvCxnSpPr>
        <p:spPr bwMode="auto">
          <a:xfrm>
            <a:off x="2962275" y="2846388"/>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C658EDFF-CEED-AFA0-44E1-39FD326AE4A5}"/>
              </a:ext>
            </a:extLst>
          </p:cNvPr>
          <p:cNvCxnSpPr/>
          <p:nvPr>
            <p:custDataLst>
              <p:tags r:id="rId4"/>
            </p:custDataLst>
          </p:nvPr>
        </p:nvCxnSpPr>
        <p:spPr bwMode="auto">
          <a:xfrm>
            <a:off x="4192587" y="3324225"/>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BFF9269F-F6D6-CB61-FFB8-5CF09C7A301B}"/>
              </a:ext>
            </a:extLst>
          </p:cNvPr>
          <p:cNvCxnSpPr/>
          <p:nvPr>
            <p:custDataLst>
              <p:tags r:id="rId5"/>
            </p:custDataLst>
          </p:nvPr>
        </p:nvCxnSpPr>
        <p:spPr bwMode="auto">
          <a:xfrm>
            <a:off x="5422900" y="3609975"/>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4" name="Straight Connector 143">
            <a:extLst>
              <a:ext uri="{FF2B5EF4-FFF2-40B4-BE49-F238E27FC236}">
                <a16:creationId xmlns:a16="http://schemas.microsoft.com/office/drawing/2014/main" id="{A6DF5985-4630-FB17-2323-3CEDF30565FA}"/>
              </a:ext>
            </a:extLst>
          </p:cNvPr>
          <p:cNvCxnSpPr>
            <a:cxnSpLocks/>
          </p:cNvCxnSpPr>
          <p:nvPr>
            <p:custDataLst>
              <p:tags r:id="rId6"/>
            </p:custDataLst>
          </p:nvPr>
        </p:nvCxnSpPr>
        <p:spPr bwMode="auto">
          <a:xfrm>
            <a:off x="6651626" y="3641725"/>
            <a:ext cx="222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ABB38B69-6CA2-94FF-AACE-7C76EADAB0AA}"/>
              </a:ext>
            </a:extLst>
          </p:cNvPr>
          <p:cNvCxnSpPr/>
          <p:nvPr>
            <p:custDataLst>
              <p:tags r:id="rId7"/>
            </p:custDataLst>
          </p:nvPr>
        </p:nvCxnSpPr>
        <p:spPr bwMode="auto">
          <a:xfrm>
            <a:off x="6970713" y="3641725"/>
            <a:ext cx="227012"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3" name="Chart 22">
            <a:extLst>
              <a:ext uri="{FF2B5EF4-FFF2-40B4-BE49-F238E27FC236}">
                <a16:creationId xmlns:a16="http://schemas.microsoft.com/office/drawing/2014/main" id="{B974DC09-7D53-C17F-8901-78C1476C2F56}"/>
              </a:ext>
            </a:extLst>
          </p:cNvPr>
          <p:cNvGraphicFramePr/>
          <p:nvPr>
            <p:custDataLst>
              <p:tags r:id="rId8"/>
            </p:custDataLst>
            <p:extLst>
              <p:ext uri="{D42A27DB-BD31-4B8C-83A1-F6EECF244321}">
                <p14:modId xmlns:p14="http://schemas.microsoft.com/office/powerpoint/2010/main" val="1331882988"/>
              </p:ext>
            </p:extLst>
          </p:nvPr>
        </p:nvGraphicFramePr>
        <p:xfrm>
          <a:off x="279400" y="2074863"/>
          <a:ext cx="7958138" cy="3344862"/>
        </p:xfrm>
        <a:graphic>
          <a:graphicData uri="http://schemas.openxmlformats.org/drawingml/2006/chart">
            <c:chart xmlns:c="http://schemas.openxmlformats.org/drawingml/2006/chart" xmlns:r="http://schemas.openxmlformats.org/officeDocument/2006/relationships" r:id="rId34"/>
          </a:graphicData>
        </a:graphic>
      </p:graphicFrame>
      <p:cxnSp>
        <p:nvCxnSpPr>
          <p:cNvPr id="27" name="Straight Connector 26">
            <a:extLst>
              <a:ext uri="{FF2B5EF4-FFF2-40B4-BE49-F238E27FC236}">
                <a16:creationId xmlns:a16="http://schemas.microsoft.com/office/drawing/2014/main" id="{4A7BD513-E863-92C7-A3D1-CED4362BB4E4}"/>
              </a:ext>
            </a:extLst>
          </p:cNvPr>
          <p:cNvCxnSpPr>
            <a:cxnSpLocks/>
          </p:cNvCxnSpPr>
          <p:nvPr>
            <p:custDataLst>
              <p:tags r:id="rId9"/>
            </p:custDataLst>
          </p:nvPr>
        </p:nvCxnSpPr>
        <p:spPr bwMode="auto">
          <a:xfrm flipH="1">
            <a:off x="6575425" y="3529013"/>
            <a:ext cx="98425" cy="8731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EB9AB67A-A550-9F76-BF0F-AC0E355B4E70}"/>
              </a:ext>
            </a:extLst>
          </p:cNvPr>
          <p:cNvCxnSpPr>
            <a:cxnSpLocks/>
          </p:cNvCxnSpPr>
          <p:nvPr>
            <p:custDataLst>
              <p:tags r:id="rId10"/>
            </p:custDataLst>
          </p:nvPr>
        </p:nvCxnSpPr>
        <p:spPr bwMode="auto">
          <a:xfrm flipH="1" flipV="1">
            <a:off x="6575425" y="3632200"/>
            <a:ext cx="98425" cy="8890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8" name="Rectangle 140">
            <a:extLst>
              <a:ext uri="{FF2B5EF4-FFF2-40B4-BE49-F238E27FC236}">
                <a16:creationId xmlns:a16="http://schemas.microsoft.com/office/drawing/2014/main" id="{3CCB1E30-A955-3F6B-4E52-937A5E49640B}"/>
              </a:ext>
            </a:extLst>
          </p:cNvPr>
          <p:cNvSpPr>
            <a:spLocks/>
          </p:cNvSpPr>
          <p:nvPr>
            <p:custDataLst>
              <p:tags r:id="rId11"/>
            </p:custDataLst>
          </p:nvPr>
        </p:nvSpPr>
        <p:spPr bwMode="auto">
          <a:xfrm>
            <a:off x="403225" y="1919288"/>
            <a:ext cx="25542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altLang="en-US" sz="1400" dirty="0">
                <a:solidFill>
                  <a:schemeClr val="tx1"/>
                </a:solidFill>
                <a:effectLst/>
              </a:rPr>
              <a:t>Revenues, costs, </a:t>
            </a:r>
            <a:r>
              <a:rPr lang="en-US" altLang="en-US" sz="1400" dirty="0">
                <a:solidFill>
                  <a:schemeClr val="tx1"/>
                </a:solidFill>
              </a:rPr>
              <a:t>t</a:t>
            </a:r>
            <a:r>
              <a:rPr lang="en-US" altLang="en-US" sz="1400" dirty="0">
                <a:solidFill>
                  <a:schemeClr val="tx1"/>
                </a:solidFill>
                <a:effectLst/>
              </a:rPr>
              <a:t>otals [USD </a:t>
            </a:r>
            <a:r>
              <a:rPr lang="en-US" altLang="en-US" sz="1400" dirty="0">
                <a:solidFill>
                  <a:schemeClr val="tx1"/>
                </a:solidFill>
              </a:rPr>
              <a:t>m</a:t>
            </a:r>
            <a:r>
              <a:rPr lang="en-US" altLang="en-US" sz="1400" dirty="0">
                <a:solidFill>
                  <a:schemeClr val="tx1"/>
                </a:solidFill>
                <a:effectLst/>
              </a:rPr>
              <a:t>]</a:t>
            </a:r>
            <a:endParaRPr lang="en-US" sz="1400" dirty="0">
              <a:solidFill>
                <a:schemeClr val="tx1"/>
              </a:solidFill>
            </a:endParaRPr>
          </a:p>
        </p:txBody>
      </p:sp>
      <p:sp>
        <p:nvSpPr>
          <p:cNvPr id="28" name="Rectangle 47">
            <a:extLst>
              <a:ext uri="{FF2B5EF4-FFF2-40B4-BE49-F238E27FC236}">
                <a16:creationId xmlns:a16="http://schemas.microsoft.com/office/drawing/2014/main" id="{BE6A26F7-37DD-9D24-CFBC-DF825D99B0CD}"/>
              </a:ext>
            </a:extLst>
          </p:cNvPr>
          <p:cNvSpPr>
            <a:spLocks/>
          </p:cNvSpPr>
          <p:nvPr>
            <p:custDataLst>
              <p:tags r:id="rId12"/>
            </p:custDataLst>
          </p:nvPr>
        </p:nvSpPr>
        <p:spPr bwMode="auto">
          <a:xfrm>
            <a:off x="1030288" y="5172075"/>
            <a:ext cx="7223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13B58C1-3C05-4553-959A-BA2DE82E084A}" type="datetime'R''''''''''''''''''''''''''eve''n''ue'''''''''''''''''''">
              <a:rPr lang="en-US" altLang="en-US" sz="1400" smtClean="0">
                <a:solidFill>
                  <a:schemeClr val="tx1"/>
                </a:solidFill>
              </a:rPr>
              <a:pPr algn="ctr">
                <a:spcBef>
                  <a:spcPct val="0"/>
                </a:spcBef>
                <a:spcAft>
                  <a:spcPct val="0"/>
                </a:spcAft>
              </a:pPr>
              <a:t>Revenue</a:t>
            </a:fld>
            <a:endParaRPr lang="en-US" sz="1400">
              <a:solidFill>
                <a:schemeClr val="tx1"/>
              </a:solidFill>
            </a:endParaRPr>
          </a:p>
        </p:txBody>
      </p:sp>
      <p:sp>
        <p:nvSpPr>
          <p:cNvPr id="31" name="Rectangle 48">
            <a:extLst>
              <a:ext uri="{FF2B5EF4-FFF2-40B4-BE49-F238E27FC236}">
                <a16:creationId xmlns:a16="http://schemas.microsoft.com/office/drawing/2014/main" id="{3F4B8C53-3F38-6501-2D4F-3E1A6A4E7219}"/>
              </a:ext>
            </a:extLst>
          </p:cNvPr>
          <p:cNvSpPr>
            <a:spLocks/>
          </p:cNvSpPr>
          <p:nvPr>
            <p:custDataLst>
              <p:tags r:id="rId13"/>
            </p:custDataLst>
          </p:nvPr>
        </p:nvSpPr>
        <p:spPr bwMode="auto">
          <a:xfrm>
            <a:off x="2352675" y="5172075"/>
            <a:ext cx="5365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B73269A6-A8FD-4AE9-B2DE-CA7E948D3409}" type="datetime'''''''''''''''''''''''''''''C''''''''''O''''''G''''''''S'''''">
              <a:rPr lang="en-US" altLang="en-US" sz="1400" smtClean="0">
                <a:solidFill>
                  <a:schemeClr val="tx1"/>
                </a:solidFill>
              </a:rPr>
              <a:pPr algn="ctr">
                <a:spcBef>
                  <a:spcPct val="0"/>
                </a:spcBef>
                <a:spcAft>
                  <a:spcPct val="0"/>
                </a:spcAft>
              </a:pPr>
              <a:t>COGS</a:t>
            </a:fld>
            <a:endParaRPr lang="en-US" sz="1400">
              <a:solidFill>
                <a:schemeClr val="tx1"/>
              </a:solidFill>
            </a:endParaRPr>
          </a:p>
        </p:txBody>
      </p:sp>
      <p:sp>
        <p:nvSpPr>
          <p:cNvPr id="105" name="Rectangle 48">
            <a:extLst>
              <a:ext uri="{FF2B5EF4-FFF2-40B4-BE49-F238E27FC236}">
                <a16:creationId xmlns:a16="http://schemas.microsoft.com/office/drawing/2014/main" id="{167FD01D-ADD5-57F9-7EFD-3AA94AE5476A}"/>
              </a:ext>
            </a:extLst>
          </p:cNvPr>
          <p:cNvSpPr>
            <a:spLocks/>
          </p:cNvSpPr>
          <p:nvPr>
            <p:custDataLst>
              <p:tags r:id="rId14"/>
            </p:custDataLst>
          </p:nvPr>
        </p:nvSpPr>
        <p:spPr bwMode="auto">
          <a:xfrm>
            <a:off x="3570288" y="5172075"/>
            <a:ext cx="5588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C846FACA-0681-466A-9210-2FED20FDFA0E}" type="datetime'''''W''''''''a''''g''''''''''''e''''''''s'''''''''''''''''''">
              <a:rPr lang="en-US" altLang="en-US" sz="1400" smtClean="0">
                <a:solidFill>
                  <a:schemeClr val="tx1"/>
                </a:solidFill>
              </a:rPr>
              <a:pPr algn="ctr">
                <a:spcBef>
                  <a:spcPct val="0"/>
                </a:spcBef>
                <a:spcAft>
                  <a:spcPct val="0"/>
                </a:spcAft>
              </a:pPr>
              <a:t>Wages</a:t>
            </a:fld>
            <a:endParaRPr lang="en-US" sz="1400">
              <a:solidFill>
                <a:schemeClr val="tx1"/>
              </a:solidFill>
            </a:endParaRPr>
          </a:p>
        </p:txBody>
      </p:sp>
      <p:sp>
        <p:nvSpPr>
          <p:cNvPr id="118" name="Text Placeholder 2">
            <a:extLst>
              <a:ext uri="{FF2B5EF4-FFF2-40B4-BE49-F238E27FC236}">
                <a16:creationId xmlns:a16="http://schemas.microsoft.com/office/drawing/2014/main" id="{A36AD9A7-A470-4248-33C2-9AE6FF8B56DA}"/>
              </a:ext>
            </a:extLst>
          </p:cNvPr>
          <p:cNvSpPr>
            <a:spLocks/>
          </p:cNvSpPr>
          <p:nvPr>
            <p:custDataLst>
              <p:tags r:id="rId15"/>
            </p:custDataLst>
          </p:nvPr>
        </p:nvSpPr>
        <p:spPr bwMode="gray">
          <a:xfrm>
            <a:off x="5103813" y="3297238"/>
            <a:ext cx="296863" cy="192088"/>
          </a:xfrm>
          <a:prstGeom prst="rect">
            <a:avLst/>
          </a:prstGeom>
          <a:solidFill>
            <a:schemeClr val="accent6"/>
          </a:solidFill>
          <a:ln>
            <a:noFill/>
          </a:ln>
          <a:effectLst/>
        </p:spPr>
        <p:txBody>
          <a:bodyPr vert="horz" wrap="none" lIns="25400" tIns="0" rIns="2540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90000"/>
              </a:lnSpc>
              <a:spcBef>
                <a:spcPct val="0"/>
              </a:spcBef>
              <a:spcAft>
                <a:spcPct val="0"/>
              </a:spcAft>
              <a:buNone/>
            </a:pPr>
            <a:fld id="{C13CDDB6-2BEA-404E-8479-99FC5A1E8D07}" type="datetime'''''''''''''''''''2''''''''''.''''''0'''''''''''''''">
              <a:rPr lang="en-US" altLang="en-US" sz="1400" smtClean="0">
                <a:effectLst/>
              </a:rPr>
              <a:pPr marL="0" lvl="0" indent="0" algn="ctr">
                <a:lnSpc>
                  <a:spcPct val="90000"/>
                </a:lnSpc>
                <a:spcBef>
                  <a:spcPct val="0"/>
                </a:spcBef>
                <a:spcAft>
                  <a:spcPct val="0"/>
                </a:spcAft>
                <a:buNone/>
              </a:pPr>
              <a:t>2.0</a:t>
            </a:fld>
            <a:endParaRPr lang="en-US" sz="1400" dirty="0"/>
          </a:p>
        </p:txBody>
      </p:sp>
      <p:sp>
        <p:nvSpPr>
          <p:cNvPr id="110" name="Rectangle 48">
            <a:extLst>
              <a:ext uri="{FF2B5EF4-FFF2-40B4-BE49-F238E27FC236}">
                <a16:creationId xmlns:a16="http://schemas.microsoft.com/office/drawing/2014/main" id="{4FC410EE-6F8D-F307-2C6E-98D4889A3097}"/>
              </a:ext>
            </a:extLst>
          </p:cNvPr>
          <p:cNvSpPr>
            <a:spLocks/>
          </p:cNvSpPr>
          <p:nvPr>
            <p:custDataLst>
              <p:tags r:id="rId16"/>
            </p:custDataLst>
          </p:nvPr>
        </p:nvSpPr>
        <p:spPr bwMode="auto">
          <a:xfrm>
            <a:off x="4684713" y="5172075"/>
            <a:ext cx="790575" cy="425450"/>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spcCol="0" rtlCol="0" anchor="t" anchorCtr="0">
            <a:noAutofit/>
          </a:bodyPr>
          <a:lstStyle/>
          <a:p>
            <a:pPr algn="ctr">
              <a:spcBef>
                <a:spcPct val="0"/>
              </a:spcBef>
              <a:spcAft>
                <a:spcPct val="0"/>
              </a:spcAft>
            </a:pPr>
            <a:fld id="{3B8D2C3E-E0F3-471C-97A5-0BB97FECDEC6}" type="datetime'Op''''''''er''a''ti''''''''''''''n''g'' c''''''o''s''''ts'''">
              <a:rPr lang="en-US" altLang="en-US" sz="1400" smtClean="0">
                <a:solidFill>
                  <a:schemeClr val="tx1"/>
                </a:solidFill>
              </a:rPr>
              <a:pPr algn="ctr">
                <a:spcBef>
                  <a:spcPct val="0"/>
                </a:spcBef>
                <a:spcAft>
                  <a:spcPct val="0"/>
                </a:spcAft>
              </a:pPr>
              <a:t>Operating costs</a:t>
            </a:fld>
            <a:endParaRPr lang="en-US" sz="1400">
              <a:solidFill>
                <a:schemeClr val="tx1"/>
              </a:solidFill>
            </a:endParaRPr>
          </a:p>
        </p:txBody>
      </p:sp>
      <p:sp>
        <p:nvSpPr>
          <p:cNvPr id="117" name="Rectangle 48">
            <a:extLst>
              <a:ext uri="{FF2B5EF4-FFF2-40B4-BE49-F238E27FC236}">
                <a16:creationId xmlns:a16="http://schemas.microsoft.com/office/drawing/2014/main" id="{F63AA08A-9837-A292-9B5E-EA56C6656319}"/>
              </a:ext>
            </a:extLst>
          </p:cNvPr>
          <p:cNvSpPr>
            <a:spLocks/>
          </p:cNvSpPr>
          <p:nvPr>
            <p:custDataLst>
              <p:tags r:id="rId17"/>
            </p:custDataLst>
          </p:nvPr>
        </p:nvSpPr>
        <p:spPr bwMode="auto">
          <a:xfrm>
            <a:off x="5915025" y="5172075"/>
            <a:ext cx="7905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C1518976-9009-4B89-832F-4167B2792417}" type="datetime'''''M''''ar''''ke''''''''''''''ti''''''''''''n''g'">
              <a:rPr lang="en-US" altLang="en-US" sz="1400" smtClean="0">
                <a:solidFill>
                  <a:schemeClr val="tx1"/>
                </a:solidFill>
              </a:rPr>
              <a:pPr algn="ctr">
                <a:spcBef>
                  <a:spcPct val="0"/>
                </a:spcBef>
                <a:spcAft>
                  <a:spcPct val="0"/>
                </a:spcAft>
              </a:pPr>
              <a:t>Marketing</a:t>
            </a:fld>
            <a:endParaRPr lang="en-US" sz="1400">
              <a:solidFill>
                <a:schemeClr val="tx1"/>
              </a:solidFill>
            </a:endParaRPr>
          </a:p>
        </p:txBody>
      </p:sp>
      <p:sp>
        <p:nvSpPr>
          <p:cNvPr id="141" name="Rectangle 48">
            <a:extLst>
              <a:ext uri="{FF2B5EF4-FFF2-40B4-BE49-F238E27FC236}">
                <a16:creationId xmlns:a16="http://schemas.microsoft.com/office/drawing/2014/main" id="{B50AD9A2-643D-9C14-89AF-10E5585FA536}"/>
              </a:ext>
            </a:extLst>
          </p:cNvPr>
          <p:cNvSpPr>
            <a:spLocks/>
          </p:cNvSpPr>
          <p:nvPr>
            <p:custDataLst>
              <p:tags r:id="rId18"/>
            </p:custDataLst>
          </p:nvPr>
        </p:nvSpPr>
        <p:spPr bwMode="auto">
          <a:xfrm>
            <a:off x="7085013" y="5172075"/>
            <a:ext cx="90963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75B6920D-08EE-4C12-B144-2564E5650645}" type="datetime'''''''''N''''''''''e''t'''''''''' ''''in''c''o''m''''''e'''''">
              <a:rPr lang="en-US" altLang="en-US" sz="1400" smtClean="0">
                <a:solidFill>
                  <a:schemeClr val="tx1"/>
                </a:solidFill>
              </a:rPr>
              <a:pPr algn="ctr">
                <a:spcBef>
                  <a:spcPct val="0"/>
                </a:spcBef>
                <a:spcAft>
                  <a:spcPct val="0"/>
                </a:spcAft>
              </a:pPr>
              <a:t>Net income</a:t>
            </a:fld>
            <a:endParaRPr lang="en-US" sz="1400" dirty="0">
              <a:solidFill>
                <a:schemeClr val="tx1"/>
              </a:solidFill>
            </a:endParaRPr>
          </a:p>
        </p:txBody>
      </p:sp>
      <p:sp>
        <p:nvSpPr>
          <p:cNvPr id="41" name="Rectangle 60">
            <a:extLst>
              <a:ext uri="{FF2B5EF4-FFF2-40B4-BE49-F238E27FC236}">
                <a16:creationId xmlns:a16="http://schemas.microsoft.com/office/drawing/2014/main" id="{48892C81-8003-8517-2754-349647CF85F4}"/>
              </a:ext>
            </a:extLst>
          </p:cNvPr>
          <p:cNvSpPr>
            <a:spLocks/>
          </p:cNvSpPr>
          <p:nvPr>
            <p:custDataLst>
              <p:tags r:id="rId19"/>
            </p:custDataLst>
          </p:nvPr>
        </p:nvSpPr>
        <p:spPr bwMode="gray">
          <a:xfrm>
            <a:off x="1193800" y="2163763"/>
            <a:ext cx="395288"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970AD857-A022-4F23-B0BC-3FB30D30E548}" type="datetime'''''4''0''''''''''''''''''''''''.''''''''0'''''">
              <a:rPr lang="en-US" altLang="en-US" sz="1400" smtClean="0">
                <a:solidFill>
                  <a:schemeClr val="tx1"/>
                </a:solidFill>
              </a:rPr>
              <a:pPr/>
              <a:t>40.0</a:t>
            </a:fld>
            <a:endParaRPr lang="en-US" sz="1400" dirty="0">
              <a:solidFill>
                <a:schemeClr val="tx1"/>
              </a:solidFill>
            </a:endParaRPr>
          </a:p>
        </p:txBody>
      </p:sp>
      <p:sp>
        <p:nvSpPr>
          <p:cNvPr id="42" name="Rectangle 61">
            <a:extLst>
              <a:ext uri="{FF2B5EF4-FFF2-40B4-BE49-F238E27FC236}">
                <a16:creationId xmlns:a16="http://schemas.microsoft.com/office/drawing/2014/main" id="{10DDCD0E-F8E9-EF16-5145-84546E18DC40}"/>
              </a:ext>
            </a:extLst>
          </p:cNvPr>
          <p:cNvSpPr>
            <a:spLocks/>
          </p:cNvSpPr>
          <p:nvPr>
            <p:custDataLst>
              <p:tags r:id="rId20"/>
            </p:custDataLst>
          </p:nvPr>
        </p:nvSpPr>
        <p:spPr bwMode="gray">
          <a:xfrm>
            <a:off x="2443163" y="2871788"/>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8A9B7A91-3F07-4A0E-A838-24619F6B83FB}" type="datetime'-''''''''''''''''6''''.''''''''8'''''''''''">
              <a:rPr lang="en-US" altLang="en-US" sz="1400" smtClean="0">
                <a:solidFill>
                  <a:schemeClr val="tx1"/>
                </a:solidFill>
              </a:rPr>
              <a:pPr/>
              <a:t>-6.8</a:t>
            </a:fld>
            <a:endParaRPr lang="en-US" sz="1400">
              <a:solidFill>
                <a:schemeClr val="tx1"/>
              </a:solidFill>
            </a:endParaRPr>
          </a:p>
        </p:txBody>
      </p:sp>
      <p:sp>
        <p:nvSpPr>
          <p:cNvPr id="126" name="Rectangle 61">
            <a:extLst>
              <a:ext uri="{FF2B5EF4-FFF2-40B4-BE49-F238E27FC236}">
                <a16:creationId xmlns:a16="http://schemas.microsoft.com/office/drawing/2014/main" id="{BFBDFAB1-A5F8-2E8F-F5F8-65436934188E}"/>
              </a:ext>
            </a:extLst>
          </p:cNvPr>
          <p:cNvSpPr>
            <a:spLocks/>
          </p:cNvSpPr>
          <p:nvPr>
            <p:custDataLst>
              <p:tags r:id="rId21"/>
            </p:custDataLst>
          </p:nvPr>
        </p:nvSpPr>
        <p:spPr bwMode="gray">
          <a:xfrm>
            <a:off x="3671888" y="334962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4CFC117F-577F-4C1B-B194-9BCDF0B4EDDF}" type="datetime'''''''''''''-''7''''''''''''''.''0'''''''''''''">
              <a:rPr lang="en-US" altLang="en-US" sz="1400" smtClean="0">
                <a:solidFill>
                  <a:schemeClr val="tx1"/>
                </a:solidFill>
              </a:rPr>
              <a:pPr/>
              <a:t>-7.0</a:t>
            </a:fld>
            <a:endParaRPr lang="en-US" sz="1400" dirty="0">
              <a:solidFill>
                <a:schemeClr val="tx1"/>
              </a:solidFill>
            </a:endParaRPr>
          </a:p>
        </p:txBody>
      </p:sp>
      <p:sp>
        <p:nvSpPr>
          <p:cNvPr id="163" name="Rectangle 61">
            <a:extLst>
              <a:ext uri="{FF2B5EF4-FFF2-40B4-BE49-F238E27FC236}">
                <a16:creationId xmlns:a16="http://schemas.microsoft.com/office/drawing/2014/main" id="{2E719C97-885A-3053-EAC9-2E743BDAD770}"/>
              </a:ext>
            </a:extLst>
          </p:cNvPr>
          <p:cNvSpPr>
            <a:spLocks/>
          </p:cNvSpPr>
          <p:nvPr>
            <p:custDataLst>
              <p:tags r:id="rId22"/>
            </p:custDataLst>
          </p:nvPr>
        </p:nvSpPr>
        <p:spPr bwMode="gray">
          <a:xfrm>
            <a:off x="4902200" y="363537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DFF31C7F-AD4C-4F03-AA0A-1B9FB340F736}" type="datetime'''''''''''-4''''''''''.''''''''''''''''''2'''''''''''">
              <a:rPr lang="en-US" altLang="en-US" sz="1400" smtClean="0">
                <a:solidFill>
                  <a:schemeClr val="tx1"/>
                </a:solidFill>
              </a:rPr>
              <a:pPr/>
              <a:t>-4.2</a:t>
            </a:fld>
            <a:endParaRPr lang="en-US" sz="1400">
              <a:solidFill>
                <a:schemeClr val="tx1"/>
              </a:solidFill>
            </a:endParaRPr>
          </a:p>
        </p:txBody>
      </p:sp>
      <p:sp>
        <p:nvSpPr>
          <p:cNvPr id="135" name="Rectangle 61">
            <a:extLst>
              <a:ext uri="{FF2B5EF4-FFF2-40B4-BE49-F238E27FC236}">
                <a16:creationId xmlns:a16="http://schemas.microsoft.com/office/drawing/2014/main" id="{6C5CFC8A-F1E1-B3C3-F425-C6A64066EB0C}"/>
              </a:ext>
            </a:extLst>
          </p:cNvPr>
          <p:cNvSpPr>
            <a:spLocks/>
          </p:cNvSpPr>
          <p:nvPr>
            <p:custDataLst>
              <p:tags r:id="rId23"/>
            </p:custDataLst>
          </p:nvPr>
        </p:nvSpPr>
        <p:spPr bwMode="gray">
          <a:xfrm>
            <a:off x="6132513" y="366712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C3EA75AA-76F4-4576-9C52-D66D6B36AB45}" type="datetime'''''-''''''''0''''.''''''''''''''''''''''''''''5'''">
              <a:rPr lang="en-US" altLang="en-US" sz="1400" smtClean="0">
                <a:solidFill>
                  <a:schemeClr val="tx1"/>
                </a:solidFill>
              </a:rPr>
              <a:pPr/>
              <a:t>-0.5</a:t>
            </a:fld>
            <a:endParaRPr lang="en-US" sz="1400">
              <a:solidFill>
                <a:schemeClr val="tx1"/>
              </a:solidFill>
            </a:endParaRPr>
          </a:p>
        </p:txBody>
      </p:sp>
      <p:sp>
        <p:nvSpPr>
          <p:cNvPr id="47" name="Rectangle 6">
            <a:extLst>
              <a:ext uri="{FF2B5EF4-FFF2-40B4-BE49-F238E27FC236}">
                <a16:creationId xmlns:a16="http://schemas.microsoft.com/office/drawing/2014/main" id="{1A821689-3F0B-471B-740D-801E43B4C178}"/>
              </a:ext>
            </a:extLst>
          </p:cNvPr>
          <p:cNvSpPr>
            <a:spLocks/>
          </p:cNvSpPr>
          <p:nvPr>
            <p:custDataLst>
              <p:tags r:id="rId24"/>
            </p:custDataLst>
          </p:nvPr>
        </p:nvSpPr>
        <p:spPr bwMode="auto">
          <a:xfrm>
            <a:off x="33337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30">
            <a:extLst>
              <a:ext uri="{FF2B5EF4-FFF2-40B4-BE49-F238E27FC236}">
                <a16:creationId xmlns:a16="http://schemas.microsoft.com/office/drawing/2014/main" id="{974BFE12-C505-5A79-BCC9-81A717221668}"/>
              </a:ext>
            </a:extLst>
          </p:cNvPr>
          <p:cNvSpPr>
            <a:spLocks/>
          </p:cNvSpPr>
          <p:nvPr>
            <p:custDataLst>
              <p:tags r:id="rId25"/>
            </p:custDataLst>
          </p:nvPr>
        </p:nvSpPr>
        <p:spPr bwMode="auto">
          <a:xfrm>
            <a:off x="4083050"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10">
            <a:extLst>
              <a:ext uri="{FF2B5EF4-FFF2-40B4-BE49-F238E27FC236}">
                <a16:creationId xmlns:a16="http://schemas.microsoft.com/office/drawing/2014/main" id="{AF4F247E-87F1-7458-6A31-4EFD5F4F803F}"/>
              </a:ext>
            </a:extLst>
          </p:cNvPr>
          <p:cNvSpPr>
            <a:spLocks/>
          </p:cNvSpPr>
          <p:nvPr>
            <p:custDataLst>
              <p:tags r:id="rId26"/>
            </p:custDataLst>
          </p:nvPr>
        </p:nvSpPr>
        <p:spPr bwMode="auto">
          <a:xfrm>
            <a:off x="4832350" y="5778500"/>
            <a:ext cx="250825" cy="187325"/>
          </a:xfrm>
          <a:prstGeom prst="rect">
            <a:avLst/>
          </a:prstGeom>
          <a:solidFill>
            <a:schemeClr val="accent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1">
            <a:extLst>
              <a:ext uri="{FF2B5EF4-FFF2-40B4-BE49-F238E27FC236}">
                <a16:creationId xmlns:a16="http://schemas.microsoft.com/office/drawing/2014/main" id="{C62F821E-2F86-2EE4-2676-E7516E43A273}"/>
              </a:ext>
            </a:extLst>
          </p:cNvPr>
          <p:cNvSpPr>
            <a:spLocks/>
          </p:cNvSpPr>
          <p:nvPr>
            <p:custDataLst>
              <p:tags r:id="rId27"/>
            </p:custDataLst>
          </p:nvPr>
        </p:nvSpPr>
        <p:spPr bwMode="auto">
          <a:xfrm>
            <a:off x="3635375" y="5773738"/>
            <a:ext cx="3460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07028A10-4DC0-4EB3-B377-522D24522D91}" type="datetime'''B''''''''''U1'''''''''''''''''''''''''''''''''''''''''''''''">
              <a:rPr lang="en-US" altLang="en-US" sz="1400" smtClean="0">
                <a:solidFill>
                  <a:schemeClr val="tx1"/>
                </a:solidFill>
              </a:rPr>
              <a:pPr>
                <a:spcBef>
                  <a:spcPct val="0"/>
                </a:spcBef>
                <a:spcAft>
                  <a:spcPct val="0"/>
                </a:spcAft>
              </a:pPr>
              <a:t>Additions</a:t>
            </a:fld>
            <a:endParaRPr lang="en-US" sz="1400">
              <a:solidFill>
                <a:schemeClr val="tx1"/>
              </a:solidFill>
            </a:endParaRPr>
          </a:p>
        </p:txBody>
      </p:sp>
      <p:sp>
        <p:nvSpPr>
          <p:cNvPr id="54" name="Rectangle 26">
            <a:extLst>
              <a:ext uri="{FF2B5EF4-FFF2-40B4-BE49-F238E27FC236}">
                <a16:creationId xmlns:a16="http://schemas.microsoft.com/office/drawing/2014/main" id="{A1D3298E-F556-0113-AA75-97E0E65AB597}"/>
              </a:ext>
            </a:extLst>
          </p:cNvPr>
          <p:cNvSpPr>
            <a:spLocks/>
          </p:cNvSpPr>
          <p:nvPr>
            <p:custDataLst>
              <p:tags r:id="rId28"/>
            </p:custDataLst>
          </p:nvPr>
        </p:nvSpPr>
        <p:spPr bwMode="auto">
          <a:xfrm>
            <a:off x="4384675" y="5773738"/>
            <a:ext cx="3460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FF9FCBA8-48E6-4D7C-AD27-F9568F1B0B17}" type="datetime'''''''''''''''''''''''B''''''U''''''''''2'''''''''''''''''''''">
              <a:rPr lang="en-US" altLang="en-US" sz="1400" smtClean="0">
                <a:solidFill>
                  <a:schemeClr val="tx1"/>
                </a:solidFill>
              </a:rPr>
              <a:pPr>
                <a:spcBef>
                  <a:spcPct val="0"/>
                </a:spcBef>
                <a:spcAft>
                  <a:spcPct val="0"/>
                </a:spcAft>
              </a:pPr>
              <a:t>Outflows</a:t>
            </a:fld>
            <a:endParaRPr lang="en-US" sz="1400" dirty="0">
              <a:solidFill>
                <a:schemeClr val="tx1"/>
              </a:solidFill>
            </a:endParaRPr>
          </a:p>
        </p:txBody>
      </p:sp>
      <p:sp>
        <p:nvSpPr>
          <p:cNvPr id="55" name="Rectangle 3">
            <a:extLst>
              <a:ext uri="{FF2B5EF4-FFF2-40B4-BE49-F238E27FC236}">
                <a16:creationId xmlns:a16="http://schemas.microsoft.com/office/drawing/2014/main" id="{D2B08500-5573-0211-3A75-DD892D8533AD}"/>
              </a:ext>
            </a:extLst>
          </p:cNvPr>
          <p:cNvSpPr>
            <a:spLocks/>
          </p:cNvSpPr>
          <p:nvPr>
            <p:custDataLst>
              <p:tags r:id="rId29"/>
            </p:custDataLst>
          </p:nvPr>
        </p:nvSpPr>
        <p:spPr bwMode="auto">
          <a:xfrm>
            <a:off x="5133975" y="5773738"/>
            <a:ext cx="4635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47D6A284-C9E4-46A7-8BED-A1121107C9D5}" type="datetime'''T''''o''t''''''''''''''''a''''''''''''''''''l''s'''">
              <a:rPr lang="en-US" altLang="en-US" sz="1400" smtClean="0">
                <a:solidFill>
                  <a:schemeClr val="tx1"/>
                </a:solidFill>
              </a:rPr>
              <a:pPr>
                <a:spcBef>
                  <a:spcPct val="0"/>
                </a:spcBef>
                <a:spcAft>
                  <a:spcPct val="0"/>
                </a:spcAft>
              </a:pPr>
              <a:t>Total</a:t>
            </a:fld>
            <a:endParaRPr lang="en-US" sz="1400" dirty="0">
              <a:solidFill>
                <a:schemeClr val="tx1"/>
              </a:solidFill>
            </a:endParaRPr>
          </a:p>
        </p:txBody>
      </p:sp>
      <p:sp>
        <p:nvSpPr>
          <p:cNvPr id="6" name="Text Placeholder 15">
            <a:extLst>
              <a:ext uri="{FF2B5EF4-FFF2-40B4-BE49-F238E27FC236}">
                <a16:creationId xmlns:a16="http://schemas.microsoft.com/office/drawing/2014/main" id="{2C43E47E-BCAD-9E22-6F6E-1D7E5C2A7652}"/>
              </a:ext>
            </a:extLst>
          </p:cNvPr>
          <p:cNvSpPr txBox="1">
            <a:spLocks/>
          </p:cNvSpPr>
          <p:nvPr/>
        </p:nvSpPr>
        <p:spPr>
          <a:xfrm>
            <a:off x="407988" y="6215906"/>
            <a:ext cx="3361498" cy="153888"/>
          </a:xfrm>
          <a:prstGeom prst="rect">
            <a:avLst/>
          </a:prstGeom>
        </p:spPr>
        <p:txBody>
          <a:bodyPr vert="horz" wrap="none" lIns="0" tIns="0" rIns="0" bIns="0" rtlCol="0">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000" kern="1200">
                <a:solidFill>
                  <a:schemeClr val="accent6"/>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000" kern="1200">
                <a:solidFill>
                  <a:schemeClr val="accent6"/>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solidFill>
                  <a:schemeClr val="tx2"/>
                </a:solidFill>
              </a:rPr>
              <a:t>Keywords: think-cell, chart, charts, graph, graphs, comment</a:t>
            </a:r>
          </a:p>
        </p:txBody>
      </p:sp>
      <p:sp>
        <p:nvSpPr>
          <p:cNvPr id="4" name="tc_columnhead">
            <a:extLst>
              <a:ext uri="{FF2B5EF4-FFF2-40B4-BE49-F238E27FC236}">
                <a16:creationId xmlns:a16="http://schemas.microsoft.com/office/drawing/2014/main" id="{D3246310-F1D8-721B-18FE-080B42943DCA}"/>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7" name="tc_columnheadline">
            <a:extLst>
              <a:ext uri="{FF2B5EF4-FFF2-40B4-BE49-F238E27FC236}">
                <a16:creationId xmlns:a16="http://schemas.microsoft.com/office/drawing/2014/main" id="{766F9AD6-9102-EA60-82A3-A2D4DFDFF754}"/>
              </a:ext>
            </a:extLst>
          </p:cNvPr>
          <p:cNvCxnSpPr>
            <a:cxnSpLocks/>
            <a:stCxn id="4" idx="4"/>
            <a:endCxn id="4"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c_columnhead">
            <a:extLst>
              <a:ext uri="{FF2B5EF4-FFF2-40B4-BE49-F238E27FC236}">
                <a16:creationId xmlns:a16="http://schemas.microsoft.com/office/drawing/2014/main" id="{7BEBA024-3FD8-516B-730C-A9466159D34F}"/>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9" name="tc_columnheadline">
            <a:extLst>
              <a:ext uri="{FF2B5EF4-FFF2-40B4-BE49-F238E27FC236}">
                <a16:creationId xmlns:a16="http://schemas.microsoft.com/office/drawing/2014/main" id="{7E563DB4-BDD0-B222-365D-460065DE0353}"/>
              </a:ext>
            </a:extLst>
          </p:cNvPr>
          <p:cNvCxnSpPr>
            <a:cxnSpLocks/>
            <a:stCxn id="8" idx="4"/>
            <a:endCxn id="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hteck 137">
            <a:extLst>
              <a:ext uri="{FF2B5EF4-FFF2-40B4-BE49-F238E27FC236}">
                <a16:creationId xmlns:a16="http://schemas.microsoft.com/office/drawing/2014/main" id="{0BC0F211-6AE1-9D54-9054-031BC39F112D}"/>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30" name="Rectangle 18">
            <a:extLst>
              <a:ext uri="{FF2B5EF4-FFF2-40B4-BE49-F238E27FC236}">
                <a16:creationId xmlns:a16="http://schemas.microsoft.com/office/drawing/2014/main" id="{EE6D84F9-7F0D-D642-3E81-3B069D883107}"/>
              </a:ext>
            </a:extLst>
          </p:cNvPr>
          <p:cNvSpPr>
            <a:spLocks/>
          </p:cNvSpPr>
          <p:nvPr/>
        </p:nvSpPr>
        <p:spPr>
          <a:xfrm>
            <a:off x="8811106" y="-805994"/>
            <a:ext cx="4575600" cy="1365365"/>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open the chart's internal datasheet</a:t>
            </a:r>
            <a:r>
              <a:rPr lang="en-US" sz="1200" dirty="0">
                <a:solidFill>
                  <a:schemeClr val="tx1"/>
                </a:solidFill>
              </a:rPr>
              <a:t>, double-click any empty space in the chart.</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labels), right-click the chart or a chart feature to open the context menu.</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 </a:t>
            </a:r>
            <a:r>
              <a:rPr lang="en-US" sz="1200" dirty="0">
                <a:solidFill>
                  <a:schemeClr val="tx1"/>
                </a:solidFill>
              </a:rPr>
              <a:t>of the chart or a feature, click the chart or feature to open the mini toolbar.</a:t>
            </a:r>
          </a:p>
        </p:txBody>
      </p:sp>
    </p:spTree>
    <p:extLst>
      <p:ext uri="{BB962C8B-B14F-4D97-AF65-F5344CB8AC3E}">
        <p14:creationId xmlns:p14="http://schemas.microsoft.com/office/powerpoint/2010/main" val="2024364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Land deals by ARR (named accounts, owners, ages)</a:t>
            </a:r>
          </a:p>
        </p:txBody>
      </p:sp>
      <p:sp>
        <p:nvSpPr>
          <p:cNvPr id="4" name="Text Placeholder 3"/>
          <p:cNvSpPr>
            <a:spLocks noGrp="1"/>
          </p:cNvSpPr>
          <p:nvPr>
            <p:ph type="body" idx="144" sz="quarter"/>
          </p:nvPr>
        </p:nvSpPr>
        <p:spPr/>
        <p:txBody>
          <a:bodyPr/>
          <a:lstStyle/>
          <a:p>
            <a:r>
              <a:t>Top deals — Land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Top_Deals_Land!A1:H11</a:t>
            </a:r>
          </a:p>
          <a:p>
            <a:r>
              <a:rPr sz="1100" b="0">
                <a:solidFill>
                  <a:srgbClr val="1A1D31"/>
                </a:solidFill>
                <a:latin typeface="Arial"/>
              </a:rPr>
              <a:t>  Columns: # / Account / Opportunity / Owner / Stage /</a:t>
            </a:r>
          </a:p>
          <a:p>
            <a:r>
              <a:rPr sz="1100" b="0">
                <a:solidFill>
                  <a:srgbClr val="1A1D31"/>
                </a:solidFill>
                <a:latin typeface="Arial"/>
              </a:rPr>
              <a:t>           Close Date / Age (days) / ARR (EUR)</a:t>
            </a:r>
          </a:p>
          <a:p>
            <a:r>
              <a:rPr sz="1100" b="0">
                <a:solidFill>
                  <a:srgbClr val="1A1D31"/>
                </a:solidFill>
                <a:latin typeface="Arial"/>
              </a:rPr>
              <a:t>Highlight Stage 5+ rows in pale green; flag Age &gt; 365d in coral.</a:t>
            </a:r>
          </a:p>
        </p:txBody>
      </p:sp>
      <p:sp>
        <p:nvSpPr>
          <p:cNvPr id="7" name="tcfield_S07_TopDealsLand"/>
          <p:cNvSpPr txBox="1"/>
          <p:nvPr/>
        </p:nvSpPr>
        <p:spPr>
          <a:xfrm>
            <a:off x="100000" y="7200000"/>
            <a:ext cx="2000000" cy="100000"/>
          </a:xfrm>
          <a:prstGeom prst="rect">
            <a:avLst/>
          </a:prstGeom>
          <a:noFill/>
          <a:ln>
            <a:noFill/>
          </a:ln>
        </p:spPr>
        <p:txBody>
          <a:bodyPr wrap="square" rtlCol="0">
            <a:spAutoFit/>
          </a:bodyPr>
          <a:lstStyle/>
          <a:p>
            <a:fld id="{83678119-8b9a-4fac-8b70-b6ef8ac8067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7_TopDealsLand&lt;/m_strName&gt;&lt;/PersistentType&gt;&lt;/root&gt;">
              <a:rPr lang="en-US" sz="800"/>
              <a:t>&lt;S07_TopDealsLand&gt;</a:t>
            </a:fld>
            <a:endParaRPr lang="en-US" sz="8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Expand deals by ARR (existing accounts being grown)</a:t>
            </a:r>
          </a:p>
        </p:txBody>
      </p:sp>
      <p:sp>
        <p:nvSpPr>
          <p:cNvPr id="4" name="Text Placeholder 3"/>
          <p:cNvSpPr>
            <a:spLocks noGrp="1"/>
          </p:cNvSpPr>
          <p:nvPr>
            <p:ph type="body" idx="144" sz="quarter"/>
          </p:nvPr>
        </p:nvSpPr>
        <p:spPr/>
        <p:txBody>
          <a:bodyPr/>
          <a:lstStyle/>
          <a:p>
            <a:r>
              <a:t>Top deals — Expand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Top_Deals_Expand!A1:H11</a:t>
            </a:r>
          </a:p>
          <a:p>
            <a:r>
              <a:rPr sz="1100" b="0">
                <a:solidFill>
                  <a:srgbClr val="1A1D31"/>
                </a:solidFill>
                <a:latin typeface="Arial"/>
              </a:rPr>
              <a:t>Same columns as Top deals — Land slide.</a:t>
            </a:r>
          </a:p>
        </p:txBody>
      </p:sp>
      <p:sp>
        <p:nvSpPr>
          <p:cNvPr id="7" name="tcfield_S08_TopDealsExpand"/>
          <p:cNvSpPr txBox="1"/>
          <p:nvPr/>
        </p:nvSpPr>
        <p:spPr>
          <a:xfrm>
            <a:off x="100000" y="7200000"/>
            <a:ext cx="2000000" cy="100000"/>
          </a:xfrm>
          <a:prstGeom prst="rect">
            <a:avLst/>
          </a:prstGeom>
          <a:noFill/>
          <a:ln>
            <a:noFill/>
          </a:ln>
        </p:spPr>
        <p:txBody>
          <a:bodyPr wrap="square" rtlCol="0">
            <a:spAutoFit/>
          </a:bodyPr>
          <a:lstStyle/>
          <a:p>
            <a:fld id="{47163b18-68da-49ca-825d-2d4212ba56dc}"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8_TopDealsExpand&lt;/m_strName&gt;&lt;/PersistentType&gt;&lt;/root&gt;">
              <a:rPr lang="en-US" sz="800"/>
              <a:t>&lt;S08_TopDealsExpand&gt;</a:t>
            </a:fld>
            <a:endParaRPr lang="en-US" sz="8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Stage 3+ Land/Expand deals missing the SimCorp Commercial Approval gate</a:t>
            </a:r>
          </a:p>
        </p:txBody>
      </p:sp>
      <p:sp>
        <p:nvSpPr>
          <p:cNvPr id="4" name="Text Placeholder 3"/>
          <p:cNvSpPr>
            <a:spLocks noGrp="1"/>
          </p:cNvSpPr>
          <p:nvPr>
            <p:ph type="body" idx="144" sz="quarter"/>
          </p:nvPr>
        </p:nvSpPr>
        <p:spPr/>
        <p:txBody>
          <a:bodyPr/>
          <a:lstStyle/>
          <a:p>
            <a:r>
              <a:t>Pending Commercial Approval</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Pending_Commercial_Approval!A3:H&lt;last&gt;</a:t>
            </a:r>
          </a:p>
          <a:p>
            <a:r>
              <a:rPr sz="1100" b="0">
                <a:solidFill>
                  <a:srgbClr val="1A1D31"/>
                </a:solidFill>
                <a:latin typeface="Arial"/>
              </a:rPr>
              <a:t>  Columns: # / Account / Opportunity / Owner / Stage /</a:t>
            </a:r>
          </a:p>
          <a:p>
            <a:r>
              <a:rPr sz="1100" b="0">
                <a:solidFill>
                  <a:srgbClr val="1A1D31"/>
                </a:solidFill>
                <a:latin typeface="Arial"/>
              </a:rPr>
              <a:t>           Close Date / Type / ARR (EUR)</a:t>
            </a:r>
          </a:p>
          <a:p>
            <a:r>
              <a:rPr sz="1100" b="0">
                <a:solidFill>
                  <a:srgbClr val="1A1D31"/>
                </a:solidFill>
                <a:latin typeface="Arial"/>
              </a:rPr>
              <a:t>Per Commercial Handbook: Land = ALL deals require approval,</a:t>
            </a:r>
          </a:p>
          <a:p>
            <a:r>
              <a:rPr sz="1100" b="0">
                <a:solidFill>
                  <a:srgbClr val="1A1D31"/>
                </a:solidFill>
                <a:latin typeface="Arial"/>
              </a:rPr>
              <a:t>Expand triggers at AER &gt;= EUR 500k. Flag any rows here for the</a:t>
            </a:r>
          </a:p>
          <a:p>
            <a:r>
              <a:rPr sz="1100" b="0">
                <a:solidFill>
                  <a:srgbClr val="1A1D31"/>
                </a:solidFill>
                <a:latin typeface="Arial"/>
              </a:rPr>
              <a:t>next Commercial Approval committee.</a:t>
            </a:r>
          </a:p>
        </p:txBody>
      </p:sp>
      <p:sp>
        <p:nvSpPr>
          <p:cNvPr id="7" name="tcfield_S09_PendingCommercialApproval"/>
          <p:cNvSpPr txBox="1"/>
          <p:nvPr/>
        </p:nvSpPr>
        <p:spPr>
          <a:xfrm>
            <a:off x="100000" y="7200000"/>
            <a:ext cx="2000000" cy="100000"/>
          </a:xfrm>
          <a:prstGeom prst="rect">
            <a:avLst/>
          </a:prstGeom>
          <a:noFill/>
          <a:ln>
            <a:noFill/>
          </a:ln>
        </p:spPr>
        <p:txBody>
          <a:bodyPr wrap="square" rtlCol="0">
            <a:spAutoFit/>
          </a:bodyPr>
          <a:lstStyle/>
          <a:p>
            <a:fld id="{44bd8068-c1ab-4acf-9cc2-26e4fe4ca0f1}"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9_PendingCommercialApproval&lt;/m_strName&gt;&lt;/PersistentType&gt;&lt;/root&gt;">
              <a:rPr lang="en-US" sz="800"/>
              <a:t>&lt;S09_PendingCommercialApproval&gt;</a:t>
            </a:fld>
            <a:endParaRPr lang="en-US" sz="8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Retention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Open Renewal opps in scope — risk-of-termination flagged</a:t>
            </a:r>
          </a:p>
        </p:txBody>
      </p:sp>
      <p:sp>
        <p:nvSpPr>
          <p:cNvPr id="4" name="Text Placeholder 3"/>
          <p:cNvSpPr>
            <a:spLocks noGrp="1"/>
          </p:cNvSpPr>
          <p:nvPr>
            <p:ph type="body" idx="144" sz="quarter"/>
          </p:nvPr>
        </p:nvSpPr>
        <p:spPr/>
        <p:txBody>
          <a:bodyPr/>
          <a:lstStyle/>
          <a:p>
            <a:r>
              <a:t>Renewal Pipeline</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HARVEY BALLS]</a:t>
            </a:r>
          </a:p>
          <a:p>
            <a:r>
              <a:rPr sz="1100" b="0">
                <a:solidFill>
                  <a:srgbClr val="1A1D31"/>
                </a:solidFill>
                <a:latin typeface="Arial"/>
              </a:rPr>
              <a:t>Source: legacy land.xlsx (NOT model.xlsx)</a:t>
            </a:r>
          </a:p>
          <a:p>
            <a:r>
              <a:rPr sz="1100" b="0">
                <a:solidFill>
                  <a:srgbClr val="1A1D31"/>
                </a:solidFill>
                <a:latin typeface="Arial"/>
              </a:rPr>
              <a:t>Range: At_Risk_Renewals!A1:H&lt;last&gt;</a:t>
            </a:r>
          </a:p>
          <a:p>
            <a:r>
              <a:rPr sz="1100" b="0">
                <a:solidFill>
                  <a:srgbClr val="1A1D31"/>
                </a:solidFill>
                <a:latin typeface="Arial"/>
              </a:rPr>
              <a:t>  Columns: # / Account / Owner / Stage / Close Date / ACV /</a:t>
            </a:r>
          </a:p>
          <a:p>
            <a:r>
              <a:rPr sz="1100" b="0">
                <a:solidFill>
                  <a:srgbClr val="1A1D31"/>
                </a:solidFill>
                <a:latin typeface="Arial"/>
              </a:rPr>
              <a:t>           Risk / Risk score (0-4)</a:t>
            </a:r>
          </a:p>
          <a:p>
            <a:r>
              <a:rPr sz="1100" b="0">
                <a:solidFill>
                  <a:srgbClr val="1A1D31"/>
                </a:solidFill>
                <a:latin typeface="Arial"/>
              </a:rPr>
              <a:t>Insert a think-cell HARVEY BALL (Insert &gt; think-cell &gt; Elements &gt;</a:t>
            </a:r>
          </a:p>
          <a:p>
            <a:r>
              <a:rPr sz="1100" b="0">
                <a:solidFill>
                  <a:srgbClr val="1A1D31"/>
                </a:solidFill>
                <a:latin typeface="Arial"/>
              </a:rPr>
              <a:t>Harvey ball) in a new column to the right of Risk score. Bind the</a:t>
            </a:r>
          </a:p>
          <a:p>
            <a:r>
              <a:rPr sz="1100" b="0">
                <a:solidFill>
                  <a:srgbClr val="1A1D31"/>
                </a:solidFill>
                <a:latin typeface="Arial"/>
              </a:rPr>
              <a:t>ball value to the Risk score column (0=empty, 4=full).</a:t>
            </a:r>
          </a:p>
        </p:txBody>
      </p:sp>
      <p:sp>
        <p:nvSpPr>
          <p:cNvPr id="7" name="tcfield_S11_RenewalPipeline"/>
          <p:cNvSpPr txBox="1"/>
          <p:nvPr/>
        </p:nvSpPr>
        <p:spPr>
          <a:xfrm>
            <a:off x="100000" y="7200000"/>
            <a:ext cx="2000000" cy="100000"/>
          </a:xfrm>
          <a:prstGeom prst="rect">
            <a:avLst/>
          </a:prstGeom>
          <a:noFill/>
          <a:ln>
            <a:noFill/>
          </a:ln>
        </p:spPr>
        <p:txBody>
          <a:bodyPr wrap="square" rtlCol="0">
            <a:spAutoFit/>
          </a:bodyPr>
          <a:lstStyle/>
          <a:p>
            <a:fld id="{9efacc65-4b33-4f20-9dc9-ed71515a6794}"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1_RenewalPipeline&lt;/m_strName&gt;&lt;/PersistentType&gt;&lt;/root&gt;">
              <a:rPr lang="en-US" sz="800"/>
              <a:t>&lt;S11_RenewalPipeline&gt;</a:t>
            </a:fld>
            <a:endParaRPr lang="en-US" sz="8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{period} renewal save rate — proxy from closed Renewal opps last 12mo</a:t>
            </a:r>
          </a:p>
        </p:txBody>
      </p:sp>
      <p:sp>
        <p:nvSpPr>
          <p:cNvPr id="4" name="Text Placeholder 3"/>
          <p:cNvSpPr>
            <a:spLocks noGrp="1"/>
          </p:cNvSpPr>
          <p:nvPr>
            <p:ph type="body" idx="144" sz="quarter"/>
          </p:nvPr>
        </p:nvSpPr>
        <p:spPr/>
        <p:txBody>
          <a:bodyPr/>
          <a:lstStyle/>
          <a:p>
            <a:r>
              <a:t>GRR proxy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Retention!A1:B4</a:t>
            </a:r>
          </a:p>
          <a:p>
            <a:r>
              <a:rPr sz="1100" b="0">
                <a:solidFill>
                  <a:srgbClr val="1A1D31"/>
                </a:solidFill>
                <a:latin typeface="Arial"/>
              </a:rPr>
              <a:t>  Cols: Metric / Value</a:t>
            </a:r>
          </a:p>
          <a:p>
            <a:r>
              <a:rPr sz="1100" b="0">
                <a:solidFill>
                  <a:srgbClr val="1A1D31"/>
                </a:solidFill>
                <a:latin typeface="Arial"/>
              </a:rPr>
              <a:t>  Rows: Won Renewal ACV (last 12mo), Lost Renewal ACV (last 12mo),</a:t>
            </a:r>
          </a:p>
          <a:p>
            <a:r>
              <a:rPr sz="1100" b="0">
                <a:solidFill>
                  <a:srgbClr val="1A1D31"/>
                </a:solidFill>
                <a:latin typeface="Arial"/>
              </a:rPr>
              <a:t>        GRR proxy %</a:t>
            </a:r>
          </a:p>
          <a:p>
            <a:r>
              <a:rPr sz="1100" b="0">
                <a:solidFill>
                  <a:srgbClr val="1A1D31"/>
                </a:solidFill>
                <a:latin typeface="Arial"/>
              </a:rPr>
              <a:t>Bind cell A5 separately as a footnote text element to surface</a:t>
            </a:r>
          </a:p>
          <a:p>
            <a:r>
              <a:rPr sz="1100" b="0">
                <a:solidFill>
                  <a:srgbClr val="1A1D31"/>
                </a:solidFill>
                <a:latin typeface="Arial"/>
              </a:rPr>
              <a:t>the PROXY caveat (auto-renewals excluded, etc.).</a:t>
            </a:r>
          </a:p>
          <a:p>
            <a:r>
              <a:rPr sz="1100" b="0">
                <a:solidFill>
                  <a:srgbClr val="1A1D31"/>
                </a:solidFill>
                <a:latin typeface="Arial"/>
              </a:rPr>
              <a:t>CAVEAT: this is GRR-proxy-only today. True NRR + churn ACV +</a:t>
            </a:r>
          </a:p>
          <a:p>
            <a:r>
              <a:rPr sz="1100" b="0">
                <a:solidFill>
                  <a:srgbClr val="1A1D31"/>
                </a:solidFill>
                <a:latin typeface="Arial"/>
              </a:rPr>
              <a:t>expansion ACV require Pipeline_Snapshot__c history — Phase 2.</a:t>
            </a:r>
          </a:p>
        </p:txBody>
      </p:sp>
      <p:sp>
        <p:nvSpPr>
          <p:cNvPr id="7" name="tcfield_S12_GRRProxyFootnote"/>
          <p:cNvSpPr txBox="1"/>
          <p:nvPr/>
        </p:nvSpPr>
        <p:spPr>
          <a:xfrm>
            <a:off x="650000" y="5900000"/>
            <a:ext cx="8200000" cy="260000"/>
          </a:xfrm>
          <a:prstGeom prst="rect">
            <a:avLst/>
          </a:prstGeom>
          <a:noFill/>
          <a:ln>
            <a:noFill/>
          </a:ln>
        </p:spPr>
        <p:txBody>
          <a:bodyPr wrap="square" rtlCol="0">
            <a:spAutoFit/>
          </a:bodyPr>
          <a:lstStyle/>
          <a:p>
            <a:fld id="{221aad73-b8f6-4a54-960c-0000e862c4a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2_GRRProxyFootnote&lt;/m_strName&gt;&lt;/PersistentType&gt;&lt;/root&gt;">
              <a:rPr lang="en-US" sz="1400"/>
              <a:t>&lt;S12_GRRProxyFootnote&gt;</a:t>
            </a:fld>
            <a:endParaRPr lang="en-US" sz="1400"/>
          </a:p>
        </p:txBody>
      </p:sp>
      <p:sp>
        <p:nvSpPr>
          <p:cNvPr id="8" name="tcfield_S12_GRRProxyTable"/>
          <p:cNvSpPr txBox="1"/>
          <p:nvPr/>
        </p:nvSpPr>
        <p:spPr>
          <a:xfrm>
            <a:off x="100000" y="7200000"/>
            <a:ext cx="2000000" cy="100000"/>
          </a:xfrm>
          <a:prstGeom prst="rect">
            <a:avLst/>
          </a:prstGeom>
          <a:noFill/>
          <a:ln>
            <a:noFill/>
          </a:ln>
        </p:spPr>
        <p:txBody>
          <a:bodyPr wrap="square" rtlCol="0">
            <a:spAutoFit/>
          </a:bodyPr>
          <a:lstStyle/>
          <a:p>
            <a:fld id="{1653c93f-e5b8-49ef-8636-0475fb495e7a}"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2_GRRProxyTable&lt;/m_strName&gt;&lt;/PersistentType&gt;&lt;/root&gt;">
              <a:rPr lang="en-US" sz="800"/>
              <a:t>&lt;S12_GRRProxyTable&gt;</a:t>
            </a:fld>
            <a:endParaRPr lang="en-US" sz="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ARR (EUR)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Territory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448934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9" imgH="350" progId="TCLayout.ActiveDocument.1">
                  <p:embed/>
                </p:oleObj>
              </mc:Choice>
              <mc:Fallback>
                <p:oleObj name="think-cell Slide" r:id="rId11"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Structure, composition: Stacked 100% b</a:t>
            </a:r>
            <a:r>
              <a:rPr lang="en-US" altLang="en-US"/>
              <a:t>ar</a:t>
            </a:r>
            <a:endParaRPr lang="en-US"/>
          </a:p>
        </p:txBody>
      </p:sp>
      <p:graphicFrame>
        <p:nvGraphicFramePr>
          <p:cNvPr id="12" name="Chart 11">
            <a:extLst>
              <a:ext uri="{FF2B5EF4-FFF2-40B4-BE49-F238E27FC236}">
                <a16:creationId xmlns:a16="http://schemas.microsoft.com/office/drawing/2014/main" id="{29A68F81-E7F2-2D0D-FCB5-B175225C397E}"/>
              </a:ext>
            </a:extLst>
          </p:cNvPr>
          <p:cNvGraphicFramePr/>
          <p:nvPr>
            <p:custDataLst>
              <p:tags r:id="rId2"/>
            </p:custDataLst>
            <p:extLst>
              <p:ext uri="{D42A27DB-BD31-4B8C-83A1-F6EECF244321}">
                <p14:modId xmlns:p14="http://schemas.microsoft.com/office/powerpoint/2010/main" val="1982020318"/>
              </p:ext>
            </p:extLst>
          </p:nvPr>
        </p:nvGraphicFramePr>
        <p:xfrm>
          <a:off x="968375" y="1665288"/>
          <a:ext cx="7267575" cy="4699000"/>
        </p:xfrm>
        <a:graphic>
          <a:graphicData uri="http://schemas.openxmlformats.org/drawingml/2006/chart">
            <c:chart xmlns:c="http://schemas.openxmlformats.org/drawingml/2006/chart" xmlns:r="http://schemas.openxmlformats.org/officeDocument/2006/relationships" r:id="rId13"/>
          </a:graphicData>
        </a:graphic>
      </p:graphicFrame>
      <p:sp>
        <p:nvSpPr>
          <p:cNvPr id="67" name="Text Placeholder 2">
            <a:extLst>
              <a:ext uri="{FF2B5EF4-FFF2-40B4-BE49-F238E27FC236}">
                <a16:creationId xmlns:a16="http://schemas.microsoft.com/office/drawing/2014/main" id="{A36AD9A7-A470-4248-33C2-9AE6FF8B56DA}"/>
              </a:ext>
            </a:extLst>
          </p:cNvPr>
          <p:cNvSpPr>
            <a:spLocks/>
          </p:cNvSpPr>
          <p:nvPr>
            <p:custDataLst>
              <p:tags r:id="rId3"/>
            </p:custDataLst>
          </p:nvPr>
        </p:nvSpPr>
        <p:spPr bwMode="auto">
          <a:xfrm>
            <a:off x="428625" y="2544763"/>
            <a:ext cx="5048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C2FDBA-93C3-4C99-9459-EC8419510264}" type="datetime'''E''''''''''''''''''''M''''''''''''E''A'''''''''''''''''">
              <a:rPr lang="en-US" altLang="en-US" sz="1400" smtClean="0"/>
              <a:pPr marL="0" lvl="0" indent="0" algn="r">
                <a:spcBef>
                  <a:spcPct val="0"/>
                </a:spcBef>
                <a:spcAft>
                  <a:spcPct val="0"/>
                </a:spcAft>
                <a:buNone/>
              </a:pPr>
              <a:t>EMEA</a:t>
            </a:fld>
            <a:endParaRPr lang="en-US" sz="1400">
              <a:sym typeface="+mn-lt"/>
            </a:endParaRPr>
          </a:p>
        </p:txBody>
      </p:sp>
      <p:sp>
        <p:nvSpPr>
          <p:cNvPr id="70" name="Text Placeholder 2">
            <a:extLst>
              <a:ext uri="{FF2B5EF4-FFF2-40B4-BE49-F238E27FC236}">
                <a16:creationId xmlns:a16="http://schemas.microsoft.com/office/drawing/2014/main" id="{99A39328-2A35-5C11-69BE-4B1B19F13D58}"/>
              </a:ext>
            </a:extLst>
          </p:cNvPr>
          <p:cNvSpPr>
            <a:spLocks/>
          </p:cNvSpPr>
          <p:nvPr>
            <p:custDataLst>
              <p:tags r:id="rId4"/>
            </p:custDataLst>
          </p:nvPr>
        </p:nvSpPr>
        <p:spPr bwMode="auto">
          <a:xfrm>
            <a:off x="460375" y="3906838"/>
            <a:ext cx="4730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8EA0015D-6FFC-47C1-9AE3-4C323B8DFF08}" type="datetime'''''A''''''''''P''''''''A''''''''''''''C'''''''''">
              <a:rPr lang="en-US" altLang="en-US" sz="1400" smtClean="0"/>
              <a:pPr marL="0" lvl="0" indent="0" algn="r">
                <a:spcBef>
                  <a:spcPct val="0"/>
                </a:spcBef>
                <a:spcAft>
                  <a:spcPct val="0"/>
                </a:spcAft>
                <a:buNone/>
              </a:pPr>
              <a:t>APAC</a:t>
            </a:fld>
            <a:endParaRPr lang="en-US" sz="1400">
              <a:sym typeface="+mn-lt"/>
            </a:endParaRPr>
          </a:p>
        </p:txBody>
      </p:sp>
      <p:sp>
        <p:nvSpPr>
          <p:cNvPr id="75" name="Text Placeholder 2">
            <a:extLst>
              <a:ext uri="{FF2B5EF4-FFF2-40B4-BE49-F238E27FC236}">
                <a16:creationId xmlns:a16="http://schemas.microsoft.com/office/drawing/2014/main" id="{7AFCAD7D-F4B6-9CD7-B608-65BE121E1B24}"/>
              </a:ext>
            </a:extLst>
          </p:cNvPr>
          <p:cNvSpPr>
            <a:spLocks/>
          </p:cNvSpPr>
          <p:nvPr>
            <p:custDataLst>
              <p:tags r:id="rId5"/>
            </p:custDataLst>
          </p:nvPr>
        </p:nvSpPr>
        <p:spPr bwMode="auto">
          <a:xfrm>
            <a:off x="490538" y="5268913"/>
            <a:ext cx="4429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EFAF149-FA88-4833-8E28-81D6AF6AE2BF}" type="datetime'O''''''''''''''''''''''''''''''''''''''th''''e''''''''''r'">
              <a:rPr lang="en-US" altLang="en-US" sz="1400" smtClean="0"/>
              <a:pPr marL="0" lvl="0" indent="0" algn="r">
                <a:spcBef>
                  <a:spcPct val="0"/>
                </a:spcBef>
                <a:spcAft>
                  <a:spcPct val="0"/>
                </a:spcAft>
                <a:buNone/>
              </a:pPr>
              <a:t>Other</a:t>
            </a:fld>
            <a:endParaRPr lang="en-US" sz="1400">
              <a:sym typeface="+mn-lt"/>
            </a:endParaRPr>
          </a:p>
        </p:txBody>
      </p:sp>
      <p:sp>
        <p:nvSpPr>
          <p:cNvPr id="84" name="Text Placeholder 2">
            <a:extLst>
              <a:ext uri="{FF2B5EF4-FFF2-40B4-BE49-F238E27FC236}">
                <a16:creationId xmlns:a16="http://schemas.microsoft.com/office/drawing/2014/main" id="{C0E21FE4-5C0A-9260-3BA1-C22D87915551}"/>
              </a:ext>
            </a:extLst>
          </p:cNvPr>
          <p:cNvSpPr>
            <a:spLocks/>
          </p:cNvSpPr>
          <p:nvPr>
            <p:custDataLst>
              <p:tags r:id="rId6"/>
            </p:custDataLst>
          </p:nvPr>
        </p:nvSpPr>
        <p:spPr bwMode="auto">
          <a:xfrm>
            <a:off x="6338888" y="1917700"/>
            <a:ext cx="7889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2E74541C-8EFD-4956-A7E2-AA181C80764B}" type="datetime'''''P''r''''''''''o''''''''du''''''''''''''''ct'''' ''C'''''''">
              <a:rPr lang="en-US" altLang="en-US" sz="1400" smtClean="0"/>
              <a:pPr marL="0" lvl="0" indent="0" algn="ctr">
                <a:spcBef>
                  <a:spcPct val="0"/>
                </a:spcBef>
                <a:spcAft>
                  <a:spcPct val="0"/>
                </a:spcAft>
                <a:buNone/>
              </a:pPr>
              <a:t>Product C</a:t>
            </a:fld>
            <a:endParaRPr lang="en-US" sz="1400">
              <a:sym typeface="+mn-lt"/>
            </a:endParaRPr>
          </a:p>
        </p:txBody>
      </p:sp>
      <p:sp>
        <p:nvSpPr>
          <p:cNvPr id="85" name="Text Placeholder 2">
            <a:extLst>
              <a:ext uri="{FF2B5EF4-FFF2-40B4-BE49-F238E27FC236}">
                <a16:creationId xmlns:a16="http://schemas.microsoft.com/office/drawing/2014/main" id="{EF0B35C7-0191-B7D8-E759-AA38D66739EA}"/>
              </a:ext>
            </a:extLst>
          </p:cNvPr>
          <p:cNvSpPr>
            <a:spLocks/>
          </p:cNvSpPr>
          <p:nvPr>
            <p:custDataLst>
              <p:tags r:id="rId7"/>
            </p:custDataLst>
          </p:nvPr>
        </p:nvSpPr>
        <p:spPr bwMode="auto">
          <a:xfrm>
            <a:off x="3502025" y="1917700"/>
            <a:ext cx="7794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1B79AAA-12E8-4B78-B46D-85806344F29B}" type="datetime'''''''''''P''r''o''''''''d''u''''c''''''''t'' ''''''''B'''''''">
              <a:rPr lang="en-US" altLang="en-US" sz="1400" smtClean="0"/>
              <a:pPr marL="0" lvl="0" indent="0" algn="ctr">
                <a:spcBef>
                  <a:spcPct val="0"/>
                </a:spcBef>
                <a:spcAft>
                  <a:spcPct val="0"/>
                </a:spcAft>
                <a:buNone/>
              </a:pPr>
              <a:t>Product B</a:t>
            </a:fld>
            <a:endParaRPr lang="en-US" sz="1400">
              <a:sym typeface="+mn-lt"/>
            </a:endParaRPr>
          </a:p>
        </p:txBody>
      </p:sp>
      <p:sp>
        <p:nvSpPr>
          <p:cNvPr id="81"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auto">
          <a:xfrm>
            <a:off x="1376363" y="1917700"/>
            <a:ext cx="7699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6A9AD95B-20CB-44B4-B6B1-67C018D7535E}" type="datetime'P''r''''''''''''''''''''''o''d''''''''uct'''''''''' ''A'''''">
              <a:rPr lang="en-US" altLang="en-US" sz="1400" smtClean="0">
                <a:effectLst/>
                <a:sym typeface="+mn-lt"/>
              </a:rPr>
              <a:pPr marL="0" lvl="0" indent="0" algn="ctr">
                <a:spcBef>
                  <a:spcPct val="0"/>
                </a:spcBef>
                <a:spcAft>
                  <a:spcPct val="0"/>
                </a:spcAft>
                <a:buNone/>
              </a:pPr>
              <a:t>Stage mix</a:t>
            </a:fld>
            <a:endParaRPr lang="en-US" sz="1400">
              <a:sym typeface="+mn-lt"/>
            </a:endParaRPr>
          </a:p>
        </p:txBody>
      </p:sp>
      <p:sp>
        <p:nvSpPr>
          <p:cNvPr id="9" name="Rectangle 18">
            <a:extLst>
              <a:ext uri="{FF2B5EF4-FFF2-40B4-BE49-F238E27FC236}">
                <a16:creationId xmlns:a16="http://schemas.microsoft.com/office/drawing/2014/main" id="{36D5F96A-DE07-6F54-FAF3-4413C7A42816}"/>
              </a:ext>
            </a:extLst>
          </p:cNvPr>
          <p:cNvSpPr>
            <a:spLocks/>
          </p:cNvSpPr>
          <p:nvPr/>
        </p:nvSpPr>
        <p:spPr>
          <a:xfrm>
            <a:off x="8811106" y="-805994"/>
            <a:ext cx="4575600" cy="1365365"/>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total labels),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2" name="tc_columnhead">
            <a:extLst>
              <a:ext uri="{FF2B5EF4-FFF2-40B4-BE49-F238E27FC236}">
                <a16:creationId xmlns:a16="http://schemas.microsoft.com/office/drawing/2014/main" id="{16402414-FC1E-1CF7-315E-F8527719F220}"/>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14" name="tc_columnheadline">
            <a:extLst>
              <a:ext uri="{FF2B5EF4-FFF2-40B4-BE49-F238E27FC236}">
                <a16:creationId xmlns:a16="http://schemas.microsoft.com/office/drawing/2014/main" id="{597F1AE1-D34F-50AE-10C6-6C0D6BC62E0C}"/>
              </a:ext>
            </a:extLst>
          </p:cNvPr>
          <p:cNvCxnSpPr>
            <a:cxnSpLocks/>
            <a:stCxn id="2" idx="4"/>
            <a:endCxn id="2"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c_columnhead">
            <a:extLst>
              <a:ext uri="{FF2B5EF4-FFF2-40B4-BE49-F238E27FC236}">
                <a16:creationId xmlns:a16="http://schemas.microsoft.com/office/drawing/2014/main" id="{1BA04426-4B57-B846-5517-CB295FEE4745}"/>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6" name="tc_columnheadline">
            <a:extLst>
              <a:ext uri="{FF2B5EF4-FFF2-40B4-BE49-F238E27FC236}">
                <a16:creationId xmlns:a16="http://schemas.microsoft.com/office/drawing/2014/main" id="{9875A4AF-3295-D948-6DD4-FE679865B12A}"/>
              </a:ext>
            </a:extLst>
          </p:cNvPr>
          <p:cNvCxnSpPr>
            <a:cxnSpLocks/>
            <a:stCxn id="15" idx="4"/>
            <a:endCxn id="15"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Text Placeholder 15">
            <a:extLst>
              <a:ext uri="{FF2B5EF4-FFF2-40B4-BE49-F238E27FC236}">
                <a16:creationId xmlns:a16="http://schemas.microsoft.com/office/drawing/2014/main" id="{19105DFE-B4EF-47D7-6EC8-42F3E13078B6}"/>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a:solidFill>
                  <a:schemeClr val="tx2"/>
                </a:solidFill>
              </a:rPr>
              <a:t>Keywords: column, columns, bars, think-cell, chart, charts, graph, graphs, comment</a:t>
            </a:r>
            <a:endParaRPr lang="en-US" sz="900" dirty="0">
              <a:solidFill>
                <a:schemeClr val="tx2"/>
              </a:solidFill>
            </a:endParaRPr>
          </a:p>
        </p:txBody>
      </p:sp>
      <p:sp>
        <p:nvSpPr>
          <p:cNvPr id="3" name="Rechteck 137">
            <a:extLst>
              <a:ext uri="{FF2B5EF4-FFF2-40B4-BE49-F238E27FC236}">
                <a16:creationId xmlns:a16="http://schemas.microsoft.com/office/drawing/2014/main" id="{52043E3D-7160-1901-1ECF-84E5C0173277}"/>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26008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Value (EUR)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Median age (days)</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Risks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Share (%)</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74" name="tcfield_S21_LargestAccount"/>
          <p:cNvSpPr txBox="1"/>
          <p:nvPr/>
        </p:nvSpPr>
        <p:spPr>
          <a:xfrm>
            <a:off x="650000" y="4650000"/>
            <a:ext cx="3400000" cy="330000"/>
          </a:xfrm>
          <a:prstGeom prst="rect">
            <a:avLst/>
          </a:prstGeom>
          <a:noFill/>
          <a:ln>
            <a:noFill/>
          </a:ln>
        </p:spPr>
        <p:txBody>
          <a:bodyPr wrap="square" rtlCol="0">
            <a:spAutoFit/>
          </a:bodyPr>
          <a:lstStyle/>
          <a:p>
            <a:fld id="{5e78a429-3fc7-495f-baeb-3172a67f5537}"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Account&lt;/m_strName&gt;&lt;/PersistentType&gt;&lt;/root&gt;">
              <a:rPr lang="en-US" sz="1400"/>
              <a:t>&lt;S21_LargestAccount&gt;</a:t>
            </a:fld>
            <a:endParaRPr lang="en-US" sz="1400"/>
          </a:p>
        </p:txBody>
      </p:sp>
      <p:sp>
        <p:nvSpPr>
          <p:cNvPr id="75" name="tcfield_S21_LargestArr"/>
          <p:cNvSpPr txBox="1"/>
          <p:nvPr/>
        </p:nvSpPr>
        <p:spPr>
          <a:xfrm>
            <a:off x="4450000" y="4650000"/>
            <a:ext cx="3400000" cy="330000"/>
          </a:xfrm>
          <a:prstGeom prst="rect">
            <a:avLst/>
          </a:prstGeom>
          <a:noFill/>
          <a:ln>
            <a:noFill/>
          </a:ln>
        </p:spPr>
        <p:txBody>
          <a:bodyPr wrap="square" rtlCol="0">
            <a:spAutoFit/>
          </a:bodyPr>
          <a:lstStyle/>
          <a:p>
            <a:fld id="{45effd31-67d9-474b-9993-5a70febc2a2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Arr&lt;/m_strName&gt;&lt;/PersistentType&gt;&lt;/root&gt;">
              <a:rPr lang="en-US" sz="1400"/>
              <a:t>&lt;S21_LargestArr&gt;</a:t>
            </a:fld>
            <a:endParaRPr lang="en-US" sz="1400"/>
          </a:p>
        </p:txBody>
      </p:sp>
      <p:sp>
        <p:nvSpPr>
          <p:cNvPr id="76" name="tcfield_S21_LargestShare"/>
          <p:cNvSpPr txBox="1"/>
          <p:nvPr/>
        </p:nvSpPr>
        <p:spPr>
          <a:xfrm>
            <a:off x="650000" y="5070000"/>
            <a:ext cx="3400000" cy="330000"/>
          </a:xfrm>
          <a:prstGeom prst="rect">
            <a:avLst/>
          </a:prstGeom>
          <a:noFill/>
          <a:ln>
            <a:noFill/>
          </a:ln>
        </p:spPr>
        <p:txBody>
          <a:bodyPr wrap="square" rtlCol="0">
            <a:spAutoFit/>
          </a:bodyPr>
          <a:lstStyle/>
          <a:p>
            <a:fld id="{8d9464cd-1ae6-4467-b475-bc19e73f8a2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Share&lt;/m_strName&gt;&lt;/PersistentType&gt;&lt;/root&gt;">
              <a:rPr lang="en-US" sz="1400"/>
              <a:t>&lt;S21_LargestShare&gt;</a:t>
            </a:fld>
            <a:endParaRPr lang="en-US" sz="1400"/>
          </a:p>
        </p:txBody>
      </p:sp>
      <p:sp>
        <p:nvSpPr>
          <p:cNvPr id="77" name="tcfield_S21_ThresholdFlag"/>
          <p:cNvSpPr txBox="1"/>
          <p:nvPr/>
        </p:nvSpPr>
        <p:spPr>
          <a:xfrm>
            <a:off x="4450000" y="5070000"/>
            <a:ext cx="3400000" cy="330000"/>
          </a:xfrm>
          <a:prstGeom prst="rect">
            <a:avLst/>
          </a:prstGeom>
          <a:noFill/>
          <a:ln>
            <a:noFill/>
          </a:ln>
        </p:spPr>
        <p:txBody>
          <a:bodyPr wrap="square" rtlCol="0">
            <a:spAutoFit/>
          </a:bodyPr>
          <a:lstStyle/>
          <a:p>
            <a:fld id="{f6726268-dff2-46c0-9784-15871e4b721a}"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ThresholdFlag&lt;/m_strName&gt;&lt;/PersistentType&gt;&lt;/root&gt;">
              <a:rPr lang="en-US" sz="1400"/>
              <a:t>&lt;S21_ThresholdFlag&gt;</a:t>
            </a:fld>
            <a:endParaRPr lang="en-US" sz="1400"/>
          </a:p>
        </p:txBody>
      </p:sp>
      <p:sp>
        <p:nvSpPr>
          <p:cNvPr id="78" name="tcfield_S21_ConcentrationTable"/>
          <p:cNvSpPr txBox="1"/>
          <p:nvPr/>
        </p:nvSpPr>
        <p:spPr>
          <a:xfrm>
            <a:off x="100000" y="7200000"/>
            <a:ext cx="2000000" cy="100000"/>
          </a:xfrm>
          <a:prstGeom prst="rect">
            <a:avLst/>
          </a:prstGeom>
          <a:noFill/>
          <a:ln>
            <a:noFill/>
          </a:ln>
        </p:spPr>
        <p:txBody>
          <a:bodyPr wrap="square" rtlCol="0">
            <a:spAutoFit/>
          </a:bodyPr>
          <a:lstStyle/>
          <a:p>
            <a:fld id="{2981a381-490e-4be3-ab63-db48384507f1}"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ConcentrationTable&lt;/m_strName&gt;&lt;/PersistentType&gt;&lt;/root&gt;">
              <a:rPr lang="en-US" sz="800"/>
              <a:t>&lt;S21_ConcentrationTable&gt;</a:t>
            </a:fld>
            <a:endParaRPr lang="en-US" sz="800"/>
          </a:p>
        </p:txBody>
      </p:sp>
    </p:spTree>
    <p:extLst>
      <p:ext uri="{BB962C8B-B14F-4D97-AF65-F5344CB8AC3E}">
        <p14:creationId xmlns:p14="http://schemas.microsoft.com/office/powerpoint/2010/main" val="404453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363" name="tcfield_S22_StaleActivityFootnote"/>
          <p:cNvSpPr txBox="1"/>
          <p:nvPr/>
        </p:nvSpPr>
        <p:spPr>
          <a:xfrm>
            <a:off x="650000" y="5900000"/>
            <a:ext cx="8200000" cy="260000"/>
          </a:xfrm>
          <a:prstGeom prst="rect">
            <a:avLst/>
          </a:prstGeom>
          <a:noFill/>
          <a:ln>
            <a:noFill/>
          </a:ln>
        </p:spPr>
        <p:txBody>
          <a:bodyPr wrap="square" rtlCol="0">
            <a:spAutoFit/>
          </a:bodyPr>
          <a:lstStyle/>
          <a:p>
            <a:fld id="{92de9f91-517e-4d08-b982-4081766ef319}"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2_StaleActivityFootnote&lt;/m_strName&gt;&lt;/PersistentType&gt;&lt;/root&gt;">
              <a:rPr lang="en-US" sz="1400"/>
              <a:t>&lt;S22_StaleActivityFootnote&gt;</a:t>
            </a:fld>
            <a:endParaRPr lang="en-US" sz="1400"/>
          </a:p>
        </p:txBody>
      </p:sp>
    </p:spTree>
    <p:extLst>
      <p:ext uri="{BB962C8B-B14F-4D97-AF65-F5344CB8AC3E}">
        <p14:creationId xmlns:p14="http://schemas.microsoft.com/office/powerpoint/2010/main" val="832147397"/>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 opps × win rate × avg deal) ÷ cycle days — {period}</a:t>
            </a:r>
          </a:p>
        </p:txBody>
      </p:sp>
      <p:sp>
        <p:nvSpPr>
          <p:cNvPr id="4" name="Text Placeholder 3"/>
          <p:cNvSpPr>
            <a:spLocks noGrp="1"/>
          </p:cNvSpPr>
          <p:nvPr>
            <p:ph type="body" idx="144" sz="quarter"/>
          </p:nvPr>
        </p:nvSpPr>
        <p:spPr/>
        <p:txBody>
          <a:bodyPr/>
          <a:lstStyle/>
          <a:p>
            <a:r>
              <a:t>Sales velocity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text + single-cell bindings]</a:t>
            </a:r>
          </a:p>
          <a:p>
            <a:r>
              <a:rPr sz="1100" b="0">
                <a:solidFill>
                  <a:srgbClr val="1A1D31"/>
                </a:solidFill>
                <a:latin typeface="Arial"/>
              </a:rPr>
              <a:t>Source: model.xlsx</a:t>
            </a:r>
          </a:p>
          <a:p>
            <a:r>
              <a:rPr sz="1100" b="0">
                <a:solidFill>
                  <a:srgbClr val="1A1D31"/>
                </a:solidFill>
                <a:latin typeface="Arial"/>
              </a:rPr>
              <a:t>Range: Sales_Velocity!A1:C6</a:t>
            </a:r>
          </a:p>
          <a:p>
            <a:r>
              <a:rPr sz="1100" b="0">
                <a:solidFill>
                  <a:srgbClr val="1A1D31"/>
                </a:solidFill>
                <a:latin typeface="Arial"/>
              </a:rPr>
              <a:t>  Single-cell text bindings, in formula order:</a:t>
            </a:r>
          </a:p>
          <a:p>
            <a:r>
              <a:rPr sz="1100" b="0">
                <a:solidFill>
                  <a:srgbClr val="1A1D31"/>
                </a:solidFill>
                <a:latin typeface="Arial"/>
              </a:rPr>
              <a:t>    Sales_Velocity!B2  →  # Open L+E opps</a:t>
            </a:r>
          </a:p>
          <a:p>
            <a:r>
              <a:rPr sz="1100" b="0">
                <a:solidFill>
                  <a:srgbClr val="1A1D31"/>
                </a:solidFill>
                <a:latin typeface="Arial"/>
              </a:rPr>
              <a:t>    Sales_Velocity!B3  →  Win rate (CFQ Land+Expand closed)</a:t>
            </a:r>
          </a:p>
          <a:p>
            <a:r>
              <a:rPr sz="1100" b="0">
                <a:solidFill>
                  <a:srgbClr val="1A1D31"/>
                </a:solidFill>
                <a:latin typeface="Arial"/>
              </a:rPr>
              <a:t>    Sales_Velocity!B4  →  Avg deal size (won, last 6mo, EUR)</a:t>
            </a:r>
          </a:p>
          <a:p>
            <a:r>
              <a:rPr sz="1100" b="0">
                <a:solidFill>
                  <a:srgbClr val="1A1D31"/>
                </a:solidFill>
                <a:latin typeface="Arial"/>
              </a:rPr>
              <a:t>    Sales_Velocity!B5  →  Avg cycle days (won, last 6mo)</a:t>
            </a:r>
          </a:p>
          <a:p>
            <a:r>
              <a:rPr sz="1100" b="0">
                <a:solidFill>
                  <a:srgbClr val="1A1D31"/>
                </a:solidFill>
                <a:latin typeface="Arial"/>
              </a:rPr>
              <a:t>    Sales_Velocity!B6  →  Velocity (EUR / day)</a:t>
            </a:r>
          </a:p>
          <a:p>
            <a:r>
              <a:rPr sz="1100" b="0">
                <a:solidFill>
                  <a:srgbClr val="1A1D31"/>
                </a:solidFill>
                <a:latin typeface="Arial"/>
              </a:rPr>
              <a:t>Render 4 component KPI tiles across the slide; B6 (velocity)</a:t>
            </a:r>
          </a:p>
          <a:p>
            <a:r>
              <a:rPr sz="1100" b="0">
                <a:solidFill>
                  <a:srgbClr val="1A1D31"/>
                </a:solidFill>
                <a:latin typeface="Arial"/>
              </a:rPr>
              <a:t>sits center-large. The 'Note' column on each row (col C) is the</a:t>
            </a:r>
          </a:p>
          <a:p>
            <a:r>
              <a:rPr sz="1100" b="0">
                <a:solidFill>
                  <a:srgbClr val="1A1D31"/>
                </a:solidFill>
                <a:latin typeface="Arial"/>
              </a:rPr>
              <a:t>stakeholder-facing methodology — bind as italic-gray footnote.</a:t>
            </a:r>
          </a:p>
          <a:p>
            <a:r>
              <a:rPr sz="1100" b="0">
                <a:solidFill>
                  <a:srgbClr val="1A1D31"/>
                </a:solidFill>
                <a:latin typeface="Arial"/>
              </a:rPr>
              <a:t>No Δ-vs-prior cell exists today; QoQ delta is a Phase 2 ask.</a:t>
            </a:r>
          </a:p>
        </p:txBody>
      </p:sp>
      <p:sp>
        <p:nvSpPr>
          <p:cNvPr id="7" name="tcfield_S23_OpenOppsValue"/>
          <p:cNvSpPr txBox="1"/>
          <p:nvPr/>
        </p:nvSpPr>
        <p:spPr>
          <a:xfrm>
            <a:off x="650000" y="1250000"/>
            <a:ext cx="3900000" cy="360000"/>
          </a:xfrm>
          <a:prstGeom prst="rect">
            <a:avLst/>
          </a:prstGeom>
          <a:noFill/>
          <a:ln>
            <a:noFill/>
          </a:ln>
        </p:spPr>
        <p:txBody>
          <a:bodyPr wrap="square" rtlCol="0">
            <a:spAutoFit/>
          </a:bodyPr>
          <a:lstStyle/>
          <a:p>
            <a:fld id="{e6e13ed1-f10f-42b9-8a02-d78370d7dc03}"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OpenOppsValue&lt;/m_strName&gt;&lt;/PersistentType&gt;&lt;/root&gt;">
              <a:rPr lang="en-US" sz="1800"/>
              <a:t>&lt;S23_OpenOppsValue&gt;</a:t>
            </a:fld>
            <a:endParaRPr lang="en-US" sz="1800"/>
          </a:p>
        </p:txBody>
      </p:sp>
      <p:sp>
        <p:nvSpPr>
          <p:cNvPr id="8" name="tcfield_S23_OpenOppsNote"/>
          <p:cNvSpPr txBox="1"/>
          <p:nvPr/>
        </p:nvSpPr>
        <p:spPr>
          <a:xfrm>
            <a:off x="5050000" y="1250000"/>
            <a:ext cx="3900000" cy="360000"/>
          </a:xfrm>
          <a:prstGeom prst="rect">
            <a:avLst/>
          </a:prstGeom>
          <a:noFill/>
          <a:ln>
            <a:noFill/>
          </a:ln>
        </p:spPr>
        <p:txBody>
          <a:bodyPr wrap="square" rtlCol="0">
            <a:spAutoFit/>
          </a:bodyPr>
          <a:lstStyle/>
          <a:p>
            <a:fld id="{01e722eb-4997-482b-a904-09c72e113a44}"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OpenOppsNote&lt;/m_strName&gt;&lt;/PersistentType&gt;&lt;/root&gt;">
              <a:rPr lang="en-US" sz="1800"/>
              <a:t>&lt;S23_OpenOppsNote&gt;</a:t>
            </a:fld>
            <a:endParaRPr lang="en-US" sz="1800"/>
          </a:p>
        </p:txBody>
      </p:sp>
      <p:sp>
        <p:nvSpPr>
          <p:cNvPr id="9" name="tcfield_S23_WinRateValue"/>
          <p:cNvSpPr txBox="1"/>
          <p:nvPr/>
        </p:nvSpPr>
        <p:spPr>
          <a:xfrm>
            <a:off x="650000" y="1850000"/>
            <a:ext cx="3900000" cy="360000"/>
          </a:xfrm>
          <a:prstGeom prst="rect">
            <a:avLst/>
          </a:prstGeom>
          <a:noFill/>
          <a:ln>
            <a:noFill/>
          </a:ln>
        </p:spPr>
        <p:txBody>
          <a:bodyPr wrap="square" rtlCol="0">
            <a:spAutoFit/>
          </a:bodyPr>
          <a:lstStyle/>
          <a:p>
            <a:fld id="{f019fd59-dba9-47cb-a17b-691235449b9c}"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WinRateValue&lt;/m_strName&gt;&lt;/PersistentType&gt;&lt;/root&gt;">
              <a:rPr lang="en-US" sz="1800"/>
              <a:t>&lt;S23_WinRateValue&gt;</a:t>
            </a:fld>
            <a:endParaRPr lang="en-US" sz="1800"/>
          </a:p>
        </p:txBody>
      </p:sp>
      <p:sp>
        <p:nvSpPr>
          <p:cNvPr id="10" name="tcfield_S23_WinRateNote"/>
          <p:cNvSpPr txBox="1"/>
          <p:nvPr/>
        </p:nvSpPr>
        <p:spPr>
          <a:xfrm>
            <a:off x="5050000" y="1850000"/>
            <a:ext cx="3900000" cy="360000"/>
          </a:xfrm>
          <a:prstGeom prst="rect">
            <a:avLst/>
          </a:prstGeom>
          <a:noFill/>
          <a:ln>
            <a:noFill/>
          </a:ln>
        </p:spPr>
        <p:txBody>
          <a:bodyPr wrap="square" rtlCol="0">
            <a:spAutoFit/>
          </a:bodyPr>
          <a:lstStyle/>
          <a:p>
            <a:fld id="{8f14ae12-b2d1-4f9b-9e85-bb3f43303196}"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WinRateNote&lt;/m_strName&gt;&lt;/PersistentType&gt;&lt;/root&gt;">
              <a:rPr lang="en-US" sz="1800"/>
              <a:t>&lt;S23_WinRateNote&gt;</a:t>
            </a:fld>
            <a:endParaRPr lang="en-US" sz="1800"/>
          </a:p>
        </p:txBody>
      </p:sp>
      <p:sp>
        <p:nvSpPr>
          <p:cNvPr id="11" name="tcfield_S23_AvgDealSizeValue"/>
          <p:cNvSpPr txBox="1"/>
          <p:nvPr/>
        </p:nvSpPr>
        <p:spPr>
          <a:xfrm>
            <a:off x="650000" y="2450000"/>
            <a:ext cx="3900000" cy="360000"/>
          </a:xfrm>
          <a:prstGeom prst="rect">
            <a:avLst/>
          </a:prstGeom>
          <a:noFill/>
          <a:ln>
            <a:noFill/>
          </a:ln>
        </p:spPr>
        <p:txBody>
          <a:bodyPr wrap="square" rtlCol="0">
            <a:spAutoFit/>
          </a:bodyPr>
          <a:lstStyle/>
          <a:p>
            <a:fld id="{711a70c4-9bd9-4ee3-9628-e46352ba6cf3}"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DealSizeValue&lt;/m_strName&gt;&lt;/PersistentType&gt;&lt;/root&gt;">
              <a:rPr lang="en-US" sz="1800"/>
              <a:t>&lt;S23_AvgDealSizeValue&gt;</a:t>
            </a:fld>
            <a:endParaRPr lang="en-US" sz="1800"/>
          </a:p>
        </p:txBody>
      </p:sp>
      <p:sp>
        <p:nvSpPr>
          <p:cNvPr id="12" name="tcfield_S23_AvgDealSizeNote"/>
          <p:cNvSpPr txBox="1"/>
          <p:nvPr/>
        </p:nvSpPr>
        <p:spPr>
          <a:xfrm>
            <a:off x="5050000" y="2450000"/>
            <a:ext cx="3900000" cy="360000"/>
          </a:xfrm>
          <a:prstGeom prst="rect">
            <a:avLst/>
          </a:prstGeom>
          <a:noFill/>
          <a:ln>
            <a:noFill/>
          </a:ln>
        </p:spPr>
        <p:txBody>
          <a:bodyPr wrap="square" rtlCol="0">
            <a:spAutoFit/>
          </a:bodyPr>
          <a:lstStyle/>
          <a:p>
            <a:fld id="{c2632f16-eab6-4a1c-ad0a-4adc7d79afda}"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DealSizeNote&lt;/m_strName&gt;&lt;/PersistentType&gt;&lt;/root&gt;">
              <a:rPr lang="en-US" sz="1800"/>
              <a:t>&lt;S23_AvgDealSizeNote&gt;</a:t>
            </a:fld>
            <a:endParaRPr lang="en-US" sz="1800"/>
          </a:p>
        </p:txBody>
      </p:sp>
      <p:sp>
        <p:nvSpPr>
          <p:cNvPr id="13" name="tcfield_S23_AvgCycleDaysValue"/>
          <p:cNvSpPr txBox="1"/>
          <p:nvPr/>
        </p:nvSpPr>
        <p:spPr>
          <a:xfrm>
            <a:off x="650000" y="3050000"/>
            <a:ext cx="3900000" cy="360000"/>
          </a:xfrm>
          <a:prstGeom prst="rect">
            <a:avLst/>
          </a:prstGeom>
          <a:noFill/>
          <a:ln>
            <a:noFill/>
          </a:ln>
        </p:spPr>
        <p:txBody>
          <a:bodyPr wrap="square" rtlCol="0">
            <a:spAutoFit/>
          </a:bodyPr>
          <a:lstStyle/>
          <a:p>
            <a:fld id="{b5a1f1a8-4c53-4061-85dd-e3856f32ab6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CycleDaysValue&lt;/m_strName&gt;&lt;/PersistentType&gt;&lt;/root&gt;">
              <a:rPr lang="en-US" sz="1800"/>
              <a:t>&lt;S23_AvgCycleDaysValue&gt;</a:t>
            </a:fld>
            <a:endParaRPr lang="en-US" sz="1800"/>
          </a:p>
        </p:txBody>
      </p:sp>
      <p:sp>
        <p:nvSpPr>
          <p:cNvPr id="14" name="tcfield_S23_AvgCycleDaysNote"/>
          <p:cNvSpPr txBox="1"/>
          <p:nvPr/>
        </p:nvSpPr>
        <p:spPr>
          <a:xfrm>
            <a:off x="5050000" y="3050000"/>
            <a:ext cx="3900000" cy="360000"/>
          </a:xfrm>
          <a:prstGeom prst="rect">
            <a:avLst/>
          </a:prstGeom>
          <a:noFill/>
          <a:ln>
            <a:noFill/>
          </a:ln>
        </p:spPr>
        <p:txBody>
          <a:bodyPr wrap="square" rtlCol="0">
            <a:spAutoFit/>
          </a:bodyPr>
          <a:lstStyle/>
          <a:p>
            <a:fld id="{dc3a68ff-e70b-4233-b8e7-ff263ea7e6d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CycleDaysNote&lt;/m_strName&gt;&lt;/PersistentType&gt;&lt;/root&gt;">
              <a:rPr lang="en-US" sz="1800"/>
              <a:t>&lt;S23_AvgCycleDaysNote&gt;</a:t>
            </a:fld>
            <a:endParaRPr lang="en-US" sz="1800"/>
          </a:p>
        </p:txBody>
      </p:sp>
      <p:sp>
        <p:nvSpPr>
          <p:cNvPr id="15" name="tcfield_S23_VelocityValue"/>
          <p:cNvSpPr txBox="1"/>
          <p:nvPr/>
        </p:nvSpPr>
        <p:spPr>
          <a:xfrm>
            <a:off x="650000" y="3650000"/>
            <a:ext cx="3900000" cy="360000"/>
          </a:xfrm>
          <a:prstGeom prst="rect">
            <a:avLst/>
          </a:prstGeom>
          <a:noFill/>
          <a:ln>
            <a:noFill/>
          </a:ln>
        </p:spPr>
        <p:txBody>
          <a:bodyPr wrap="square" rtlCol="0">
            <a:spAutoFit/>
          </a:bodyPr>
          <a:lstStyle/>
          <a:p>
            <a:fld id="{6d6ad016-9a08-4a4c-adb2-6ebff4941239}"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VelocityValue&lt;/m_strName&gt;&lt;/PersistentType&gt;&lt;/root&gt;">
              <a:rPr lang="en-US" sz="1800"/>
              <a:t>&lt;S23_VelocityValue&gt;</a:t>
            </a:fld>
            <a:endParaRPr lang="en-US" sz="1800"/>
          </a:p>
        </p:txBody>
      </p:sp>
      <p:sp>
        <p:nvSpPr>
          <p:cNvPr id="16" name="tcfield_S23_VelocityNote"/>
          <p:cNvSpPr txBox="1"/>
          <p:nvPr/>
        </p:nvSpPr>
        <p:spPr>
          <a:xfrm>
            <a:off x="5050000" y="3650000"/>
            <a:ext cx="3900000" cy="360000"/>
          </a:xfrm>
          <a:prstGeom prst="rect">
            <a:avLst/>
          </a:prstGeom>
          <a:noFill/>
          <a:ln>
            <a:noFill/>
          </a:ln>
        </p:spPr>
        <p:txBody>
          <a:bodyPr wrap="square" rtlCol="0">
            <a:spAutoFit/>
          </a:bodyPr>
          <a:lstStyle/>
          <a:p>
            <a:fld id="{1c74fd28-372f-4767-9f22-45c3b99ff12c}"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VelocityNote&lt;/m_strName&gt;&lt;/PersistentType&gt;&lt;/root&gt;">
              <a:rPr lang="en-US" sz="1800"/>
              <a:t>&lt;S23_VelocityNote&gt;</a:t>
            </a:fld>
            <a:endParaRPr lang="en-US" sz="18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Top-15 accounts × motions (Land / Expand / Renewal)</a:t>
            </a:r>
          </a:p>
        </p:txBody>
      </p:sp>
      <p:sp>
        <p:nvSpPr>
          <p:cNvPr id="4" name="Text Placeholder 3"/>
          <p:cNvSpPr>
            <a:spLocks noGrp="1"/>
          </p:cNvSpPr>
          <p:nvPr>
            <p:ph type="body" idx="144" sz="quarter"/>
          </p:nvPr>
        </p:nvSpPr>
        <p:spPr/>
        <p:txBody>
          <a:bodyPr/>
          <a:lstStyle/>
          <a:p>
            <a:r>
              <a:t>Account expansion</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Account_Expansion!A1:F16</a:t>
            </a:r>
          </a:p>
          <a:p>
            <a:r>
              <a:rPr sz="1100" b="0">
                <a:solidFill>
                  <a:srgbClr val="1A1D31"/>
                </a:solidFill>
                <a:latin typeface="Arial"/>
              </a:rPr>
              <a:t>  Cols: # / Account / Land ARR / Expand ARR / Renewal ACV / # Motions</a:t>
            </a:r>
          </a:p>
          <a:p>
            <a:r>
              <a:rPr sz="1100" b="0">
                <a:solidFill>
                  <a:srgbClr val="1A1D31"/>
                </a:solidFill>
                <a:latin typeface="Arial"/>
              </a:rPr>
              <a:t>  Rows: Top-15 accounts by total open pipeline</a:t>
            </a:r>
          </a:p>
          <a:p>
            <a:r>
              <a:rPr sz="1100" b="0">
                <a:solidFill>
                  <a:srgbClr val="1A1D31"/>
                </a:solidFill>
                <a:latin typeface="Arial"/>
              </a:rPr>
              <a:t>Highlight rows where # Motions (col F) = 3 in pale aqua (#DCEEF5) —</a:t>
            </a:r>
          </a:p>
          <a:p>
            <a:r>
              <a:rPr sz="1100" b="0">
                <a:solidFill>
                  <a:srgbClr val="1A1D31"/>
                </a:solidFill>
                <a:latin typeface="Arial"/>
              </a:rPr>
              <a:t>these are full-stack expansion candidates. Conditional fill on</a:t>
            </a:r>
          </a:p>
          <a:p>
            <a:r>
              <a:rPr sz="1100" b="0">
                <a:solidFill>
                  <a:srgbClr val="1A1D31"/>
                </a:solidFill>
                <a:latin typeface="Arial"/>
              </a:rPr>
              <a:t>ARR cells (cols C/D/E): zero = light gray, &gt; EUR 500k = brand-blue tint.</a:t>
            </a:r>
          </a:p>
        </p:txBody>
      </p:sp>
      <p:sp>
        <p:nvSpPr>
          <p:cNvPr id="7" name="tcfield_S24_AccountExpansion"/>
          <p:cNvSpPr txBox="1"/>
          <p:nvPr/>
        </p:nvSpPr>
        <p:spPr>
          <a:xfrm>
            <a:off x="100000" y="7200000"/>
            <a:ext cx="2000000" cy="100000"/>
          </a:xfrm>
          <a:prstGeom prst="rect">
            <a:avLst/>
          </a:prstGeom>
          <a:noFill/>
          <a:ln>
            <a:noFill/>
          </a:ln>
        </p:spPr>
        <p:txBody>
          <a:bodyPr wrap="square" rtlCol="0">
            <a:spAutoFit/>
          </a:bodyPr>
          <a:lstStyle/>
          <a:p>
            <a:fld id="{c83bde74-6e5d-4d04-9322-e00ea9202247}"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4_AccountExpansion&lt;/m_strName&gt;&lt;/PersistentType&gt;&lt;/root&gt;">
              <a:rPr lang="en-US" sz="800"/>
              <a:t>&lt;S24_AccountExpansion&gt;</a:t>
            </a:fld>
            <a:endParaRPr lang="en-US" sz="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New ARR (EUR k)</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{period} ranked actions for the director</a:t>
            </a:r>
          </a:p>
        </p:txBody>
      </p:sp>
      <p:sp>
        <p:nvSpPr>
          <p:cNvPr id="4" name="Text Placeholder 3"/>
          <p:cNvSpPr>
            <a:spLocks noGrp="1"/>
          </p:cNvSpPr>
          <p:nvPr>
            <p:ph type="body" idx="144" sz="quarter"/>
          </p:nvPr>
        </p:nvSpPr>
        <p:spPr/>
        <p:txBody>
          <a:bodyPr/>
          <a:lstStyle/>
          <a:p>
            <a:r>
              <a:t>Action items</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 datalinked]</a:t>
            </a:r>
          </a:p>
          <a:p>
            <a:r>
              <a:rPr sz="1100" b="0">
                <a:solidFill>
                  <a:srgbClr val="1A1D31"/>
                </a:solidFill>
                <a:latin typeface="Arial"/>
              </a:rPr>
              <a:t>Range: Action_Items!A1:G&lt;last&gt;  (in legacy land.xlsx, NOT model)</a:t>
            </a:r>
          </a:p>
          <a:p>
            <a:r>
              <a:rPr sz="1100" b="0">
                <a:solidFill>
                  <a:srgbClr val="1A1D31"/>
                </a:solidFill>
                <a:latin typeface="Arial"/>
              </a:rPr>
              <a:t>  Cols: # / Priority / Rule / Claim / Suggested action / Due / Owner</a:t>
            </a:r>
          </a:p>
          <a:p>
            <a:r>
              <a:rPr sz="1100" b="0">
                <a:solidFill>
                  <a:srgbClr val="1A1D31"/>
                </a:solidFill>
                <a:latin typeface="Arial"/>
              </a:rPr>
              <a:t>Conditional fill on Priority col (HIGH=coral, MEDIUM=orange, LOW=gray)</a:t>
            </a:r>
          </a:p>
        </p:txBody>
      </p:sp>
      <p:sp>
        <p:nvSpPr>
          <p:cNvPr id="7" name="tcfield_S26_ActionItems"/>
          <p:cNvSpPr txBox="1"/>
          <p:nvPr/>
        </p:nvSpPr>
        <p:spPr>
          <a:xfrm>
            <a:off x="100000" y="7200000"/>
            <a:ext cx="2000000" cy="100000"/>
          </a:xfrm>
          <a:prstGeom prst="rect">
            <a:avLst/>
          </a:prstGeom>
          <a:noFill/>
          <a:ln>
            <a:noFill/>
          </a:ln>
        </p:spPr>
        <p:txBody>
          <a:bodyPr wrap="square" rtlCol="0">
            <a:spAutoFit/>
          </a:bodyPr>
          <a:lstStyle/>
          <a:p>
            <a:fld id="{2b337ede-9f09-4ca7-ad4e-83168c9110f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6_ActionItems&lt;/m_strName&gt;&lt;/PersistentType&gt;&lt;/root&gt;">
              <a:rPr lang="en-US" sz="800"/>
              <a:t>&lt;S26_ActionItems&gt;</a:t>
            </a:fld>
            <a:endParaRPr lang="en-US" sz="8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Narrative — pulled from brief.md</a:t>
            </a:r>
          </a:p>
        </p:txBody>
      </p:sp>
      <p:sp>
        <p:nvSpPr>
          <p:cNvPr id="4" name="Text Placeholder 3"/>
          <p:cNvSpPr>
            <a:spLocks noGrp="1"/>
          </p:cNvSpPr>
          <p:nvPr>
            <p:ph type="body" idx="144" sz="quarter"/>
          </p:nvPr>
        </p:nvSpPr>
        <p:spPr/>
        <p:txBody>
          <a:bodyPr/>
          <a:lstStyle/>
          <a:p>
            <a:r>
              <a:t>Risks &amp; outlook</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[plain text — paste from brief.md '## Risks' section]</a:t>
            </a:r>
          </a:p>
          <a:p>
            <a:r>
              <a:rPr sz="1100" b="0">
                <a:solidFill>
                  <a:srgbClr val="1A1D31"/>
                </a:solidFill>
                <a:latin typeface="Arial"/>
              </a:rPr>
              <a:t>No think-cell binding here; this slide stays narrative.</a:t>
            </a:r>
          </a:p>
          <a:p>
            <a:r>
              <a:rPr sz="1100" b="0">
                <a:solidFill>
                  <a:srgbClr val="1A1D31"/>
                </a:solidFill>
                <a:latin typeface="Arial"/>
              </a:rPr>
              <a:t>Replace per director by copying brief.md ## Risks bullets.</a:t>
            </a:r>
          </a:p>
        </p:txBody>
      </p:sp>
      <p:sp>
        <p:nvSpPr>
          <p:cNvPr id="7" name="tcfield_S27_RisksOutlook"/>
          <p:cNvSpPr txBox="1"/>
          <p:nvPr/>
        </p:nvSpPr>
        <p:spPr>
          <a:xfrm>
            <a:off x="650000" y="1300000"/>
            <a:ext cx="8200000" cy="3800000"/>
          </a:xfrm>
          <a:prstGeom prst="rect">
            <a:avLst/>
          </a:prstGeom>
          <a:noFill/>
          <a:ln>
            <a:noFill/>
          </a:ln>
        </p:spPr>
        <p:txBody>
          <a:bodyPr wrap="square" rtlCol="0">
            <a:spAutoFit/>
          </a:bodyPr>
          <a:lstStyle/>
          <a:p>
            <a:fld id="{2e523e97-5c20-4657-bd94-974f172a67c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7_RisksOutlook&lt;/m_strName&gt;&lt;/PersistentType&gt;&lt;/root&gt;">
              <a:rPr lang="en-US" sz="1400"/>
              <a:t>&lt;S27_RisksOutlook&gt;</a:t>
            </a:fld>
            <a:endParaRPr lang="en-US" sz="14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8" sz="quarter"/>
          </p:nvPr>
        </p:nvSpPr>
        <p:spPr/>
        <p:txBody>
          <a:bodyPr/>
          <a:lstStyle/>
          <a:p>
            <a: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3a0gcfWxUKnZQryvzKFx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6tAEIyZr0G2ANhpF8.31u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cTBDh1RxjZvBBKwWpJpZJ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pDKECo9XwIUkW00K61GgL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xvG8c57KGSSyg4sz3.9h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4vhe8muyABtJigNuh5PzV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M8iP_Dh_An8C2NE9D3Mgx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6jde.etPiXHNQs2MAAAgg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LFdhhf4SoXc1gdJqfScq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1C8vIJMYXVhZqTgv6XDmC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oDW5d3KhvAQnno7hldln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vWZHWfJP2pSnqWSq_MrL6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Ya4V5giDbKNrX_yuY_aqZ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09eQzGhYLxcAsHDrCJLlD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3edB2LPV8_r2.krV0LMma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8JSx93ZVcV06Y.yBy4HPB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Q1P1D6OUicOYbUsdCx51G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wbe2xeaDXyvem8v96OAKu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lZ8v1whwZ8CO2Y2a13CGu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GdO_cc52C_QV7.sNjxME8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5pDn_MvxsTTgd625FCgb8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_8VM0u3hO71uPH63gY3t4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MuvP2ubAAwA0yQYIJxURa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1S68rGO7qyRf5g2kLd2KV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YUbrmvgTxRJWXfB.LxKA6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pHLcUv_h.8VNA.mYUgjmu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hqkKF5UjCNHBb0e8THb1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t4vFAXKwBSi8bHpk2rLn9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X7wSeJXZumtOrPaT8sl7LA"/>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mxCN.9pZf_QPo.U78_.bSw"/>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sYxIawzJumMmB_5me3lrg"/>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MnmyE_tPck8YazVMbRPAZw"/>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eYm6c4RTMNCTlK7odq0D7g"/>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8YgAOwFxJS7gPnrYlZJp5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p9GXexzeCe.FPbZVOHgnvw"/>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heme/theme1.xml><?xml version="1.0" encoding="utf-8"?>
<a:theme xmlns:a="http://schemas.openxmlformats.org/drawingml/2006/main" name="1_Simcorp">
  <a:themeElements>
    <a:clrScheme name="240306 Simcorp">
      <a:dk1>
        <a:sysClr val="windowText" lastClr="000000"/>
      </a:dk1>
      <a:lt1>
        <a:srgbClr val="FFFFFF"/>
      </a:lt1>
      <a:dk2>
        <a:srgbClr val="000000"/>
      </a:dk2>
      <a:lt2>
        <a:srgbClr val="E3E3E3"/>
      </a:lt2>
      <a:accent1>
        <a:srgbClr val="083EA7"/>
      </a:accent1>
      <a:accent2>
        <a:srgbClr val="1A1D31"/>
      </a:accent2>
      <a:accent3>
        <a:srgbClr val="4B17B6"/>
      </a:accent3>
      <a:accent4>
        <a:srgbClr val="EF3E4A"/>
      </a:accent4>
      <a:accent5>
        <a:srgbClr val="FB9B2A"/>
      </a:accent5>
      <a:accent6>
        <a:srgbClr val="F0CF61"/>
      </a:accent6>
      <a:hlink>
        <a:srgbClr val="0A7BD7"/>
      </a:hlink>
      <a:folHlink>
        <a:srgbClr val="E3E3E3"/>
      </a:folHlink>
    </a:clrScheme>
    <a:fontScheme name="GS2024">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wrap="square" lIns="72000" tIns="72000" rIns="72000" bIns="72000" rtlCol="0" anchor="t">
        <a:noAutofit/>
      </a:bodyPr>
      <a:lstStyle>
        <a:defPPr algn="l">
          <a:defRPr sz="1400" smtClean="0">
            <a:solidFill>
              <a:schemeClr val="tx1"/>
            </a:solidFill>
          </a:defRPr>
        </a:defPPr>
      </a:lst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spAutoFit/>
      </a:bodyPr>
      <a:lstStyle>
        <a:defPPr algn="l">
          <a:defRPr sz="1400" smtClean="0"/>
        </a:defPPr>
      </a:lstStyle>
    </a:txDef>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240322_Simcorp template.pptx" id="{614D6A21-5BE5-43D2-9652-23DB397FED5F}" vid="{23F2C06F-EF06-453F-9B30-F945690915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AA9CF1BD7AEC4428038192B45E774E8" ma:contentTypeVersion="20" ma:contentTypeDescription="Create a new document." ma:contentTypeScope="" ma:versionID="5acf7a73752997569d40d771d02716de">
  <xsd:schema xmlns:xsd="http://www.w3.org/2001/XMLSchema" xmlns:xs="http://www.w3.org/2001/XMLSchema" xmlns:p="http://schemas.microsoft.com/office/2006/metadata/properties" xmlns:ns2="6da775cf-d1f5-4eae-929f-a72b3114fcbe" xmlns:ns3="3c9e1ff2-808f-4178-9638-05e4d28a9b67" targetNamespace="http://schemas.microsoft.com/office/2006/metadata/properties" ma:root="true" ma:fieldsID="55583e675e4a983720f512c5d65d7baf" ns2:_="" ns3:_="">
    <xsd:import namespace="6da775cf-d1f5-4eae-929f-a72b3114fcbe"/>
    <xsd:import namespace="3c9e1ff2-808f-4178-9638-05e4d28a9b67"/>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775cf-d1f5-4eae-929f-a72b3114fc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79887e05-2253-48ac-976d-d22a002877a9}" ma:internalName="TaxCatchAll" ma:showField="CatchAllData" ma:web="6da775cf-d1f5-4eae-929f-a72b3114fcb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c9e1ff2-808f-4178-9638-05e4d28a9b67"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9d5cb5c-2c06-4b03-a7a5-e31b4af0ef7e"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c9e1ff2-808f-4178-9638-05e4d28a9b67">
      <Terms xmlns="http://schemas.microsoft.com/office/infopath/2007/PartnerControls"/>
    </lcf76f155ced4ddcb4097134ff3c332f>
    <TaxCatchAll xmlns="6da775cf-d1f5-4eae-929f-a72b3114fcbe" xsi:nil="true"/>
  </documentManagement>
</p:properties>
</file>

<file path=customXml/itemProps1.xml><?xml version="1.0" encoding="utf-8"?>
<ds:datastoreItem xmlns:ds="http://schemas.openxmlformats.org/officeDocument/2006/customXml" ds:itemID="{A8E5017B-E149-4287-BF71-2B76ACBD058E}">
  <ds:schemaRefs>
    <ds:schemaRef ds:uri="http://schemas.microsoft.com/sharepoint/v3/contenttype/forms"/>
  </ds:schemaRefs>
</ds:datastoreItem>
</file>

<file path=customXml/itemProps2.xml><?xml version="1.0" encoding="utf-8"?>
<ds:datastoreItem xmlns:ds="http://schemas.openxmlformats.org/officeDocument/2006/customXml" ds:itemID="{A0069F94-D1E1-4860-BAFE-10FE744055CE}">
  <ds:schemaRefs>
    <ds:schemaRef ds:uri="3c9e1ff2-808f-4178-9638-05e4d28a9b67"/>
    <ds:schemaRef ds:uri="6da775cf-d1f5-4eae-929f-a72b3114fc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B44F83A-07EB-48D2-9842-5998DA6117F3}">
  <ds:schemaRefs>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3c9e1ff2-808f-4178-9638-05e4d28a9b67"/>
    <ds:schemaRef ds:uri="http://schemas.microsoft.com/office/2006/metadata/properties"/>
    <ds:schemaRef ds:uri="http://schemas.openxmlformats.org/package/2006/metadata/core-properties"/>
    <ds:schemaRef ds:uri="6da775cf-d1f5-4eae-929f-a72b3114fcb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240322_Simcorp template - GS2024</Template>
  <TotalTime>158</TotalTime>
  <Words>740</Words>
  <Application>Microsoft Office PowerPoint</Application>
  <PresentationFormat>Widescreen</PresentationFormat>
  <Paragraphs>223</Paragraphs>
  <Slides>14</Slides>
  <Notes>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1_Simcorp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Paulo De Leon Diaz</dc:creator>
  <cp:lastModifiedBy>Oleksandr Sharapov</cp:lastModifiedBy>
  <cp:revision>3</cp:revision>
  <dcterms:created xsi:type="dcterms:W3CDTF">2024-04-03T01:15:23Z</dcterms:created>
  <dcterms:modified xsi:type="dcterms:W3CDTF">2025-12-04T13:21:13Z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0x0101009AA9CF1BD7AEC4428038192B45E774E8</vt:lpwstr>
  </property>
  <property fmtid="{D5CDD505-2E9C-101B-9397-08002B2CF9AE}" pid="3" name="MediaServiceImageTags">
    <vt:lpwstr/>
  </property>
  <property fmtid="{D5CDD505-2E9C-101B-9397-08002B2CF9AE}" pid="4" name="MSIP_Label_de25a6c2-9b83-489b-8989-e5857e8e62e7_Enabled">
    <vt:lpwstr>true</vt:lpwstr>
  </property>
  <property fmtid="{D5CDD505-2E9C-101B-9397-08002B2CF9AE}" pid="5" name="MSIP_Label_de25a6c2-9b83-489b-8989-e5857e8e62e7_SetDate">
    <vt:lpwstr>2025-11-24T08:19:51Z</vt:lpwstr>
  </property>
  <property fmtid="{D5CDD505-2E9C-101B-9397-08002B2CF9AE}" pid="6" name="MSIP_Label_de25a6c2-9b83-489b-8989-e5857e8e62e7_Method">
    <vt:lpwstr>Standard</vt:lpwstr>
  </property>
  <property fmtid="{D5CDD505-2E9C-101B-9397-08002B2CF9AE}" pid="7" name="MSIP_Label_de25a6c2-9b83-489b-8989-e5857e8e62e7_Name">
    <vt:lpwstr>Internal</vt:lpwstr>
  </property>
  <property fmtid="{D5CDD505-2E9C-101B-9397-08002B2CF9AE}" pid="8" name="MSIP_Label_de25a6c2-9b83-489b-8989-e5857e8e62e7_SiteId">
    <vt:lpwstr>aa81b43f-3969-4fd4-80c9-84c411508d82</vt:lpwstr>
  </property>
  <property fmtid="{D5CDD505-2E9C-101B-9397-08002B2CF9AE}" pid="9" name="MSIP_Label_de25a6c2-9b83-489b-8989-e5857e8e62e7_ActionId">
    <vt:lpwstr>fa8ef2fa-5f83-4f78-8923-63b09d839146</vt:lpwstr>
  </property>
  <property fmtid="{D5CDD505-2E9C-101B-9397-08002B2CF9AE}" pid="10" name="MSIP_Label_de25a6c2-9b83-489b-8989-e5857e8e62e7_ContentBits">
    <vt:lpwstr>0</vt:lpwstr>
  </property>
  <property fmtid="{D5CDD505-2E9C-101B-9397-08002B2CF9AE}" pid="11" name="MSIP_Label_de25a6c2-9b83-489b-8989-e5857e8e62e7_Tag">
    <vt:lpwstr>10, 3, 0, 1</vt:lpwstr>
  </property>
</Properties>
</file>