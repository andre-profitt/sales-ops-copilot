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4285" r:id="rId4"/>
  </p:sldMasterIdLst>
  <p:notesMasterIdLst>
    <p:notesMasterId r:id="rId19"/>
  </p:notesMasterIdLst>
  <p:handoutMasterIdLst>
    <p:handoutMasterId r:id="rId20"/>
  </p:handoutMasterIdLst>
  <p:sldIdLst>
    <p:sldId id="256" r:id="rId18"/>
    <p:sldId id="257" r:id="rId17"/>
    <p:sldId id="258" r:id="rId16"/>
    <p:sldId id="259" r:id="rId15"/>
    <p:sldId id="260" r:id="rId14"/>
    <p:sldId id="261" r:id="rId13"/>
    <p:sldId id="262" r:id="rId12"/>
    <p:sldId id="263" r:id="rId11"/>
    <p:sldId id="264" r:id="rId10"/>
    <p:sldId id="265" r:id="rId9"/>
    <p:sldId id="266" r:id="rId8"/>
    <p:sldId id="267" r:id="rId7"/>
    <p:sldId id="268" r:id="rId6"/>
    <p:sldId id="269" r:id="rId5"/>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Lst>
  <p:sldSz cx="12192000" cy="6858000"/>
  <p:notesSz cx="6858000" cy="9144000"/>
  <p:embeddedFontLst>
    <p:embeddedFont>
      <p:font typeface="GT America" panose="020B0604020202020204" charset="0"/>
      <p:regular r:id="rId21"/>
      <p:bold r:id="rId22"/>
      <p:italic r:id="rId23"/>
      <p:boldItalic r:id="rId24"/>
    </p:embeddedFont>
    <p:embeddedFont>
      <p:font typeface="Microsoft Sans Serif" panose="020B0604020202020204" pitchFamily="34" charset="0"/>
      <p:regular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1"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1C8D"/>
    <a:srgbClr val="A83167"/>
    <a:srgbClr val="EA5362"/>
    <a:srgbClr val="E5BFC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EA2D5-60CF-4FE8-A1F9-D513E0BF9A9B}" v="165" dt="2025-11-24T09:46:27.65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9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3.xml"/><Relationship Id="rId17" Type="http://schemas.openxmlformats.org/officeDocument/2006/relationships/slide" Target="slides/slide2.xml"/><Relationship Id="rId18" Type="http://schemas.openxmlformats.org/officeDocument/2006/relationships/slide" Target="slides/slide1.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CC0BB003-453D-49F4-9E2C-B0AABA0AB37D}" type="datetimeFigureOut">
              <a:rPr lang="en-US" smtClean="0"/>
              <a:t>12/4/2025</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p:cNvSpPr>
            <a:spLocks noGrp="1"/>
          </p:cNvSpPr>
          <p:nvPr>
            <p:ph type="dt"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17C9ACF2-9523-4E24-AB2A-AA40E013F93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7" name="Slide Number Placeholder 6"/>
          <p:cNvSpPr>
            <a:spLocks noGrp="1"/>
          </p:cNvSpPr>
          <p:nvPr>
            <p:ph type="sldNum" sz="quarter" idx="5"/>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79F5A480-A98C-4E91-8166-A054DD06EBA9}" type="slidenum">
              <a:rPr lang="en-US" smtClean="0"/>
              <a:t>‹#›</a:t>
            </a:fld>
            <a:endParaRPr lang="en-US"/>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Master" Target="../slideMasters/slideMaster1.xml"/><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4" name="Picture 3" descr="A colorful gradient with squares&#10;&#10;Description automatically generated with medium confidence">
            <a:extLst>
              <a:ext uri="{FF2B5EF4-FFF2-40B4-BE49-F238E27FC236}">
                <a16:creationId xmlns:a16="http://schemas.microsoft.com/office/drawing/2014/main" id="{6C566B1A-1272-AB8E-397F-CAE1B245E1FA}"/>
              </a:ext>
            </a:extLst>
          </p:cNvPr>
          <p:cNvPicPr>
            <a:picLocks noChangeAspect="1"/>
          </p:cNvPicPr>
          <p:nvPr userDrawn="1"/>
        </p:nvPicPr>
        <p:blipFill>
          <a:blip r:embed="rId2"/>
          <a:stretch>
            <a:fillRect/>
          </a:stretch>
        </p:blipFill>
        <p:spPr>
          <a:xfrm>
            <a:off x="-88" y="0"/>
            <a:ext cx="12192000" cy="6858000"/>
          </a:xfrm>
          <a:prstGeom prst="rect">
            <a:avLst/>
          </a:prstGeom>
        </p:spPr>
      </p:pic>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3">
            <a:alphaModFix/>
          </a:blip>
          <a:stretch>
            <a:fillRect/>
          </a:stretch>
        </p:blipFill>
        <p:spPr>
          <a:xfrm>
            <a:off x="9761150" y="6163016"/>
            <a:ext cx="1960591" cy="411451"/>
          </a:xfrm>
          <a:prstGeom prst="rect">
            <a:avLst/>
          </a:prstGeom>
          <a:noFill/>
          <a:ln>
            <a:noFill/>
          </a:ln>
        </p:spPr>
      </p:pic>
      <p:sp>
        <p:nvSpPr>
          <p:cNvPr id="6" name="Text Placeholder 9">
            <a:extLst>
              <a:ext uri="{FF2B5EF4-FFF2-40B4-BE49-F238E27FC236}">
                <a16:creationId xmlns:a16="http://schemas.microsoft.com/office/drawing/2014/main" id="{EE6ACF4D-39FE-5029-6ECA-D44D07569397}"/>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8134316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video backgroun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0B1994B-1B69-EE8D-66A8-E42A677D663A}"/>
              </a:ext>
            </a:extLst>
          </p:cNvPr>
          <p:cNvSpPr>
            <a:spLocks noGrp="1"/>
          </p:cNvSpPr>
          <p:nvPr>
            <p:ph type="pic" sz="quarter" idx="23"/>
          </p:nvPr>
        </p:nvSpPr>
        <p:spPr>
          <a:xfrm>
            <a:off x="0" y="0"/>
            <a:ext cx="12192000" cy="6858000"/>
          </a:xfrm>
          <a:prstGeom prst="rect">
            <a:avLst/>
          </a:prstGeom>
          <a:solidFill>
            <a:schemeClr val="bg2"/>
          </a:solidFill>
        </p:spPr>
        <p:txBody>
          <a:bodyPr anchor="ctr"/>
          <a:lstStyle>
            <a:lvl1pPr marL="0" indent="0" algn="ctr">
              <a:buNone/>
              <a:defRPr/>
            </a:lvl1pPr>
          </a:lstStyle>
          <a:p>
            <a:endParaRPr lang="en-PH"/>
          </a:p>
        </p:txBody>
      </p:sp>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2">
            <a:alphaModFix/>
          </a:blip>
          <a:stretch>
            <a:fillRect/>
          </a:stretch>
        </p:blipFill>
        <p:spPr>
          <a:xfrm>
            <a:off x="9761150" y="6163016"/>
            <a:ext cx="1960591" cy="411451"/>
          </a:xfrm>
          <a:prstGeom prst="rect">
            <a:avLst/>
          </a:prstGeom>
          <a:noFill/>
          <a:ln>
            <a:noFill/>
          </a:ln>
        </p:spPr>
      </p:pic>
      <p:sp>
        <p:nvSpPr>
          <p:cNvPr id="10" name="Text Placeholder 9">
            <a:extLst>
              <a:ext uri="{FF2B5EF4-FFF2-40B4-BE49-F238E27FC236}">
                <a16:creationId xmlns:a16="http://schemas.microsoft.com/office/drawing/2014/main" id="{E1D3B2C9-B324-02D1-32A1-4600C8554423}"/>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9731566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3" name="Picture 2" descr="A blue and white square&#10;&#10;Description automatically generated">
            <a:extLst>
              <a:ext uri="{FF2B5EF4-FFF2-40B4-BE49-F238E27FC236}">
                <a16:creationId xmlns:a16="http://schemas.microsoft.com/office/drawing/2014/main" id="{B97315B6-47B8-3488-8060-93738F3A4A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5" name="Graphic 4">
            <a:extLst>
              <a:ext uri="{FF2B5EF4-FFF2-40B4-BE49-F238E27FC236}">
                <a16:creationId xmlns:a16="http://schemas.microsoft.com/office/drawing/2014/main" id="{29D8C3CA-D7D7-68DA-CAF6-A99DCF5333E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6" name="Text Placeholder 9">
            <a:extLst>
              <a:ext uri="{FF2B5EF4-FFF2-40B4-BE49-F238E27FC236}">
                <a16:creationId xmlns:a16="http://schemas.microsoft.com/office/drawing/2014/main" id="{2ABE3610-C38F-7091-3E51-751732C30C96}"/>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7" name="Text Placeholder 9">
            <a:extLst>
              <a:ext uri="{FF2B5EF4-FFF2-40B4-BE49-F238E27FC236}">
                <a16:creationId xmlns:a16="http://schemas.microsoft.com/office/drawing/2014/main" id="{8D0F9025-13F9-728F-4472-4ABEE933DC80}"/>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159769511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3" name="Picture 2" descr="A close up of a colorful background&#10;&#10;Description automatically generated">
            <a:extLst>
              <a:ext uri="{FF2B5EF4-FFF2-40B4-BE49-F238E27FC236}">
                <a16:creationId xmlns:a16="http://schemas.microsoft.com/office/drawing/2014/main" id="{5F359F09-40C0-699F-EBA1-BE16EAA88A6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2" name="Graphic 1">
            <a:extLst>
              <a:ext uri="{FF2B5EF4-FFF2-40B4-BE49-F238E27FC236}">
                <a16:creationId xmlns:a16="http://schemas.microsoft.com/office/drawing/2014/main" id="{6CB13E21-24D2-99DE-9F7D-38EC546AEF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9">
            <a:extLst>
              <a:ext uri="{FF2B5EF4-FFF2-40B4-BE49-F238E27FC236}">
                <a16:creationId xmlns:a16="http://schemas.microsoft.com/office/drawing/2014/main" id="{372E426D-1A89-8152-E200-684F0819BABD}"/>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6" name="Text Placeholder 9">
            <a:extLst>
              <a:ext uri="{FF2B5EF4-FFF2-40B4-BE49-F238E27FC236}">
                <a16:creationId xmlns:a16="http://schemas.microsoft.com/office/drawing/2014/main" id="{76A1DAE6-C33E-1795-CBFA-0A5AFC520933}"/>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7011329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7116024" y="120686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7116024" y="1591936"/>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7116024" y="1977005"/>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7116024" y="2362074"/>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7116024" y="2747143"/>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1" name="Text Placeholder 3">
            <a:extLst>
              <a:ext uri="{FF2B5EF4-FFF2-40B4-BE49-F238E27FC236}">
                <a16:creationId xmlns:a16="http://schemas.microsoft.com/office/drawing/2014/main" id="{F98CD9D1-AE39-D262-425C-097DED777F61}"/>
              </a:ext>
            </a:extLst>
          </p:cNvPr>
          <p:cNvSpPr>
            <a:spLocks noGrp="1"/>
          </p:cNvSpPr>
          <p:nvPr>
            <p:ph type="body" sz="quarter" idx="101" hasCustomPrompt="1"/>
          </p:nvPr>
        </p:nvSpPr>
        <p:spPr>
          <a:xfrm>
            <a:off x="10050780" y="120686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7116024" y="3132212"/>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7116024" y="351728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7116024" y="3902350"/>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7116024" y="4287419"/>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7116024" y="4672488"/>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7116024" y="505755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7116024" y="544262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 name="Text Placeholder 3">
            <a:extLst>
              <a:ext uri="{FF2B5EF4-FFF2-40B4-BE49-F238E27FC236}">
                <a16:creationId xmlns:a16="http://schemas.microsoft.com/office/drawing/2014/main" id="{17B815E4-D652-35F0-2830-C94C45187BD0}"/>
              </a:ext>
            </a:extLst>
          </p:cNvPr>
          <p:cNvSpPr>
            <a:spLocks noGrp="1"/>
          </p:cNvSpPr>
          <p:nvPr>
            <p:ph type="body" sz="quarter" idx="128" hasCustomPrompt="1"/>
          </p:nvPr>
        </p:nvSpPr>
        <p:spPr>
          <a:xfrm>
            <a:off x="10050780" y="159193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F55B5ACD-BD51-7286-1AA8-8C98F7FAD4B6}"/>
              </a:ext>
            </a:extLst>
          </p:cNvPr>
          <p:cNvSpPr>
            <a:spLocks noGrp="1"/>
          </p:cNvSpPr>
          <p:nvPr>
            <p:ph type="body" sz="quarter" idx="129" hasCustomPrompt="1"/>
          </p:nvPr>
        </p:nvSpPr>
        <p:spPr>
          <a:xfrm>
            <a:off x="10050780" y="197700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7" name="Text Placeholder 3">
            <a:extLst>
              <a:ext uri="{FF2B5EF4-FFF2-40B4-BE49-F238E27FC236}">
                <a16:creationId xmlns:a16="http://schemas.microsoft.com/office/drawing/2014/main" id="{1D8235E0-29B6-E6F5-C29B-8F60E24D6B45}"/>
              </a:ext>
            </a:extLst>
          </p:cNvPr>
          <p:cNvSpPr>
            <a:spLocks noGrp="1"/>
          </p:cNvSpPr>
          <p:nvPr>
            <p:ph type="body" sz="quarter" idx="130" hasCustomPrompt="1"/>
          </p:nvPr>
        </p:nvSpPr>
        <p:spPr>
          <a:xfrm>
            <a:off x="10050780" y="236207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8" name="Text Placeholder 3">
            <a:extLst>
              <a:ext uri="{FF2B5EF4-FFF2-40B4-BE49-F238E27FC236}">
                <a16:creationId xmlns:a16="http://schemas.microsoft.com/office/drawing/2014/main" id="{0EA52473-7FCB-0B36-B7C1-F3B7721EB23D}"/>
              </a:ext>
            </a:extLst>
          </p:cNvPr>
          <p:cNvSpPr>
            <a:spLocks noGrp="1"/>
          </p:cNvSpPr>
          <p:nvPr>
            <p:ph type="body" sz="quarter" idx="131" hasCustomPrompt="1"/>
          </p:nvPr>
        </p:nvSpPr>
        <p:spPr>
          <a:xfrm>
            <a:off x="10050780" y="274714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652FA04D-83C6-401D-B6F9-251F0BB593F9}"/>
              </a:ext>
            </a:extLst>
          </p:cNvPr>
          <p:cNvSpPr>
            <a:spLocks noGrp="1"/>
          </p:cNvSpPr>
          <p:nvPr>
            <p:ph type="body" sz="quarter" idx="132" hasCustomPrompt="1"/>
          </p:nvPr>
        </p:nvSpPr>
        <p:spPr>
          <a:xfrm>
            <a:off x="10050780" y="313221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BEE9E01B-042A-B17F-5318-5EA33C69002D}"/>
              </a:ext>
            </a:extLst>
          </p:cNvPr>
          <p:cNvSpPr>
            <a:spLocks noGrp="1"/>
          </p:cNvSpPr>
          <p:nvPr>
            <p:ph type="body" sz="quarter" idx="133" hasCustomPrompt="1"/>
          </p:nvPr>
        </p:nvSpPr>
        <p:spPr>
          <a:xfrm>
            <a:off x="10050780" y="351728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A5D1BAA0-075E-5ADB-3CBA-269CF00A1A4B}"/>
              </a:ext>
            </a:extLst>
          </p:cNvPr>
          <p:cNvSpPr>
            <a:spLocks noGrp="1"/>
          </p:cNvSpPr>
          <p:nvPr>
            <p:ph type="body" sz="quarter" idx="134" hasCustomPrompt="1"/>
          </p:nvPr>
        </p:nvSpPr>
        <p:spPr>
          <a:xfrm>
            <a:off x="10050780" y="390235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3CAB9EBA-F603-6A30-366A-97C4EA24954F}"/>
              </a:ext>
            </a:extLst>
          </p:cNvPr>
          <p:cNvSpPr>
            <a:spLocks noGrp="1"/>
          </p:cNvSpPr>
          <p:nvPr>
            <p:ph type="body" sz="quarter" idx="135" hasCustomPrompt="1"/>
          </p:nvPr>
        </p:nvSpPr>
        <p:spPr>
          <a:xfrm>
            <a:off x="10050780" y="428741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21CF146D-BDCC-DBFA-E2EF-C6DCD97574CE}"/>
              </a:ext>
            </a:extLst>
          </p:cNvPr>
          <p:cNvSpPr>
            <a:spLocks noGrp="1"/>
          </p:cNvSpPr>
          <p:nvPr>
            <p:ph type="body" sz="quarter" idx="136" hasCustomPrompt="1"/>
          </p:nvPr>
        </p:nvSpPr>
        <p:spPr>
          <a:xfrm>
            <a:off x="10050780" y="467248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3423B8EB-7627-C087-1180-2DBA3D01DD7C}"/>
              </a:ext>
            </a:extLst>
          </p:cNvPr>
          <p:cNvSpPr>
            <a:spLocks noGrp="1"/>
          </p:cNvSpPr>
          <p:nvPr>
            <p:ph type="body" sz="quarter" idx="137" hasCustomPrompt="1"/>
          </p:nvPr>
        </p:nvSpPr>
        <p:spPr>
          <a:xfrm>
            <a:off x="10050780" y="505755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C9295674-DE38-ED81-B3A1-2DB6C842506F}"/>
              </a:ext>
            </a:extLst>
          </p:cNvPr>
          <p:cNvSpPr>
            <a:spLocks noGrp="1"/>
          </p:cNvSpPr>
          <p:nvPr>
            <p:ph type="body" sz="quarter" idx="139" hasCustomPrompt="1"/>
          </p:nvPr>
        </p:nvSpPr>
        <p:spPr>
          <a:xfrm>
            <a:off x="10050780" y="544262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37" name="Slide Number Placeholder 36">
            <a:extLst>
              <a:ext uri="{FF2B5EF4-FFF2-40B4-BE49-F238E27FC236}">
                <a16:creationId xmlns:a16="http://schemas.microsoft.com/office/drawing/2014/main" id="{9209102C-D7E9-B367-5265-0A76B0647265}"/>
              </a:ext>
            </a:extLst>
          </p:cNvPr>
          <p:cNvSpPr>
            <a:spLocks noGrp="1"/>
          </p:cNvSpPr>
          <p:nvPr>
            <p:ph type="sldNum" sz="quarter" idx="143"/>
          </p:nvPr>
        </p:nvSpPr>
        <p:spPr/>
        <p:txBody>
          <a:bodyPr/>
          <a:lstStyle/>
          <a:p>
            <a:fld id="{5EA29875-719B-4A39-A51C-7BDD87443D68}" type="slidenum">
              <a:rPr lang="en-US" smtClean="0"/>
              <a:pPr/>
              <a:t>‹#›</a:t>
            </a:fld>
            <a:endParaRPr lang="en-US"/>
          </a:p>
        </p:txBody>
      </p:sp>
      <p:sp>
        <p:nvSpPr>
          <p:cNvPr id="18" name="Text Placeholder 3">
            <a:extLst>
              <a:ext uri="{FF2B5EF4-FFF2-40B4-BE49-F238E27FC236}">
                <a16:creationId xmlns:a16="http://schemas.microsoft.com/office/drawing/2014/main" id="{8C232000-E82E-FBE5-F4C5-25E21111F157}"/>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5EA58F30-4B8E-98F6-6272-7EFC9449204B}"/>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308045216"/>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6797250" y="120687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6797250" y="1591940"/>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6797250" y="1977009"/>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6797250" y="2362078"/>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6797250" y="2747147"/>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6797250" y="3132216"/>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6797250" y="351728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6797250" y="3902354"/>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6797250" y="4287423"/>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6797250" y="4672492"/>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6797250" y="505756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6797250" y="544262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2" name="Text Placeholder 3">
            <a:extLst>
              <a:ext uri="{FF2B5EF4-FFF2-40B4-BE49-F238E27FC236}">
                <a16:creationId xmlns:a16="http://schemas.microsoft.com/office/drawing/2014/main" id="{0D559BFB-5A62-932C-D34D-7CE51103B80D}"/>
              </a:ext>
            </a:extLst>
          </p:cNvPr>
          <p:cNvSpPr>
            <a:spLocks noGrp="1"/>
          </p:cNvSpPr>
          <p:nvPr>
            <p:ph type="body" sz="quarter" idx="126" hasCustomPrompt="1"/>
          </p:nvPr>
        </p:nvSpPr>
        <p:spPr>
          <a:xfrm>
            <a:off x="9732474" y="120687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4" name="Text Placeholder 3">
            <a:extLst>
              <a:ext uri="{FF2B5EF4-FFF2-40B4-BE49-F238E27FC236}">
                <a16:creationId xmlns:a16="http://schemas.microsoft.com/office/drawing/2014/main" id="{E195693F-BEAD-A6BF-7FCA-3F583C695415}"/>
              </a:ext>
            </a:extLst>
          </p:cNvPr>
          <p:cNvSpPr>
            <a:spLocks noGrp="1"/>
          </p:cNvSpPr>
          <p:nvPr>
            <p:ph type="body" sz="quarter" idx="128" hasCustomPrompt="1"/>
          </p:nvPr>
        </p:nvSpPr>
        <p:spPr>
          <a:xfrm>
            <a:off x="9732474" y="159194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703E9037-9AFD-CE85-08DA-5253C4D17AAB}"/>
              </a:ext>
            </a:extLst>
          </p:cNvPr>
          <p:cNvSpPr>
            <a:spLocks noGrp="1"/>
          </p:cNvSpPr>
          <p:nvPr>
            <p:ph type="body" sz="quarter" idx="129" hasCustomPrompt="1"/>
          </p:nvPr>
        </p:nvSpPr>
        <p:spPr>
          <a:xfrm>
            <a:off x="9732474" y="197700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2D86293F-B45A-935E-B568-ED050581109C}"/>
              </a:ext>
            </a:extLst>
          </p:cNvPr>
          <p:cNvSpPr>
            <a:spLocks noGrp="1"/>
          </p:cNvSpPr>
          <p:nvPr>
            <p:ph type="body" sz="quarter" idx="130" hasCustomPrompt="1"/>
          </p:nvPr>
        </p:nvSpPr>
        <p:spPr>
          <a:xfrm>
            <a:off x="9732474" y="236207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891B6EE5-4384-5037-0D86-A474F3DBBDF1}"/>
              </a:ext>
            </a:extLst>
          </p:cNvPr>
          <p:cNvSpPr>
            <a:spLocks noGrp="1"/>
          </p:cNvSpPr>
          <p:nvPr>
            <p:ph type="body" sz="quarter" idx="131" hasCustomPrompt="1"/>
          </p:nvPr>
        </p:nvSpPr>
        <p:spPr>
          <a:xfrm>
            <a:off x="9732474" y="274714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7F621CCC-4CDF-E8A5-A3B7-63CAD76F53E4}"/>
              </a:ext>
            </a:extLst>
          </p:cNvPr>
          <p:cNvSpPr>
            <a:spLocks noGrp="1"/>
          </p:cNvSpPr>
          <p:nvPr>
            <p:ph type="body" sz="quarter" idx="132" hasCustomPrompt="1"/>
          </p:nvPr>
        </p:nvSpPr>
        <p:spPr>
          <a:xfrm>
            <a:off x="9732474" y="313221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B2994915-9C22-3043-610C-0344CFE495CE}"/>
              </a:ext>
            </a:extLst>
          </p:cNvPr>
          <p:cNvSpPr>
            <a:spLocks noGrp="1"/>
          </p:cNvSpPr>
          <p:nvPr>
            <p:ph type="body" sz="quarter" idx="133" hasCustomPrompt="1"/>
          </p:nvPr>
        </p:nvSpPr>
        <p:spPr>
          <a:xfrm>
            <a:off x="9732474" y="351728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48758DF7-6CBE-86AC-45F1-FB217B17F485}"/>
              </a:ext>
            </a:extLst>
          </p:cNvPr>
          <p:cNvSpPr>
            <a:spLocks noGrp="1"/>
          </p:cNvSpPr>
          <p:nvPr>
            <p:ph type="body" sz="quarter" idx="134" hasCustomPrompt="1"/>
          </p:nvPr>
        </p:nvSpPr>
        <p:spPr>
          <a:xfrm>
            <a:off x="9732474" y="390235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70D0BD2E-5450-F581-E3B6-EF2B8A0816DE}"/>
              </a:ext>
            </a:extLst>
          </p:cNvPr>
          <p:cNvSpPr>
            <a:spLocks noGrp="1"/>
          </p:cNvSpPr>
          <p:nvPr>
            <p:ph type="body" sz="quarter" idx="135" hasCustomPrompt="1"/>
          </p:nvPr>
        </p:nvSpPr>
        <p:spPr>
          <a:xfrm>
            <a:off x="9732474" y="428742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3" name="Text Placeholder 3">
            <a:extLst>
              <a:ext uri="{FF2B5EF4-FFF2-40B4-BE49-F238E27FC236}">
                <a16:creationId xmlns:a16="http://schemas.microsoft.com/office/drawing/2014/main" id="{7D39C51C-4F1A-75ED-BBE6-EA3C230B2A3F}"/>
              </a:ext>
            </a:extLst>
          </p:cNvPr>
          <p:cNvSpPr>
            <a:spLocks noGrp="1"/>
          </p:cNvSpPr>
          <p:nvPr>
            <p:ph type="body" sz="quarter" idx="136" hasCustomPrompt="1"/>
          </p:nvPr>
        </p:nvSpPr>
        <p:spPr>
          <a:xfrm>
            <a:off x="9732474" y="467249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4C850B6F-5A5F-6960-D28C-84679C19019B}"/>
              </a:ext>
            </a:extLst>
          </p:cNvPr>
          <p:cNvSpPr>
            <a:spLocks noGrp="1"/>
          </p:cNvSpPr>
          <p:nvPr>
            <p:ph type="body" sz="quarter" idx="137" hasCustomPrompt="1"/>
          </p:nvPr>
        </p:nvSpPr>
        <p:spPr>
          <a:xfrm>
            <a:off x="9732474" y="505756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5" name="Text Placeholder 3">
            <a:extLst>
              <a:ext uri="{FF2B5EF4-FFF2-40B4-BE49-F238E27FC236}">
                <a16:creationId xmlns:a16="http://schemas.microsoft.com/office/drawing/2014/main" id="{8F509791-E5DA-D505-5B6F-180BC139D264}"/>
              </a:ext>
            </a:extLst>
          </p:cNvPr>
          <p:cNvSpPr>
            <a:spLocks noGrp="1"/>
          </p:cNvSpPr>
          <p:nvPr>
            <p:ph type="body" sz="quarter" idx="139" hasCustomPrompt="1"/>
          </p:nvPr>
        </p:nvSpPr>
        <p:spPr>
          <a:xfrm>
            <a:off x="9732474" y="544262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9" name="Text Placeholder 3">
            <a:extLst>
              <a:ext uri="{FF2B5EF4-FFF2-40B4-BE49-F238E27FC236}">
                <a16:creationId xmlns:a16="http://schemas.microsoft.com/office/drawing/2014/main" id="{9CB4A33C-C8BA-FD65-A66B-15BD777965D8}"/>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6" name="Text Placeholder 3">
            <a:extLst>
              <a:ext uri="{FF2B5EF4-FFF2-40B4-BE49-F238E27FC236}">
                <a16:creationId xmlns:a16="http://schemas.microsoft.com/office/drawing/2014/main" id="{C80217E1-5D76-EA33-0CE3-0E005DDFAB59}"/>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4155383062"/>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81020845"/>
      </p:ext>
    </p:extLst>
  </p:cSld>
  <p:clrMapOvr>
    <a:masterClrMapping/>
  </p:clrMapOvr>
  <p:hf sldNum="0"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5" name="Text Placeholder 3">
            <a:extLst>
              <a:ext uri="{FF2B5EF4-FFF2-40B4-BE49-F238E27FC236}">
                <a16:creationId xmlns:a16="http://schemas.microsoft.com/office/drawing/2014/main" id="{8E4D84EF-1EE2-B970-D832-CF89060DA369}"/>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6D2ED67-89F0-A49A-680C-4311376EC02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223364093"/>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5" name="Content Placeholder 7">
            <a:extLst>
              <a:ext uri="{FF2B5EF4-FFF2-40B4-BE49-F238E27FC236}">
                <a16:creationId xmlns:a16="http://schemas.microsoft.com/office/drawing/2014/main" id="{138FB5D8-4FA7-2ECA-1A2F-DED440E93FB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E068C41-D06A-7FB4-D9C9-D95DAEEE7ED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9" name="Text Placeholder 3">
            <a:extLst>
              <a:ext uri="{FF2B5EF4-FFF2-40B4-BE49-F238E27FC236}">
                <a16:creationId xmlns:a16="http://schemas.microsoft.com/office/drawing/2014/main" id="{2D5D252C-3F45-21DF-4B8D-32AE8196D0E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1" name="Text Placeholder 3">
            <a:extLst>
              <a:ext uri="{FF2B5EF4-FFF2-40B4-BE49-F238E27FC236}">
                <a16:creationId xmlns:a16="http://schemas.microsoft.com/office/drawing/2014/main" id="{0F971941-FE4E-84B4-550E-7716BF3A5F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913679161"/>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E2876E20-FB6B-C4C3-E79D-0523C011C58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5" name="Text Placeholder 3">
            <a:extLst>
              <a:ext uri="{FF2B5EF4-FFF2-40B4-BE49-F238E27FC236}">
                <a16:creationId xmlns:a16="http://schemas.microsoft.com/office/drawing/2014/main" id="{F7CE2D98-FDDC-FD00-5E69-F2A04C479FF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71977229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626814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626814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3">
            <a:extLst>
              <a:ext uri="{FF2B5EF4-FFF2-40B4-BE49-F238E27FC236}">
                <a16:creationId xmlns:a16="http://schemas.microsoft.com/office/drawing/2014/main" id="{EDA8097A-C484-CB1A-5979-F173FF97D31A}"/>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ED1455E-CABA-437F-570A-D4F53B1AD9B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5678549"/>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4454650"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8069514"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4454650"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8069514" y="2344787"/>
            <a:ext cx="3282696"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15" name="Text Placeholder 3">
            <a:extLst>
              <a:ext uri="{FF2B5EF4-FFF2-40B4-BE49-F238E27FC236}">
                <a16:creationId xmlns:a16="http://schemas.microsoft.com/office/drawing/2014/main" id="{960DA77C-3EAD-B77D-31A2-356AB046243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6" name="Text Placeholder 3">
            <a:extLst>
              <a:ext uri="{FF2B5EF4-FFF2-40B4-BE49-F238E27FC236}">
                <a16:creationId xmlns:a16="http://schemas.microsoft.com/office/drawing/2014/main" id="{F8A9CA2C-F497-ADAE-26D5-F0C1D5D5F6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052923776"/>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1447"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3108"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4770"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3551447"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6263108" y="2344787"/>
            <a:ext cx="237744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8974770"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18" name="Text Placeholder 3">
            <a:extLst>
              <a:ext uri="{FF2B5EF4-FFF2-40B4-BE49-F238E27FC236}">
                <a16:creationId xmlns:a16="http://schemas.microsoft.com/office/drawing/2014/main" id="{B226B7B0-FD05-E882-FCAE-36319D6FE202}"/>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B2DEC358-6CDB-7962-E078-8593066EB3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490027834"/>
      </p:ext>
    </p:extLst>
  </p:cSld>
  <p:clrMapOvr>
    <a:masterClrMapping/>
  </p:clrMapOvr>
  <p:hf sldNum="0"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2976402"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5113018"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7249634"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2976402"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5113018" y="2344787"/>
            <a:ext cx="196596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7249634"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9" name="Content Placeholder 7">
            <a:extLst>
              <a:ext uri="{FF2B5EF4-FFF2-40B4-BE49-F238E27FC236}">
                <a16:creationId xmlns:a16="http://schemas.microsoft.com/office/drawing/2014/main" id="{0E078ED8-0F3C-0A54-C202-671AD512F1FD}"/>
              </a:ext>
            </a:extLst>
          </p:cNvPr>
          <p:cNvSpPr>
            <a:spLocks noGrp="1"/>
          </p:cNvSpPr>
          <p:nvPr>
            <p:ph sz="quarter" idx="65"/>
          </p:nvPr>
        </p:nvSpPr>
        <p:spPr>
          <a:xfrm>
            <a:off x="9386250"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F4D2EABC-6FF3-2FDB-2B43-641986FA216F}"/>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8" name="Text Placeholder 6">
            <a:extLst>
              <a:ext uri="{FF2B5EF4-FFF2-40B4-BE49-F238E27FC236}">
                <a16:creationId xmlns:a16="http://schemas.microsoft.com/office/drawing/2014/main" id="{C165AC3C-FBE0-6FA1-9147-46485BA1CEDE}"/>
              </a:ext>
            </a:extLst>
          </p:cNvPr>
          <p:cNvSpPr>
            <a:spLocks noGrp="1"/>
          </p:cNvSpPr>
          <p:nvPr>
            <p:ph type="body" sz="quarter" idx="67" hasCustomPrompt="1"/>
          </p:nvPr>
        </p:nvSpPr>
        <p:spPr>
          <a:xfrm>
            <a:off x="9386250"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21" name="Text Placeholder 3">
            <a:extLst>
              <a:ext uri="{FF2B5EF4-FFF2-40B4-BE49-F238E27FC236}">
                <a16:creationId xmlns:a16="http://schemas.microsoft.com/office/drawing/2014/main" id="{90C0EC77-0044-2B6B-1363-DC50E5C3CF4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2" name="Text Placeholder 3">
            <a:extLst>
              <a:ext uri="{FF2B5EF4-FFF2-40B4-BE49-F238E27FC236}">
                <a16:creationId xmlns:a16="http://schemas.microsoft.com/office/drawing/2014/main" id="{3DF2C75F-15BB-4D64-CC20-792B5EEE42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700471995"/>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9" name="Text Placeholder 3">
            <a:extLst>
              <a:ext uri="{FF2B5EF4-FFF2-40B4-BE49-F238E27FC236}">
                <a16:creationId xmlns:a16="http://schemas.microsoft.com/office/drawing/2014/main" id="{C6F68ACA-0053-5A10-7A51-F71E6E0D8F2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0" name="Text Placeholder 3">
            <a:extLst>
              <a:ext uri="{FF2B5EF4-FFF2-40B4-BE49-F238E27FC236}">
                <a16:creationId xmlns:a16="http://schemas.microsoft.com/office/drawing/2014/main" id="{75DAF3E6-E254-1824-0D25-99D8014D8C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1" name="Slide Number Placeholder 5">
            <a:extLst>
              <a:ext uri="{FF2B5EF4-FFF2-40B4-BE49-F238E27FC236}">
                <a16:creationId xmlns:a16="http://schemas.microsoft.com/office/drawing/2014/main" id="{0D8DAAE7-D0BD-E9DE-2A28-BE6854C12952}"/>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2" name="Slide Number Placeholder 5">
            <a:extLst>
              <a:ext uri="{FF2B5EF4-FFF2-40B4-BE49-F238E27FC236}">
                <a16:creationId xmlns:a16="http://schemas.microsoft.com/office/drawing/2014/main" id="{06E0B410-C872-EB7D-9AA1-21C8FD5ADF29}"/>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3" name="Slide Number Placeholder 5">
            <a:extLst>
              <a:ext uri="{FF2B5EF4-FFF2-40B4-BE49-F238E27FC236}">
                <a16:creationId xmlns:a16="http://schemas.microsoft.com/office/drawing/2014/main" id="{DA1CB924-B29D-707D-1D66-84501387C839}"/>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88195645"/>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5" name="Content Placeholder 7">
            <a:extLst>
              <a:ext uri="{FF2B5EF4-FFF2-40B4-BE49-F238E27FC236}">
                <a16:creationId xmlns:a16="http://schemas.microsoft.com/office/drawing/2014/main" id="{3377327A-5669-76DE-029A-0336804673B7}"/>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6B96342-1DA9-A183-C602-227565FBDFBD}"/>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9" name="Content Placeholder 7">
            <a:extLst>
              <a:ext uri="{FF2B5EF4-FFF2-40B4-BE49-F238E27FC236}">
                <a16:creationId xmlns:a16="http://schemas.microsoft.com/office/drawing/2014/main" id="{C57CD4A1-3C8D-0802-98B3-34F3E87001F1}"/>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B07BD374-94E6-9338-24E6-2F2622DE70BC}"/>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11" name="Text Placeholder 3">
            <a:extLst>
              <a:ext uri="{FF2B5EF4-FFF2-40B4-BE49-F238E27FC236}">
                <a16:creationId xmlns:a16="http://schemas.microsoft.com/office/drawing/2014/main" id="{A40E949F-779A-E950-35EA-2E7AD5D3C3B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D2D794A-1194-6852-06E5-1E6C866096F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96321778-1FA5-6FB7-BB48-2672DEA1AF1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C8EDFF5D-60A7-E05A-EA1A-F02E4F469C3C}"/>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6" name="Slide Number Placeholder 5">
            <a:extLst>
              <a:ext uri="{FF2B5EF4-FFF2-40B4-BE49-F238E27FC236}">
                <a16:creationId xmlns:a16="http://schemas.microsoft.com/office/drawing/2014/main" id="{52FF6F7D-67D4-F7FC-9A50-1EE7264C6CC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06375152"/>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4" name="Content Placeholder 7">
            <a:extLst>
              <a:ext uri="{FF2B5EF4-FFF2-40B4-BE49-F238E27FC236}">
                <a16:creationId xmlns:a16="http://schemas.microsoft.com/office/drawing/2014/main" id="{A96A1E3E-DA99-B7F2-7C60-60511C9FF781}"/>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84F98CE8-E690-F3F6-116D-15B0A0BA7E7E}"/>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44BC8A89-5716-4FBA-2A10-002BAE8E017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045A4F01-8597-05CF-D19C-0ABA45002377}"/>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07820561-F04C-809A-B127-CE71B0D6784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90756F32-8F67-E562-F4FF-80B174C3844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6" name="Graphic 15">
            <a:extLst>
              <a:ext uri="{FF2B5EF4-FFF2-40B4-BE49-F238E27FC236}">
                <a16:creationId xmlns:a16="http://schemas.microsoft.com/office/drawing/2014/main" id="{99CF4A3C-43CF-1C9A-ECCC-89E96BED1F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7" name="Text Placeholder 3">
            <a:extLst>
              <a:ext uri="{FF2B5EF4-FFF2-40B4-BE49-F238E27FC236}">
                <a16:creationId xmlns:a16="http://schemas.microsoft.com/office/drawing/2014/main" id="{D2701E25-2516-CA8F-C371-AA628B6B3F7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8686EE27-2508-879E-EF54-7FC40A66A121}"/>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F5ACAC82-75E5-23D5-01A6-1A0ECFE62B8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7" name="Slide Number Placeholder 5">
            <a:extLst>
              <a:ext uri="{FF2B5EF4-FFF2-40B4-BE49-F238E27FC236}">
                <a16:creationId xmlns:a16="http://schemas.microsoft.com/office/drawing/2014/main" id="{4C26A8BC-48D6-839F-18A5-AA5E6E606B0B}"/>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8" name="Slide Number Placeholder 5">
            <a:extLst>
              <a:ext uri="{FF2B5EF4-FFF2-40B4-BE49-F238E27FC236}">
                <a16:creationId xmlns:a16="http://schemas.microsoft.com/office/drawing/2014/main" id="{3F4CAEC0-4929-CC7F-4A06-B35EA0EBA20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230960806"/>
      </p:ext>
    </p:extLst>
  </p:cSld>
  <p:clrMapOvr>
    <a:masterClrMapping/>
  </p:clrMapOvr>
  <p:hf sldNum="0"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3" name="Content Placeholder 7">
            <a:extLst>
              <a:ext uri="{FF2B5EF4-FFF2-40B4-BE49-F238E27FC236}">
                <a16:creationId xmlns:a16="http://schemas.microsoft.com/office/drawing/2014/main" id="{67CB7B05-B76C-32BA-D756-C4A9CEEBD466}"/>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137EB39-441C-6ECB-0527-B55F03957B64}"/>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CDA29A62-4696-F171-DC39-0E1DF0198F10}"/>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6D85AA2A-33D3-314C-583E-2EABA5E75E71}"/>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BEDBB10A-C965-E212-3F5A-D36F7939BEDF}"/>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A722600C-82FC-E8BE-C4FB-0A9D3F39AFA5}"/>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DBAB4876-D42C-0D16-9AB9-3E08128683AE}"/>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64D490D1-E27F-00CD-58C6-D2F38D5AEC17}"/>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11" name="Text Placeholder 3">
            <a:extLst>
              <a:ext uri="{FF2B5EF4-FFF2-40B4-BE49-F238E27FC236}">
                <a16:creationId xmlns:a16="http://schemas.microsoft.com/office/drawing/2014/main" id="{C4B80CEE-6B25-B139-1CE7-65A7C7F5A4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99D0D5C-53A0-3839-1801-165E24F6A72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776E7769-5B4E-6146-EB88-D982E409646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4171810B-DF18-E8B9-3B21-4BA64C33215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0" name="Slide Number Placeholder 5">
            <a:extLst>
              <a:ext uri="{FF2B5EF4-FFF2-40B4-BE49-F238E27FC236}">
                <a16:creationId xmlns:a16="http://schemas.microsoft.com/office/drawing/2014/main" id="{99A0C801-E724-97B2-6884-BE706220118F}"/>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374442215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283CF3B1-6FE0-6FCD-157C-54C4D1CFAA54}"/>
              </a:ext>
            </a:extLst>
          </p:cNvPr>
          <p:cNvSpPr>
            <a:spLocks noGrp="1"/>
          </p:cNvSpPr>
          <p:nvPr>
            <p:ph sz="quarter" idx="22"/>
          </p:nvPr>
        </p:nvSpPr>
        <p:spPr>
          <a:xfrm>
            <a:off x="83978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EEB7CF2E-2F21-99AA-BAC5-3345002CA650}"/>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892C5487-E793-AB3C-082B-3393DA9AEFF1}"/>
              </a:ext>
            </a:extLst>
          </p:cNvPr>
          <p:cNvSpPr>
            <a:spLocks noGrp="1"/>
          </p:cNvSpPr>
          <p:nvPr>
            <p:ph sz="quarter" idx="55"/>
          </p:nvPr>
        </p:nvSpPr>
        <p:spPr>
          <a:xfrm>
            <a:off x="626814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EEBF4112-D2CD-1D9B-4D8D-4A75425AB806}"/>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Text Placeholder 6">
            <a:extLst>
              <a:ext uri="{FF2B5EF4-FFF2-40B4-BE49-F238E27FC236}">
                <a16:creationId xmlns:a16="http://schemas.microsoft.com/office/drawing/2014/main" id="{6C1970BC-3C56-B758-D752-C7ACF5116F3A}"/>
              </a:ext>
            </a:extLst>
          </p:cNvPr>
          <p:cNvSpPr>
            <a:spLocks noGrp="1"/>
          </p:cNvSpPr>
          <p:nvPr>
            <p:ph type="body" sz="quarter" idx="61" hasCustomPrompt="1"/>
          </p:nvPr>
        </p:nvSpPr>
        <p:spPr>
          <a:xfrm>
            <a:off x="83978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5" name="Text Placeholder 6">
            <a:extLst>
              <a:ext uri="{FF2B5EF4-FFF2-40B4-BE49-F238E27FC236}">
                <a16:creationId xmlns:a16="http://schemas.microsoft.com/office/drawing/2014/main" id="{553AF32B-0C40-8BC2-A9BE-C3F92B641F85}"/>
              </a:ext>
            </a:extLst>
          </p:cNvPr>
          <p:cNvSpPr>
            <a:spLocks noGrp="1"/>
          </p:cNvSpPr>
          <p:nvPr>
            <p:ph type="body" sz="quarter" idx="62" hasCustomPrompt="1"/>
          </p:nvPr>
        </p:nvSpPr>
        <p:spPr>
          <a:xfrm>
            <a:off x="626814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D6B493A9-0215-91F6-8730-63577DE5826D}"/>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768185FB-A5E0-F944-1336-C9F190A050A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76B7929D-1DCB-BFCE-9B4F-FE061B239D5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D9E28E06-A948-8999-3CA6-CD44903FED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EBF1D8D3-29DE-05AE-6117-5EA0D34FE6A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96020479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37F7A1C1-D254-DBC8-D693-C5C560AACC5E}"/>
              </a:ext>
            </a:extLst>
          </p:cNvPr>
          <p:cNvSpPr>
            <a:spLocks noGrp="1"/>
          </p:cNvSpPr>
          <p:nvPr>
            <p:ph sz="quarter" idx="22"/>
          </p:nvPr>
        </p:nvSpPr>
        <p:spPr>
          <a:xfrm>
            <a:off x="839786"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FC036677-DD4B-7BC1-0082-64910B2D46CE}"/>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6900377-6F4C-4278-1DB5-11FAFC2B14EE}"/>
              </a:ext>
            </a:extLst>
          </p:cNvPr>
          <p:cNvSpPr>
            <a:spLocks noGrp="1"/>
          </p:cNvSpPr>
          <p:nvPr>
            <p:ph sz="quarter" idx="55"/>
          </p:nvPr>
        </p:nvSpPr>
        <p:spPr>
          <a:xfrm>
            <a:off x="4454650"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E47D00A-6CF5-7972-808C-D5CECCE3B40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57F365E9-068E-9ACA-44ED-9DB373F64EFF}"/>
              </a:ext>
            </a:extLst>
          </p:cNvPr>
          <p:cNvSpPr>
            <a:spLocks noGrp="1"/>
          </p:cNvSpPr>
          <p:nvPr>
            <p:ph sz="quarter" idx="57"/>
          </p:nvPr>
        </p:nvSpPr>
        <p:spPr>
          <a:xfrm>
            <a:off x="8069514"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B13D299B-344E-B604-C1F9-301BDF21970A}"/>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Text Placeholder 6">
            <a:extLst>
              <a:ext uri="{FF2B5EF4-FFF2-40B4-BE49-F238E27FC236}">
                <a16:creationId xmlns:a16="http://schemas.microsoft.com/office/drawing/2014/main" id="{EE531DE9-7D37-F2B6-730E-B4786409A3E6}"/>
              </a:ext>
            </a:extLst>
          </p:cNvPr>
          <p:cNvSpPr>
            <a:spLocks noGrp="1"/>
          </p:cNvSpPr>
          <p:nvPr>
            <p:ph type="body" sz="quarter" idx="61" hasCustomPrompt="1"/>
          </p:nvPr>
        </p:nvSpPr>
        <p:spPr>
          <a:xfrm>
            <a:off x="839786"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8" name="Text Placeholder 6">
            <a:extLst>
              <a:ext uri="{FF2B5EF4-FFF2-40B4-BE49-F238E27FC236}">
                <a16:creationId xmlns:a16="http://schemas.microsoft.com/office/drawing/2014/main" id="{37C4B96F-E9BB-D9E6-CF81-55DE2653EA99}"/>
              </a:ext>
            </a:extLst>
          </p:cNvPr>
          <p:cNvSpPr>
            <a:spLocks noGrp="1"/>
          </p:cNvSpPr>
          <p:nvPr>
            <p:ph type="body" sz="quarter" idx="62" hasCustomPrompt="1"/>
          </p:nvPr>
        </p:nvSpPr>
        <p:spPr>
          <a:xfrm>
            <a:off x="4454650"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0" name="Text Placeholder 6">
            <a:extLst>
              <a:ext uri="{FF2B5EF4-FFF2-40B4-BE49-F238E27FC236}">
                <a16:creationId xmlns:a16="http://schemas.microsoft.com/office/drawing/2014/main" id="{2C9CFB92-510C-A2A8-62FD-FB8480632FAA}"/>
              </a:ext>
            </a:extLst>
          </p:cNvPr>
          <p:cNvSpPr>
            <a:spLocks noGrp="1"/>
          </p:cNvSpPr>
          <p:nvPr>
            <p:ph type="body" sz="quarter" idx="63" hasCustomPrompt="1"/>
          </p:nvPr>
        </p:nvSpPr>
        <p:spPr>
          <a:xfrm>
            <a:off x="8069514"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F5B882E5-4277-AF2A-76AD-629019B83A4F}"/>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975AF096-9ACE-B36B-EA47-9CB14097F39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74663C7-7DFD-434E-D12C-055DC8C5C08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68C35EAF-8A26-05CF-FBE2-1D16AC7CD54A}"/>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9F448815-8ACE-68CB-44F9-E8E6FFBAFB3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507406005"/>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4A6850C8-4C08-AD26-4B65-208F11B9CE6C}"/>
              </a:ext>
            </a:extLst>
          </p:cNvPr>
          <p:cNvSpPr>
            <a:spLocks noGrp="1"/>
          </p:cNvSpPr>
          <p:nvPr>
            <p:ph sz="quarter" idx="22"/>
          </p:nvPr>
        </p:nvSpPr>
        <p:spPr>
          <a:xfrm>
            <a:off x="839786"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74B0EBCC-9BA0-AA62-74F0-3BE770EE5CD2}"/>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DBE9A169-E219-DA54-A7EB-D8D9B13D1115}"/>
              </a:ext>
            </a:extLst>
          </p:cNvPr>
          <p:cNvSpPr>
            <a:spLocks noGrp="1"/>
          </p:cNvSpPr>
          <p:nvPr>
            <p:ph sz="quarter" idx="55"/>
          </p:nvPr>
        </p:nvSpPr>
        <p:spPr>
          <a:xfrm>
            <a:off x="3551447"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C5922A6-65AB-96A2-5E67-81D1743C1131}"/>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579261AF-FE66-B839-170A-E33BD9074CED}"/>
              </a:ext>
            </a:extLst>
          </p:cNvPr>
          <p:cNvSpPr>
            <a:spLocks noGrp="1"/>
          </p:cNvSpPr>
          <p:nvPr>
            <p:ph sz="quarter" idx="57"/>
          </p:nvPr>
        </p:nvSpPr>
        <p:spPr>
          <a:xfrm>
            <a:off x="6263108"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F2D62633-499A-0F22-73AA-1126FD9E1EA5}"/>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1" name="Content Placeholder 7">
            <a:extLst>
              <a:ext uri="{FF2B5EF4-FFF2-40B4-BE49-F238E27FC236}">
                <a16:creationId xmlns:a16="http://schemas.microsoft.com/office/drawing/2014/main" id="{707C57C3-F0DD-DC3E-D885-5D4825521040}"/>
              </a:ext>
            </a:extLst>
          </p:cNvPr>
          <p:cNvSpPr>
            <a:spLocks noGrp="1"/>
          </p:cNvSpPr>
          <p:nvPr>
            <p:ph sz="quarter" idx="59"/>
          </p:nvPr>
        </p:nvSpPr>
        <p:spPr>
          <a:xfrm>
            <a:off x="8974770"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6">
            <a:extLst>
              <a:ext uri="{FF2B5EF4-FFF2-40B4-BE49-F238E27FC236}">
                <a16:creationId xmlns:a16="http://schemas.microsoft.com/office/drawing/2014/main" id="{F769A465-C830-601E-4E74-9583FB4E8901}"/>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3" name="Text Placeholder 6">
            <a:extLst>
              <a:ext uri="{FF2B5EF4-FFF2-40B4-BE49-F238E27FC236}">
                <a16:creationId xmlns:a16="http://schemas.microsoft.com/office/drawing/2014/main" id="{F93E6C26-277F-7EE2-09AA-570FFE4CFD58}"/>
              </a:ext>
            </a:extLst>
          </p:cNvPr>
          <p:cNvSpPr>
            <a:spLocks noGrp="1"/>
          </p:cNvSpPr>
          <p:nvPr>
            <p:ph type="body" sz="quarter" idx="61" hasCustomPrompt="1"/>
          </p:nvPr>
        </p:nvSpPr>
        <p:spPr>
          <a:xfrm>
            <a:off x="839786"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4" name="Text Placeholder 6">
            <a:extLst>
              <a:ext uri="{FF2B5EF4-FFF2-40B4-BE49-F238E27FC236}">
                <a16:creationId xmlns:a16="http://schemas.microsoft.com/office/drawing/2014/main" id="{5BE5EB32-77D8-340C-C233-2790298D19FF}"/>
              </a:ext>
            </a:extLst>
          </p:cNvPr>
          <p:cNvSpPr>
            <a:spLocks noGrp="1"/>
          </p:cNvSpPr>
          <p:nvPr>
            <p:ph type="body" sz="quarter" idx="62" hasCustomPrompt="1"/>
          </p:nvPr>
        </p:nvSpPr>
        <p:spPr>
          <a:xfrm>
            <a:off x="3551447"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5" name="Text Placeholder 6">
            <a:extLst>
              <a:ext uri="{FF2B5EF4-FFF2-40B4-BE49-F238E27FC236}">
                <a16:creationId xmlns:a16="http://schemas.microsoft.com/office/drawing/2014/main" id="{F26A9BA2-4265-147C-C20D-07ADF2818323}"/>
              </a:ext>
            </a:extLst>
          </p:cNvPr>
          <p:cNvSpPr>
            <a:spLocks noGrp="1"/>
          </p:cNvSpPr>
          <p:nvPr>
            <p:ph type="body" sz="quarter" idx="63" hasCustomPrompt="1"/>
          </p:nvPr>
        </p:nvSpPr>
        <p:spPr>
          <a:xfrm>
            <a:off x="6263108"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6" name="Text Placeholder 6">
            <a:extLst>
              <a:ext uri="{FF2B5EF4-FFF2-40B4-BE49-F238E27FC236}">
                <a16:creationId xmlns:a16="http://schemas.microsoft.com/office/drawing/2014/main" id="{7E511664-07DC-05FD-3971-4BBA057E1FD1}"/>
              </a:ext>
            </a:extLst>
          </p:cNvPr>
          <p:cNvSpPr>
            <a:spLocks noGrp="1"/>
          </p:cNvSpPr>
          <p:nvPr>
            <p:ph type="body" sz="quarter" idx="64" hasCustomPrompt="1"/>
          </p:nvPr>
        </p:nvSpPr>
        <p:spPr>
          <a:xfrm>
            <a:off x="8974770"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7624BE71-6287-A60C-D988-C20AC9B063D7}"/>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F2931273-47DE-96C9-3DDF-9A77544BE4B5}"/>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1A0E3C19-6E40-051C-78B5-E09ACF2BBD4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F89831FF-0063-0222-85EF-7D3B92F106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89CA085E-6DED-2B70-7AAF-83E3D9355083}"/>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4713707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x content (w/ line and blue background)">
    <p:spTree>
      <p:nvGrpSpPr>
        <p:cNvPr id="1" name=""/>
        <p:cNvGrpSpPr/>
        <p:nvPr/>
      </p:nvGrpSpPr>
      <p:grpSpPr>
        <a:xfrm>
          <a:off x="0" y="0"/>
          <a:ext cx="0" cy="0"/>
          <a:chOff x="0" y="0"/>
          <a:chExt cx="0" cy="0"/>
        </a:xfrm>
      </p:grpSpPr>
      <p:pic>
        <p:nvPicPr>
          <p:cNvPr id="22" name="Picture 21" descr="A blue and white gradient&#10;&#10;Description automatically generated">
            <a:extLst>
              <a:ext uri="{FF2B5EF4-FFF2-40B4-BE49-F238E27FC236}">
                <a16:creationId xmlns:a16="http://schemas.microsoft.com/office/drawing/2014/main" id="{6BD13FB2-FD34-2685-BC51-899FC8D55645}"/>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7A8F7CDF-5D63-DB94-497D-BB622CE0EBF9}"/>
              </a:ext>
            </a:extLst>
          </p:cNvPr>
          <p:cNvSpPr>
            <a:spLocks noGrp="1"/>
          </p:cNvSpPr>
          <p:nvPr>
            <p:ph sz="quarter" idx="22"/>
          </p:nvPr>
        </p:nvSpPr>
        <p:spPr>
          <a:xfrm>
            <a:off x="839786"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0971E8B1-23D4-CE4E-B4D7-118633B91412}"/>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E194745-2C4C-DB4C-A07D-22DF12EF84D2}"/>
              </a:ext>
            </a:extLst>
          </p:cNvPr>
          <p:cNvSpPr>
            <a:spLocks noGrp="1"/>
          </p:cNvSpPr>
          <p:nvPr>
            <p:ph sz="quarter" idx="55"/>
          </p:nvPr>
        </p:nvSpPr>
        <p:spPr>
          <a:xfrm>
            <a:off x="2976402"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04F045F-02BF-037B-EFDC-66317AC28990}"/>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64F5763E-BCDC-195E-E423-66FDE6E9E612}"/>
              </a:ext>
            </a:extLst>
          </p:cNvPr>
          <p:cNvSpPr>
            <a:spLocks noGrp="1"/>
          </p:cNvSpPr>
          <p:nvPr>
            <p:ph sz="quarter" idx="57"/>
          </p:nvPr>
        </p:nvSpPr>
        <p:spPr>
          <a:xfrm>
            <a:off x="5113018"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CD5621A-2A8A-AC8E-BB9A-2559E28AC377}"/>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5B9A5E60-0360-F87F-508C-CE08DBC9DBA3}"/>
              </a:ext>
            </a:extLst>
          </p:cNvPr>
          <p:cNvSpPr>
            <a:spLocks noGrp="1"/>
          </p:cNvSpPr>
          <p:nvPr>
            <p:ph sz="quarter" idx="59"/>
          </p:nvPr>
        </p:nvSpPr>
        <p:spPr>
          <a:xfrm>
            <a:off x="7249634"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EAB13923-BEDE-8B47-A4E8-A0A13D28AFC3}"/>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0" name="Text Placeholder 6">
            <a:extLst>
              <a:ext uri="{FF2B5EF4-FFF2-40B4-BE49-F238E27FC236}">
                <a16:creationId xmlns:a16="http://schemas.microsoft.com/office/drawing/2014/main" id="{EE8A1B01-1782-9FAA-886F-722CEECA8343}"/>
              </a:ext>
            </a:extLst>
          </p:cNvPr>
          <p:cNvSpPr>
            <a:spLocks noGrp="1"/>
          </p:cNvSpPr>
          <p:nvPr>
            <p:ph type="body" sz="quarter" idx="61" hasCustomPrompt="1"/>
          </p:nvPr>
        </p:nvSpPr>
        <p:spPr>
          <a:xfrm>
            <a:off x="839786"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7" name="Text Placeholder 6">
            <a:extLst>
              <a:ext uri="{FF2B5EF4-FFF2-40B4-BE49-F238E27FC236}">
                <a16:creationId xmlns:a16="http://schemas.microsoft.com/office/drawing/2014/main" id="{BD07E14D-F68A-02C7-7130-0E111C4631CF}"/>
              </a:ext>
            </a:extLst>
          </p:cNvPr>
          <p:cNvSpPr>
            <a:spLocks noGrp="1"/>
          </p:cNvSpPr>
          <p:nvPr>
            <p:ph type="body" sz="quarter" idx="62" hasCustomPrompt="1"/>
          </p:nvPr>
        </p:nvSpPr>
        <p:spPr>
          <a:xfrm>
            <a:off x="2976402"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8" name="Text Placeholder 6">
            <a:extLst>
              <a:ext uri="{FF2B5EF4-FFF2-40B4-BE49-F238E27FC236}">
                <a16:creationId xmlns:a16="http://schemas.microsoft.com/office/drawing/2014/main" id="{BE85334F-769D-3379-4477-99F395EF9679}"/>
              </a:ext>
            </a:extLst>
          </p:cNvPr>
          <p:cNvSpPr>
            <a:spLocks noGrp="1"/>
          </p:cNvSpPr>
          <p:nvPr>
            <p:ph type="body" sz="quarter" idx="63" hasCustomPrompt="1"/>
          </p:nvPr>
        </p:nvSpPr>
        <p:spPr>
          <a:xfrm>
            <a:off x="5113018"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9" name="Text Placeholder 6">
            <a:extLst>
              <a:ext uri="{FF2B5EF4-FFF2-40B4-BE49-F238E27FC236}">
                <a16:creationId xmlns:a16="http://schemas.microsoft.com/office/drawing/2014/main" id="{9AAAD40C-74DE-8FBB-4D8D-392ECA252E39}"/>
              </a:ext>
            </a:extLst>
          </p:cNvPr>
          <p:cNvSpPr>
            <a:spLocks noGrp="1"/>
          </p:cNvSpPr>
          <p:nvPr>
            <p:ph type="body" sz="quarter" idx="64" hasCustomPrompt="1"/>
          </p:nvPr>
        </p:nvSpPr>
        <p:spPr>
          <a:xfrm>
            <a:off x="7249634"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30" name="Content Placeholder 7">
            <a:extLst>
              <a:ext uri="{FF2B5EF4-FFF2-40B4-BE49-F238E27FC236}">
                <a16:creationId xmlns:a16="http://schemas.microsoft.com/office/drawing/2014/main" id="{CFCAF4A0-265F-6D40-06FB-0C257FBD0486}"/>
              </a:ext>
            </a:extLst>
          </p:cNvPr>
          <p:cNvSpPr>
            <a:spLocks noGrp="1"/>
          </p:cNvSpPr>
          <p:nvPr>
            <p:ph sz="quarter" idx="65"/>
          </p:nvPr>
        </p:nvSpPr>
        <p:spPr>
          <a:xfrm>
            <a:off x="9386250"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6">
            <a:extLst>
              <a:ext uri="{FF2B5EF4-FFF2-40B4-BE49-F238E27FC236}">
                <a16:creationId xmlns:a16="http://schemas.microsoft.com/office/drawing/2014/main" id="{E24F9FFB-0607-59A8-F7B6-8EDF13F3A3CC}"/>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32" name="Text Placeholder 6">
            <a:extLst>
              <a:ext uri="{FF2B5EF4-FFF2-40B4-BE49-F238E27FC236}">
                <a16:creationId xmlns:a16="http://schemas.microsoft.com/office/drawing/2014/main" id="{99533431-A329-4CC1-72E1-8580E35364F5}"/>
              </a:ext>
            </a:extLst>
          </p:cNvPr>
          <p:cNvSpPr>
            <a:spLocks noGrp="1"/>
          </p:cNvSpPr>
          <p:nvPr>
            <p:ph type="body" sz="quarter" idx="67" hasCustomPrompt="1"/>
          </p:nvPr>
        </p:nvSpPr>
        <p:spPr>
          <a:xfrm>
            <a:off x="9386250"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C633949E-3113-4194-CECB-53F3F51CCD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B589A52-11EF-1998-F9F2-F06908191469}"/>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8913688-167D-1B9C-6359-59042251DAB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07A1B5EA-221E-B637-C689-6175DE556604}"/>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7703BC7F-38BA-2002-4014-34968C93ECD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99264713"/>
      </p:ext>
    </p:extLst>
  </p:cSld>
  <p:clrMapOvr>
    <a:masterClrMapping/>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in black background">
    <p:bg>
      <p:bgPr>
        <a:solidFill>
          <a:schemeClr val="tx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solidFill>
                  <a:schemeClr val="bg1"/>
                </a:solidFill>
              </a:defRPr>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pic>
        <p:nvPicPr>
          <p:cNvPr id="5" name="Graphic 4">
            <a:extLst>
              <a:ext uri="{FF2B5EF4-FFF2-40B4-BE49-F238E27FC236}">
                <a16:creationId xmlns:a16="http://schemas.microsoft.com/office/drawing/2014/main" id="{C0F6626B-F1E3-77BC-3D18-3473592C9E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9788" y="6323831"/>
            <a:ext cx="1149756" cy="228489"/>
          </a:xfrm>
          <a:prstGeom prst="rect">
            <a:avLst/>
          </a:prstGeom>
        </p:spPr>
      </p:pic>
      <p:sp>
        <p:nvSpPr>
          <p:cNvPr id="6" name="Slide Number Placeholder 5">
            <a:extLst>
              <a:ext uri="{FF2B5EF4-FFF2-40B4-BE49-F238E27FC236}">
                <a16:creationId xmlns:a16="http://schemas.microsoft.com/office/drawing/2014/main" id="{5FC4C025-2653-02B2-D12E-9CFB7AEEDF8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
        <p:nvSpPr>
          <p:cNvPr id="7" name="Slide Number Placeholder 5">
            <a:extLst>
              <a:ext uri="{FF2B5EF4-FFF2-40B4-BE49-F238E27FC236}">
                <a16:creationId xmlns:a16="http://schemas.microsoft.com/office/drawing/2014/main" id="{154C61E4-7DDB-5432-0FC4-E8881ED6D4B6}"/>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bg1"/>
                </a:solidFill>
              </a:defRPr>
            </a:lvl1pPr>
          </a:lstStyle>
          <a:p>
            <a:fld id="{5EA29875-719B-4A39-A51C-7BDD87443D68}" type="slidenum">
              <a:rPr lang="en-US" smtClean="0"/>
              <a:pPr/>
              <a:t>‹#›</a:t>
            </a:fld>
            <a:endParaRPr lang="en-US"/>
          </a:p>
        </p:txBody>
      </p:sp>
      <p:sp>
        <p:nvSpPr>
          <p:cNvPr id="9" name="Slide Number Placeholder 5">
            <a:extLst>
              <a:ext uri="{FF2B5EF4-FFF2-40B4-BE49-F238E27FC236}">
                <a16:creationId xmlns:a16="http://schemas.microsoft.com/office/drawing/2014/main" id="{E37CE04A-9223-07BB-3DFB-2459B6EC5D58}"/>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822030381"/>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527C44E-2047-D236-B458-7400DD11C0FB}"/>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6ECC1B14-0CBD-39B8-6381-424A397FEBB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088903416"/>
      </p:ext>
    </p:extLst>
  </p:cSld>
  <p:clrMapOvr>
    <a:masterClrMapping/>
  </p:clrMapOvr>
  <p:hf sldNum="0" hdr="0" ft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07658"/>
      </p:ext>
    </p:extLst>
  </p:cSld>
  <p:clrMapOvr>
    <a:masterClrMapping/>
  </p:clrMapOvr>
  <p:hf sldNum="0" hdr="0" ft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large)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7089648"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8397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8397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D604D9E5-0B5F-DC52-C3D1-6FBDFA98C5E2}"/>
              </a:ext>
            </a:extLst>
          </p:cNvPr>
          <p:cNvSpPr>
            <a:spLocks noGrp="1"/>
          </p:cNvSpPr>
          <p:nvPr>
            <p:ph type="body" sz="quarter" idx="146" hasCustomPrompt="1"/>
          </p:nvPr>
        </p:nvSpPr>
        <p:spPr>
          <a:xfrm>
            <a:off x="839787"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64234410-7C01-D89F-44F0-EDD29D99B59D}"/>
              </a:ext>
            </a:extLst>
          </p:cNvPr>
          <p:cNvSpPr>
            <a:spLocks noGrp="1"/>
          </p:cNvSpPr>
          <p:nvPr>
            <p:ph type="body" sz="quarter" idx="147" hasCustomPrompt="1"/>
          </p:nvPr>
        </p:nvSpPr>
        <p:spPr>
          <a:xfrm>
            <a:off x="839787"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158761160"/>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rge)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55260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55260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BD3AB349-A30E-7391-EE92-54EE6EE5E9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2D33C56A-0EA6-F211-863A-1A46664128A0}"/>
              </a:ext>
            </a:extLst>
          </p:cNvPr>
          <p:cNvSpPr>
            <a:spLocks noGrp="1"/>
          </p:cNvSpPr>
          <p:nvPr>
            <p:ph type="body" sz="quarter" idx="146" hasCustomPrompt="1"/>
          </p:nvPr>
        </p:nvSpPr>
        <p:spPr>
          <a:xfrm>
            <a:off x="5528562"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AF82D212-E95A-E457-0A63-7CD47016EF48}"/>
              </a:ext>
            </a:extLst>
          </p:cNvPr>
          <p:cNvSpPr>
            <a:spLocks noGrp="1"/>
          </p:cNvSpPr>
          <p:nvPr>
            <p:ph type="body" sz="quarter" idx="147" hasCustomPrompt="1"/>
          </p:nvPr>
        </p:nvSpPr>
        <p:spPr>
          <a:xfrm>
            <a:off x="5528562"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480389804"/>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mall)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8605222"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839786"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839786"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59FE27E5-1166-BA0B-B392-2DBAEBE078A5}"/>
              </a:ext>
            </a:extLst>
          </p:cNvPr>
          <p:cNvSpPr>
            <a:spLocks noGrp="1"/>
          </p:cNvSpPr>
          <p:nvPr>
            <p:ph type="body" sz="quarter" idx="146" hasCustomPrompt="1"/>
          </p:nvPr>
        </p:nvSpPr>
        <p:spPr>
          <a:xfrm>
            <a:off x="839787"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ABE0BF8E-F216-7972-5577-7D6E0428F58C}"/>
              </a:ext>
            </a:extLst>
          </p:cNvPr>
          <p:cNvSpPr>
            <a:spLocks noGrp="1"/>
          </p:cNvSpPr>
          <p:nvPr>
            <p:ph type="body" sz="quarter" idx="147" hasCustomPrompt="1"/>
          </p:nvPr>
        </p:nvSpPr>
        <p:spPr>
          <a:xfrm>
            <a:off x="839787"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682490797"/>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small)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3948363"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3948363"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F10C0264-DB7C-81CC-219A-1A4CDD4F6F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F21C800D-4C64-D366-A796-8D271F329963}"/>
              </a:ext>
            </a:extLst>
          </p:cNvPr>
          <p:cNvSpPr>
            <a:spLocks noGrp="1"/>
          </p:cNvSpPr>
          <p:nvPr>
            <p:ph type="body" sz="quarter" idx="146" hasCustomPrompt="1"/>
          </p:nvPr>
        </p:nvSpPr>
        <p:spPr>
          <a:xfrm>
            <a:off x="3947160"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2D918107-BBBF-152F-C226-596981D7498D}"/>
              </a:ext>
            </a:extLst>
          </p:cNvPr>
          <p:cNvSpPr>
            <a:spLocks noGrp="1"/>
          </p:cNvSpPr>
          <p:nvPr>
            <p:ph type="body" sz="quarter" idx="147" hasCustomPrompt="1"/>
          </p:nvPr>
        </p:nvSpPr>
        <p:spPr>
          <a:xfrm>
            <a:off x="3947160"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768367519"/>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lang="en-US" sz="5000" kern="1200" cap="none" dirty="0">
                <a:ln w="0"/>
                <a:gradFill flip="none" rotWithShape="1">
                  <a:gsLst>
                    <a:gs pos="17000">
                      <a:srgbClr val="6A1DA1"/>
                    </a:gs>
                    <a:gs pos="66000">
                      <a:srgbClr val="EE424A"/>
                    </a:gs>
                  </a:gsLst>
                  <a:lin ang="2400000" scaled="0"/>
                  <a:tileRect/>
                </a:gradFill>
                <a:latin typeface="+mn-lt"/>
                <a:ea typeface="+mn-ea"/>
                <a:cs typeface="+mn-cs"/>
              </a:defRPr>
            </a:lvl1pPr>
          </a:lstStyle>
          <a:p>
            <a:pPr lvl="0"/>
            <a:r>
              <a:rPr lang="en-US"/>
              <a:t>Click to add quote – </a:t>
            </a:r>
            <a:r>
              <a:rPr lang="en-US" err="1"/>
              <a:t>fontsize</a:t>
            </a:r>
            <a:r>
              <a:rPr lang="en-US"/>
              <a:t>: max. 50 pt and min. 28 pt</a:t>
            </a:r>
          </a:p>
        </p:txBody>
      </p:sp>
      <p:sp>
        <p:nvSpPr>
          <p:cNvPr id="2" name="Text Placeholder 3">
            <a:extLst>
              <a:ext uri="{FF2B5EF4-FFF2-40B4-BE49-F238E27FC236}">
                <a16:creationId xmlns:a16="http://schemas.microsoft.com/office/drawing/2014/main" id="{B8C48276-D5E4-B27C-F498-76D8AF44B789}"/>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 name="Text Placeholder 3">
            <a:extLst>
              <a:ext uri="{FF2B5EF4-FFF2-40B4-BE49-F238E27FC236}">
                <a16:creationId xmlns:a16="http://schemas.microsoft.com/office/drawing/2014/main" id="{8AF41D23-A245-58E6-6592-B800954892E1}"/>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0591340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23BC3275-5D18-1ED2-A4B9-20DE23770E90}"/>
              </a:ext>
            </a:extLst>
          </p:cNvPr>
          <p:cNvPicPr>
            <a:picLocks noChangeAspect="1"/>
          </p:cNvPicPr>
          <p:nvPr userDrawn="1"/>
        </p:nvPicPr>
        <p:blipFill rotWithShape="1">
          <a:blip r:embed="rId2"/>
          <a:srcRect l="19791" t="1586" r="22186"/>
          <a:stretch/>
        </p:blipFill>
        <p:spPr>
          <a:xfrm>
            <a:off x="0" y="-11458"/>
            <a:ext cx="12192000" cy="6875113"/>
          </a:xfrm>
          <a:prstGeom prst="rect">
            <a:avLst/>
          </a:prstGeom>
        </p:spPr>
      </p:pic>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sz="5000"/>
            </a:lvl1pPr>
          </a:lstStyle>
          <a:p>
            <a:pPr lvl="0"/>
            <a:r>
              <a:rPr lang="en-US"/>
              <a:t>Click to add quote – </a:t>
            </a:r>
            <a:r>
              <a:rPr lang="en-US" err="1"/>
              <a:t>fontsize</a:t>
            </a:r>
            <a:r>
              <a:rPr lang="en-US"/>
              <a:t>: max. 50 pt and min. 28 pt</a:t>
            </a:r>
          </a:p>
        </p:txBody>
      </p:sp>
      <p:pic>
        <p:nvPicPr>
          <p:cNvPr id="3" name="Graphic 2">
            <a:extLst>
              <a:ext uri="{FF2B5EF4-FFF2-40B4-BE49-F238E27FC236}">
                <a16:creationId xmlns:a16="http://schemas.microsoft.com/office/drawing/2014/main" id="{EE4C54A9-FE4A-CF9A-84DA-67AAE5515F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3">
            <a:extLst>
              <a:ext uri="{FF2B5EF4-FFF2-40B4-BE49-F238E27FC236}">
                <a16:creationId xmlns:a16="http://schemas.microsoft.com/office/drawing/2014/main" id="{E20B702C-FB12-83BF-F4E2-91F5D9F49BD2}"/>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 name="Text Placeholder 3">
            <a:extLst>
              <a:ext uri="{FF2B5EF4-FFF2-40B4-BE49-F238E27FC236}">
                <a16:creationId xmlns:a16="http://schemas.microsoft.com/office/drawing/2014/main" id="{5705149E-6982-F886-E34A-8791F693794F}"/>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49520101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1">
    <p:spTree>
      <p:nvGrpSpPr>
        <p:cNvPr id="1" name=""/>
        <p:cNvGrpSpPr/>
        <p:nvPr/>
      </p:nvGrpSpPr>
      <p:grpSpPr>
        <a:xfrm>
          <a:off x="0" y="0"/>
          <a:ext cx="0" cy="0"/>
          <a:chOff x="0" y="0"/>
          <a:chExt cx="0" cy="0"/>
        </a:xfrm>
      </p:grpSpPr>
      <p:pic>
        <p:nvPicPr>
          <p:cNvPr id="3" name="Picture 2" descr="A colorful gradient of squares&#10;&#10;Description automatically generated with medium confidence">
            <a:extLst>
              <a:ext uri="{FF2B5EF4-FFF2-40B4-BE49-F238E27FC236}">
                <a16:creationId xmlns:a16="http://schemas.microsoft.com/office/drawing/2014/main" id="{334EFC3A-5C72-60BC-E29C-9858F7369F2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7" name="Text Placeholder 5">
            <a:extLst>
              <a:ext uri="{FF2B5EF4-FFF2-40B4-BE49-F238E27FC236}">
                <a16:creationId xmlns:a16="http://schemas.microsoft.com/office/drawing/2014/main" id="{3C633310-3E85-E315-7991-5513A27ADB9F}"/>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153186191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2">
    <p:spTree>
      <p:nvGrpSpPr>
        <p:cNvPr id="1" name=""/>
        <p:cNvGrpSpPr/>
        <p:nvPr/>
      </p:nvGrpSpPr>
      <p:grpSpPr>
        <a:xfrm>
          <a:off x="0" y="0"/>
          <a:ext cx="0" cy="0"/>
          <a:chOff x="0" y="0"/>
          <a:chExt cx="0" cy="0"/>
        </a:xfrm>
      </p:grpSpPr>
      <p:pic>
        <p:nvPicPr>
          <p:cNvPr id="7" name="Gradient 4 - LOOP">
            <a:hlinkClick r:id="" action="ppaction://media"/>
            <a:extLst>
              <a:ext uri="{FF2B5EF4-FFF2-40B4-BE49-F238E27FC236}">
                <a16:creationId xmlns:a16="http://schemas.microsoft.com/office/drawing/2014/main" id="{83ED7213-FAD8-6169-1D5C-2579EE065D0C}"/>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3" name="Text Placeholder 5">
            <a:extLst>
              <a:ext uri="{FF2B5EF4-FFF2-40B4-BE49-F238E27FC236}">
                <a16:creationId xmlns:a16="http://schemas.microsoft.com/office/drawing/2014/main" id="{00BF095A-D73C-9C17-CEFE-B1AD18EDBF62}"/>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29602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D3D8D834-4010-7C1D-5E18-6B738E75FD51}"/>
              </a:ext>
            </a:extLst>
          </p:cNvPr>
          <p:cNvSpPr>
            <a:spLocks noGrp="1"/>
          </p:cNvSpPr>
          <p:nvPr>
            <p:ph type="title" hasCustomPrompt="1"/>
          </p:nvPr>
        </p:nvSpPr>
        <p:spPr>
          <a:xfrm>
            <a:off x="839787" y="269874"/>
            <a:ext cx="10512788" cy="835025"/>
          </a:xfrm>
          <a:prstGeom prst="rect">
            <a:avLst/>
          </a:prstGeom>
        </p:spPr>
        <p:txBody>
          <a:bodyPr anchor="b"/>
          <a:lstStyle>
            <a:lvl1pPr>
              <a:defRPr sz="2900"/>
            </a:lvl1pPr>
          </a:lstStyle>
          <a:p>
            <a:r>
              <a:rPr lang="en-US"/>
              <a:t>Click to ADD TITLE</a:t>
            </a:r>
          </a:p>
        </p:txBody>
      </p:sp>
      <p:sp>
        <p:nvSpPr>
          <p:cNvPr id="3" name="Text Placeholder 9">
            <a:extLst>
              <a:ext uri="{FF2B5EF4-FFF2-40B4-BE49-F238E27FC236}">
                <a16:creationId xmlns:a16="http://schemas.microsoft.com/office/drawing/2014/main" id="{313B9E46-FFE0-0F0B-B7CD-723F4EA38B4A}"/>
              </a:ext>
            </a:extLst>
          </p:cNvPr>
          <p:cNvSpPr>
            <a:spLocks noGrp="1"/>
          </p:cNvSpPr>
          <p:nvPr>
            <p:ph type="body" sz="quarter" idx="23" hasCustomPrompt="1"/>
          </p:nvPr>
        </p:nvSpPr>
        <p:spPr>
          <a:xfrm>
            <a:off x="839424" y="1162440"/>
            <a:ext cx="10512786" cy="193899"/>
          </a:xfrm>
          <a:prstGeom prst="rect">
            <a:avLst/>
          </a:prstGeom>
        </p:spPr>
        <p:txBody>
          <a:bodyPr wrap="square" lIns="0" tIns="0" rIns="0" bIns="0">
            <a:spAutoFit/>
          </a:bodyPr>
          <a:lstStyle>
            <a:lvl1pPr marL="0" indent="0">
              <a:buNone/>
              <a:defRPr sz="1400" cap="all" baseline="0">
                <a:latin typeface="+mj-lt"/>
              </a:defRPr>
            </a:lvl1pPr>
            <a:lvl2pPr marL="178775" indent="0">
              <a:buNone/>
              <a:defRPr cap="all" baseline="0"/>
            </a:lvl2pPr>
            <a:lvl3pPr marL="360000" indent="0">
              <a:buNone/>
              <a:defRPr cap="all" baseline="0"/>
            </a:lvl3pPr>
            <a:lvl4pPr marL="539138" indent="0">
              <a:buNone/>
              <a:defRPr cap="all" baseline="0"/>
            </a:lvl4pPr>
            <a:lvl5pPr marL="720000" indent="0">
              <a:buNone/>
              <a:defRPr cap="all" baseline="0"/>
            </a:lvl5pPr>
          </a:lstStyle>
          <a:p>
            <a:pPr lvl="0"/>
            <a:r>
              <a:rPr lang="en-US"/>
              <a:t>Click to add subtitle</a:t>
            </a:r>
          </a:p>
        </p:txBody>
      </p:sp>
    </p:spTree>
    <p:extLst>
      <p:ext uri="{BB962C8B-B14F-4D97-AF65-F5344CB8AC3E}">
        <p14:creationId xmlns:p14="http://schemas.microsoft.com/office/powerpoint/2010/main" val="2994606278"/>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59601648-525C-EEDB-6958-14BBD0D2A803}"/>
              </a:ext>
            </a:extLst>
          </p:cNvPr>
          <p:cNvSpPr txBox="1">
            <a:spLocks/>
          </p:cNvSpPr>
          <p:nvPr/>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836975" y="269874"/>
            <a:ext cx="10515600" cy="832104"/>
          </a:xfrm>
          <a:prstGeom prst="rect">
            <a:avLst/>
          </a:prstGeom>
        </p:spPr>
        <p:txBody>
          <a:bodyPr vert="horz" wrap="square" lIns="0" tIns="0" rIns="0" bIns="0" rtlCol="0" anchor="b" anchorCtr="0">
            <a:noAutofit/>
          </a:bodyPr>
          <a:lstStyle/>
          <a:p>
            <a:pPr marL="0" lvl="0" indent="0">
              <a:spcBef>
                <a:spcPts val="1000"/>
              </a:spcBef>
              <a:spcAft>
                <a:spcPts val="400"/>
              </a:spcAft>
              <a:buFont typeface="Wingdings" pitchFamily="2" charset="2"/>
            </a:pPr>
            <a:r>
              <a:rPr lang="en-US"/>
              <a:t>Click to add title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839424" y="1607771"/>
            <a:ext cx="10515600" cy="457712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7A07310-264A-C0B4-4A60-9DB66C14910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6" name="Slide Number Placeholder 5">
            <a:extLst>
              <a:ext uri="{FF2B5EF4-FFF2-40B4-BE49-F238E27FC236}">
                <a16:creationId xmlns:a16="http://schemas.microsoft.com/office/drawing/2014/main" id="{99D6D354-117E-1912-7F5F-4EA96472024E}"/>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pic>
        <p:nvPicPr>
          <p:cNvPr id="4" name="Graphic 3">
            <a:extLst>
              <a:ext uri="{FF2B5EF4-FFF2-40B4-BE49-F238E27FC236}">
                <a16:creationId xmlns:a16="http://schemas.microsoft.com/office/drawing/2014/main" id="{12954059-E802-AB0A-C2FA-9E92AD21720B}"/>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839788" y="6323831"/>
            <a:ext cx="1149756" cy="228489"/>
          </a:xfrm>
          <a:prstGeom prst="rect">
            <a:avLst/>
          </a:prstGeom>
        </p:spPr>
      </p:pic>
    </p:spTree>
    <p:extLst>
      <p:ext uri="{BB962C8B-B14F-4D97-AF65-F5344CB8AC3E}">
        <p14:creationId xmlns:p14="http://schemas.microsoft.com/office/powerpoint/2010/main" val="2827153021"/>
      </p:ext>
    </p:extLst>
  </p:cSld>
  <p:clrMap bg1="lt1" tx1="dk1" bg2="lt2" tx2="dk2" accent1="accent1" accent2="accent2" accent3="accent3" accent4="accent4" accent5="accent5" accent6="accent6" hlink="hlink" folHlink="folHlink"/>
  <p:sldLayoutIdLst>
    <p:sldLayoutId id="2147484327" r:id="rId1"/>
    <p:sldLayoutId id="2147484287" r:id="rId2"/>
    <p:sldLayoutId id="2147484291" r:id="rId3"/>
    <p:sldLayoutId id="2147484292" r:id="rId4"/>
    <p:sldLayoutId id="2147484294" r:id="rId5"/>
    <p:sldLayoutId id="2147484295" r:id="rId6"/>
    <p:sldLayoutId id="2147484297" r:id="rId7"/>
    <p:sldLayoutId id="2147484298" r:id="rId8"/>
    <p:sldLayoutId id="2147484299" r:id="rId9"/>
    <p:sldLayoutId id="2147484300" r:id="rId10"/>
    <p:sldLayoutId id="2147484315" r:id="rId11"/>
    <p:sldLayoutId id="2147484314" r:id="rId12"/>
    <p:sldLayoutId id="2147484316" r:id="rId13"/>
    <p:sldLayoutId id="2147484317" r:id="rId14"/>
    <p:sldLayoutId id="2147484312" r:id="rId15"/>
    <p:sldLayoutId id="2147484320" r:id="rId16"/>
    <p:sldLayoutId id="2147484321" r:id="rId17"/>
    <p:sldLayoutId id="2147484322" r:id="rId18"/>
    <p:sldLayoutId id="2147484323" r:id="rId19"/>
    <p:sldLayoutId id="2147484324" r:id="rId20"/>
    <p:sldLayoutId id="2147484325" r:id="rId21"/>
    <p:sldLayoutId id="2147484326" r:id="rId22"/>
    <p:sldLayoutId id="2147484328" r:id="rId23"/>
    <p:sldLayoutId id="2147484301" r:id="rId24"/>
    <p:sldLayoutId id="2147484302" r:id="rId25"/>
    <p:sldLayoutId id="2147484304" r:id="rId26"/>
    <p:sldLayoutId id="2147484318" r:id="rId27"/>
    <p:sldLayoutId id="2147484305" r:id="rId28"/>
    <p:sldLayoutId id="2147484319" r:id="rId29"/>
    <p:sldLayoutId id="2147484307" r:id="rId30"/>
    <p:sldLayoutId id="2147484311" r:id="rId31"/>
    <p:sldLayoutId id="2147484310" r:id="rId32"/>
    <p:sldLayoutId id="2147484309" r:id="rId33"/>
    <p:sldLayoutId id="2147484329" r:id="rId34"/>
  </p:sldLayoutIdLst>
  <p:hf sldNum="0" hdr="0" ftr="0" dt="0"/>
  <p:txStyles>
    <p:titleStyle>
      <a:lvl1pPr algn="l" defTabSz="914400" rtl="0" eaLnBrk="1" latinLnBrk="0" hangingPunct="1">
        <a:lnSpc>
          <a:spcPct val="90000"/>
        </a:lnSpc>
        <a:spcBef>
          <a:spcPct val="0"/>
        </a:spcBef>
        <a:buNone/>
        <a:defRPr lang="en-US" sz="2900" b="0" kern="1200" cap="none" baseline="0" dirty="0">
          <a:solidFill>
            <a:schemeClr val="tx1"/>
          </a:solidFill>
          <a:latin typeface="Microsoft Sans Serif" panose="020B0604020202020204" pitchFamily="34" charset="0"/>
          <a:ea typeface="+mn-ea"/>
          <a:cs typeface="Microsoft Sans Serif" panose="020B0604020202020204" pitchFamily="34" charset="0"/>
        </a:defRPr>
      </a:lvl1pPr>
    </p:titleStyle>
    <p:bodyStyle>
      <a:lvl1pPr marL="18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1pPr>
      <a:lvl2pPr marL="358775"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2pPr>
      <a:lvl3pPr marL="54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3pPr>
      <a:lvl4pPr marL="719138"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4pPr>
      <a:lvl5pPr marL="90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4" pos="525">
          <p15:clr>
            <a:srgbClr val="F26B43"/>
          </p15:clr>
        </p15:guide>
        <p15:guide id="35" orient="horz" pos="639">
          <p15:clr>
            <a:srgbClr val="F26B43"/>
          </p15:clr>
        </p15:guide>
        <p15:guide id="36" orient="horz" pos="751">
          <p15:clr>
            <a:srgbClr val="F26B43"/>
          </p15:clr>
        </p15:guide>
        <p15:guide id="37" orient="horz" pos="3896">
          <p15:clr>
            <a:srgbClr val="F26B43"/>
          </p15:clr>
        </p15:guide>
        <p15:guide id="38" pos="7488">
          <p15:clr>
            <a:srgbClr val="F26B43"/>
          </p15:clr>
        </p15:guide>
        <p15:guide id="39" orient="horz" pos="218">
          <p15:clr>
            <a:srgbClr val="F26B43"/>
          </p15:clr>
        </p15:guide>
        <p15:guide id="40" orient="horz" pos="168">
          <p15:clr>
            <a:srgbClr val="FFFFFF"/>
          </p15:clr>
        </p15:guide>
        <p15:guide id="41" pos="7152">
          <p15:clr>
            <a:srgbClr val="F26B43"/>
          </p15:clr>
        </p15:guide>
        <p15:guide id="42" orient="horz" pos="1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4"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p:txBody>
      </p:sp>
      <p:sp>
        <p:nvSpPr>
          <p:cNvPr id="9" name="Text Placeholder 8"/>
          <p:cNvSpPr>
            <a:spLocks noGrp="1"/>
          </p:cNvSpPr>
          <p:nvPr>
            <p:ph type="body" idx="145"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p:txBody>
      </p:sp>
      <p:sp>
        <p:nvSpPr>
          <p:cNvPr id="9" name="Text Placeholder 8"/>
          <p:cNvSpPr>
            <a:spLocks noGrp="1"/>
          </p:cNvSpPr>
          <p:nvPr>
            <p:ph type="body" idx="145" sz="quarter"/>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Text Placeholder 3"/>
          <p:cNvSpPr>
            <a:spLocks noGrp="1"/>
          </p:cNvSpPr>
          <p:nvPr>
            <p:ph type="body" idx="144" sz="quarter"/>
          </p:nvPr>
        </p:nvSpPr>
        <p:spPr/>
        <p:txBody>
          <a:bodyPr/>
          <a:lstStyle/>
          <a:p/>
        </p:txBody>
      </p:sp>
      <p:sp>
        <p:nvSpPr>
          <p:cNvPr id="5" name="Text Placeholder 4"/>
          <p:cNvSpPr>
            <a:spLocks noGrp="1"/>
          </p:cNvSpPr>
          <p:nvPr>
            <p:ph type="body" idx="145" sz="quarter"/>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p:txBody>
      </p:sp>
      <p:sp>
        <p:nvSpPr>
          <p:cNvPr id="9" name="Text Placeholder 8"/>
          <p:cNvSpPr>
            <a:spLocks noGrp="1"/>
          </p:cNvSpPr>
          <p:nvPr>
            <p:ph type="body" idx="145" sz="quarter"/>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8" sz="quarter"/>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1_Simcorp">
  <a:themeElements>
    <a:clrScheme name="240306 Simcorp">
      <a:dk1>
        <a:sysClr val="windowText" lastClr="000000"/>
      </a:dk1>
      <a:lt1>
        <a:srgbClr val="FFFFFF"/>
      </a:lt1>
      <a:dk2>
        <a:srgbClr val="000000"/>
      </a:dk2>
      <a:lt2>
        <a:srgbClr val="E3E3E3"/>
      </a:lt2>
      <a:accent1>
        <a:srgbClr val="083EA7"/>
      </a:accent1>
      <a:accent2>
        <a:srgbClr val="1A1D31"/>
      </a:accent2>
      <a:accent3>
        <a:srgbClr val="4B17B6"/>
      </a:accent3>
      <a:accent4>
        <a:srgbClr val="EF3E4A"/>
      </a:accent4>
      <a:accent5>
        <a:srgbClr val="FB9B2A"/>
      </a:accent5>
      <a:accent6>
        <a:srgbClr val="F0CF61"/>
      </a:accent6>
      <a:hlink>
        <a:srgbClr val="0A7BD7"/>
      </a:hlink>
      <a:folHlink>
        <a:srgbClr val="E3E3E3"/>
      </a:folHlink>
    </a:clrScheme>
    <a:fontScheme name="GS20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wrap="square" lIns="72000" tIns="72000" rIns="72000" bIns="72000" rtlCol="0" anchor="t">
        <a:noAutofit/>
      </a:bodyPr>
      <a:lstStyle>
        <a:defPPr algn="l">
          <a:defRPr sz="1400" smtClean="0">
            <a:solidFill>
              <a:schemeClr val="tx1"/>
            </a:solidFill>
          </a:defRPr>
        </a:defPPr>
      </a:lst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defRPr sz="1400" smtClean="0"/>
        </a:defPPr>
      </a:lstStyle>
    </a:txDef>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240322_Simcorp template.pptx" id="{614D6A21-5BE5-43D2-9652-23DB397FED5F}" vid="{23F2C06F-EF06-453F-9B30-F94569091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A9CF1BD7AEC4428038192B45E774E8" ma:contentTypeVersion="20" ma:contentTypeDescription="Create a new document." ma:contentTypeScope="" ma:versionID="5acf7a73752997569d40d771d02716de">
  <xsd:schema xmlns:xsd="http://www.w3.org/2001/XMLSchema" xmlns:xs="http://www.w3.org/2001/XMLSchema" xmlns:p="http://schemas.microsoft.com/office/2006/metadata/properties" xmlns:ns2="6da775cf-d1f5-4eae-929f-a72b3114fcbe" xmlns:ns3="3c9e1ff2-808f-4178-9638-05e4d28a9b67" targetNamespace="http://schemas.microsoft.com/office/2006/metadata/properties" ma:root="true" ma:fieldsID="55583e675e4a983720f512c5d65d7baf" ns2:_="" ns3:_="">
    <xsd:import namespace="6da775cf-d1f5-4eae-929f-a72b3114fcbe"/>
    <xsd:import namespace="3c9e1ff2-808f-4178-9638-05e4d28a9b67"/>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75cf-d1f5-4eae-929f-a72b3114fc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9887e05-2253-48ac-976d-d22a002877a9}" ma:internalName="TaxCatchAll" ma:showField="CatchAllData" ma:web="6da775cf-d1f5-4eae-929f-a72b3114fc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9e1ff2-808f-4178-9638-05e4d28a9b67"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9d5cb5c-2c06-4b03-a7a5-e31b4af0ef7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9e1ff2-808f-4178-9638-05e4d28a9b67">
      <Terms xmlns="http://schemas.microsoft.com/office/infopath/2007/PartnerControls"/>
    </lcf76f155ced4ddcb4097134ff3c332f>
    <TaxCatchAll xmlns="6da775cf-d1f5-4eae-929f-a72b3114fcbe" xsi:nil="true"/>
  </documentManagement>
</p:properties>
</file>

<file path=customXml/itemProps1.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2.xml><?xml version="1.0" encoding="utf-8"?>
<ds:datastoreItem xmlns:ds="http://schemas.openxmlformats.org/officeDocument/2006/customXml" ds:itemID="{A0069F94-D1E1-4860-BAFE-10FE744055CE}">
  <ds:schemaRefs>
    <ds:schemaRef ds:uri="3c9e1ff2-808f-4178-9638-05e4d28a9b67"/>
    <ds:schemaRef ds:uri="6da775cf-d1f5-4eae-929f-a72b3114fc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44F83A-07EB-48D2-9842-5998DA6117F3}">
  <ds:schemaRefs>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3c9e1ff2-808f-4178-9638-05e4d28a9b67"/>
    <ds:schemaRef ds:uri="http://schemas.microsoft.com/office/2006/metadata/properties"/>
    <ds:schemaRef ds:uri="http://schemas.openxmlformats.org/package/2006/metadata/core-properties"/>
    <ds:schemaRef ds:uri="6da775cf-d1f5-4eae-929f-a72b3114fcb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240322_Simcorp template - GS2024</Template>
  <TotalTime>158</TotalTime>
  <Words>740</Words>
  <Application>Microsoft Office PowerPoint</Application>
  <PresentationFormat>Widescreen</PresentationFormat>
  <Paragraphs>223</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1_Simcorp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Paulo De Leon Diaz</dc:creator>
  <cp:lastModifiedBy>Oleksandr Sharapov</cp:lastModifiedBy>
  <cp:revision>3</cp:revision>
  <dcterms:created xsi:type="dcterms:W3CDTF">2024-04-03T01:15:23Z</dcterms:created>
  <dcterms:modified xsi:type="dcterms:W3CDTF">2025-12-04T13:21:13Z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0x0101009AA9CF1BD7AEC4428038192B45E774E8</vt:lpwstr>
  </property>
  <property fmtid="{D5CDD505-2E9C-101B-9397-08002B2CF9AE}" pid="3" name="MediaServiceImageTags">
    <vt:lpwstr/>
  </property>
  <property fmtid="{D5CDD505-2E9C-101B-9397-08002B2CF9AE}" pid="4" name="MSIP_Label_de25a6c2-9b83-489b-8989-e5857e8e62e7_Enabled">
    <vt:lpwstr>true</vt:lpwstr>
  </property>
  <property fmtid="{D5CDD505-2E9C-101B-9397-08002B2CF9AE}" pid="5" name="MSIP_Label_de25a6c2-9b83-489b-8989-e5857e8e62e7_SetDate">
    <vt:lpwstr>2025-11-24T08:19:51Z</vt:lpwstr>
  </property>
  <property fmtid="{D5CDD505-2E9C-101B-9397-08002B2CF9AE}" pid="6" name="MSIP_Label_de25a6c2-9b83-489b-8989-e5857e8e62e7_Method">
    <vt:lpwstr>Standard</vt:lpwstr>
  </property>
  <property fmtid="{D5CDD505-2E9C-101B-9397-08002B2CF9AE}" pid="7" name="MSIP_Label_de25a6c2-9b83-489b-8989-e5857e8e62e7_Name">
    <vt:lpwstr>Internal</vt:lpwstr>
  </property>
  <property fmtid="{D5CDD505-2E9C-101B-9397-08002B2CF9AE}" pid="8" name="MSIP_Label_de25a6c2-9b83-489b-8989-e5857e8e62e7_SiteId">
    <vt:lpwstr>aa81b43f-3969-4fd4-80c9-84c411508d82</vt:lpwstr>
  </property>
  <property fmtid="{D5CDD505-2E9C-101B-9397-08002B2CF9AE}" pid="9" name="MSIP_Label_de25a6c2-9b83-489b-8989-e5857e8e62e7_ActionId">
    <vt:lpwstr>fa8ef2fa-5f83-4f78-8923-63b09d839146</vt:lpwstr>
  </property>
  <property fmtid="{D5CDD505-2E9C-101B-9397-08002B2CF9AE}" pid="10" name="MSIP_Label_de25a6c2-9b83-489b-8989-e5857e8e62e7_ContentBits">
    <vt:lpwstr>0</vt:lpwstr>
  </property>
  <property fmtid="{D5CDD505-2E9C-101B-9397-08002B2CF9AE}" pid="11" name="MSIP_Label_de25a6c2-9b83-489b-8989-e5857e8e62e7_Tag">
    <vt:lpwstr>10, 3, 0, 1</vt:lpwstr>
  </property>
</Properties>
</file>