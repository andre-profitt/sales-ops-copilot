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B1F3-59E5-EEFC-4040-FD0AA3E16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DFFC9-5657-D87F-3382-32983B84A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0C270-933C-5E06-6591-2B03A545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F8886-C859-514C-70DE-4C92AA25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773BC-089D-79C6-BA49-8B546B60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3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9991-8644-2549-298A-6B3C9AC5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8D17-7268-9BA2-BFBE-76F1EFBF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C7D4F-BB4E-F7D1-17D4-87BB7F10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E5E5E-C1EF-95DD-32CF-D37FA917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11E7-00D6-07CE-F408-0C9AD69B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9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1A5E-6E92-372B-0CB7-E80182B4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654ED-EEFE-C71F-9C40-651208C8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CABCA-9811-E807-2DC5-DD90385C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E9270-5FAF-2116-7E8E-433768B1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0BD4-A59B-9C78-0B2C-A57EA0CE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9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56EB-A579-8717-77B1-08A120C5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B940D-DEF5-39E1-780B-18108CB44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33E32-3355-6045-9959-4B2D32518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EC8FF-E8E0-DB23-21AA-08C10438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1F405-FB44-D43B-9FE0-C9B27A2F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5913D-2ECB-995E-8B52-35BAF8F0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6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3BFE-23DC-0301-5479-F9E23E8F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7424-6371-9C88-3AED-30DF1063B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4BF44-E5A6-4156-06DB-72354D182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D5AFB-8876-A370-D0C7-BA8A43B59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DCCB2-BC34-FC35-ECE5-BCA69EDFD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4D861-2F1B-EBC6-A8CD-C0034227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9FD4F-0772-9A43-2CFD-FB89FEBF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62069B-E8BF-0FB9-91FC-6EE07341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3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42FE-BC5B-1F73-6FBF-9AF4CA1D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8E559-E9C2-2AB7-9765-03FF7C1E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CD6BA-82BE-FAA9-F79B-10BD6612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19FA8-FE6E-3655-E37F-53F2C2FE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9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A9BEE-1E61-8596-19BF-86445DB3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16A1A-C456-33BA-26A0-F247F4EF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1DFA-7291-D904-C41A-6C2D5079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69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C1CE-A290-8925-F183-3FB506D6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0D7F5-4A6E-BA72-86C5-722A4840D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D00F3-D46A-5413-6CCC-7F3457C6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1734D-4A35-43A7-4BF1-11A9834C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14C99-67A7-5DAE-ED1A-FF4F571E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C6E60-644A-2077-A320-DC4E4E37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0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AAA3-61EC-9EF6-F603-1D9E7584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933D0-7101-62FA-8B96-BF9C376F5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6E6F9-CA4F-3C38-D908-0C522B781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58B0-0ABB-B6A5-281A-5CAEF5A3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F6A82-964D-120D-1B2A-43273ED95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4B819-A48C-0CDF-502A-1F9EDEF1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6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FF9A-F30B-3748-EED5-54DF7A7B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5B474-BAE5-44EB-AC9F-A4A04E007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9D698-CACC-087F-8491-3290BD0B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0B15F-DBAF-982E-3550-1C0098BC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9B5E5-5BD3-0F4B-9601-957D44A1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5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BFE99-3D26-E091-F6A9-68B564877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50FD2-4CAA-E9E2-D6FD-FCADDFFD5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73F61-650E-5709-695F-1BA54B86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484FD-743D-DE82-ADAA-AB155BAA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427E3-0428-F2F3-8218-0DC939B5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2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084D8E1-19E5-4408-2636-E7693EC60A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006184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88" imgH="384" progId="TCLayout.ActiveDocument.1">
                  <p:embed/>
                </p:oleObj>
              </mc:Choice>
              <mc:Fallback>
                <p:oleObj name="think-cell Slide" r:id="rId14" imgW="388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709FA-BEBF-6216-EA65-5E804A2D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88794-22F9-8AB6-A6C0-13DF28728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9C498-317B-4E92-650B-2FAB3B9C0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4AF27-4E94-4B77-B14F-DEEFB10063E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1A03C-437B-CB70-320F-4E4AFFAF1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E66F2-0D07-4E93-CF3B-6847C8062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AEBEF-9E16-4339-999E-784FB581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4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8BA6417-D03F-BF05-8AC6-DFC1087EF3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112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8" imgH="384" progId="TCLayout.ActiveDocument.1">
                  <p:embed/>
                </p:oleObj>
              </mc:Choice>
              <mc:Fallback>
                <p:oleObj name="think-cell Slide" r:id="rId4" imgW="388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F258339-0304-80ED-5D5D-CE5058E00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2415D-F3AA-082A-5613-4261443CA3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">
            <a:extLst>
              <a:ext uri="{FF2B5EF4-FFF2-40B4-BE49-F238E27FC236}">
                <a16:creationId xmlns:a16="http://schemas.microsoft.com/office/drawing/2014/main" id="{178188A3-6D2E-AF45-AA7C-A33658CBBBF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/>
                </a14:imgProps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3600450" y="2776538"/>
            <a:ext cx="19431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992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mPTa6uctgl0pvjRbXIN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Profitt</dc:creator>
  <cp:lastModifiedBy>Andre Profitt</cp:lastModifiedBy>
  <cp:revision>1</cp:revision>
  <dcterms:created xsi:type="dcterms:W3CDTF">2026-05-01T09:22:28Z</dcterms:created>
  <dcterms:modified xsi:type="dcterms:W3CDTF">2026-05-01T09:22:28Z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25a6c2-9b83-489b-8989-e5857e8e62e7_Enabled">
    <vt:lpwstr>true</vt:lpwstr>
  </property>
  <property fmtid="{D5CDD505-2E9C-101B-9397-08002B2CF9AE}" pid="3" name="MSIP_Label_de25a6c2-9b83-489b-8989-e5857e8e62e7_SetDate">
    <vt:lpwstr>2026-05-01T09:22:28Z</vt:lpwstr>
  </property>
  <property fmtid="{D5CDD505-2E9C-101B-9397-08002B2CF9AE}" pid="4" name="MSIP_Label_de25a6c2-9b83-489b-8989-e5857e8e62e7_Method">
    <vt:lpwstr>Standard</vt:lpwstr>
  </property>
  <property fmtid="{D5CDD505-2E9C-101B-9397-08002B2CF9AE}" pid="5" name="MSIP_Label_de25a6c2-9b83-489b-8989-e5857e8e62e7_Name">
    <vt:lpwstr>Internal</vt:lpwstr>
  </property>
  <property fmtid="{D5CDD505-2E9C-101B-9397-08002B2CF9AE}" pid="6" name="MSIP_Label_de25a6c2-9b83-489b-8989-e5857e8e62e7_SiteId">
    <vt:lpwstr>aa81b43f-3969-4fd4-80c9-84c411508d82</vt:lpwstr>
  </property>
  <property fmtid="{D5CDD505-2E9C-101B-9397-08002B2CF9AE}" pid="7" name="MSIP_Label_de25a6c2-9b83-489b-8989-e5857e8e62e7_ActionId">
    <vt:lpwstr>98f33efe-0ee2-47d9-9004-a9afb0e29cd6</vt:lpwstr>
  </property>
  <property fmtid="{D5CDD505-2E9C-101B-9397-08002B2CF9AE}" pid="8" name="MSIP_Label_de25a6c2-9b83-489b-8989-e5857e8e62e7_ContentBits">
    <vt:lpwstr>0</vt:lpwstr>
  </property>
  <property fmtid="{D5CDD505-2E9C-101B-9397-08002B2CF9AE}" pid="9" name="MSIP_Label_de25a6c2-9b83-489b-8989-e5857e8e62e7_Tag">
    <vt:lpwstr>10, 3, 0, 1</vt:lpwstr>
  </property>
</Properties>
</file>