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1.svg" ContentType="image/svg+xml"/>
  <Override PartName="/ppt/media/image2.svg" ContentType="image/svg+xml"/>
  <Override PartName="/ppt/media/image7.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4285" r:id="rId4"/>
  </p:sldMasterIdLst>
  <p:notesMasterIdLst>
    <p:notesMasterId r:id="rId19"/>
  </p:notesMasterIdLst>
  <p:handoutMasterIdLst>
    <p:handoutMasterId r:id="rId20"/>
  </p:handoutMasterIdLst>
  <p:sldIdLst>
    <p:sldId id="256" r:id="rId18"/>
    <p:sldId id="257" r:id="rId17"/>
    <p:sldId id="258" r:id="rId16"/>
    <p:sldId id="259" r:id="rId15"/>
    <p:sldId id="260" r:id="rId14"/>
    <p:sldId id="261" r:id="rId13"/>
    <p:sldId id="262" r:id="rId12"/>
    <p:sldId id="263" r:id="rId11"/>
    <p:sldId id="264" r:id="rId10"/>
    <p:sldId id="265" r:id="rId9"/>
    <p:sldId id="266" r:id="rId8"/>
    <p:sldId id="267" r:id="rId7"/>
    <p:sldId id="268" r:id="rId6"/>
    <p:sldId id="269" r:id="rId5"/>
    <p:sldId id="270" r:id="rId32"/>
    <p:sldId id="271" r:id="rId33"/>
    <p:sldId id="272" r:id="rId34"/>
    <p:sldId id="273" r:id="rId35"/>
    <p:sldId id="274" r:id="rId36"/>
    <p:sldId id="275" r:id="rId37"/>
    <p:sldId id="276" r:id="rId38"/>
    <p:sldId id="277" r:id="rId39"/>
    <p:sldId id="278" r:id="rId40"/>
    <p:sldId id="279" r:id="rId41"/>
    <p:sldId id="280" r:id="rId42"/>
    <p:sldId id="281" r:id="rId43"/>
    <p:sldId id="282" r:id="rId44"/>
    <p:sldId id="283" r:id="rId45"/>
  </p:sldIdLst>
  <p:sldSz cx="12192000" cy="6858000"/>
  <p:notesSz cx="6858000" cy="9144000"/>
  <p:embeddedFontLst>
    <p:embeddedFont>
      <p:font typeface="GT America" panose="020B0604020202020204" charset="0"/>
      <p:regular r:id="rId21"/>
      <p:bold r:id="rId22"/>
      <p:italic r:id="rId23"/>
      <p:boldItalic r:id="rId24"/>
    </p:embeddedFont>
    <p:embeddedFont>
      <p:font typeface="Microsoft Sans Serif" panose="020B0604020202020204" pitchFamily="34" charset="0"/>
      <p:regular r:id="rId25"/>
    </p:embeddedFont>
  </p:embeddedFontLst>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81"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51C8D"/>
    <a:srgbClr val="A83167"/>
    <a:srgbClr val="EA5362"/>
    <a:srgbClr val="E5BFC2"/>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8EA2D5-60CF-4FE8-A1F9-D513E0BF9A9B}" v="165" dt="2025-11-24T09:46:27.657"/>
  </p1510:revLst>
</p1510:revInfo>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114"/>
      </p:cViewPr>
      <p:guideLst>
        <p:guide orient="horz" pos="981"/>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4.xml"/><Relationship Id="rId6" Type="http://schemas.openxmlformats.org/officeDocument/2006/relationships/slide" Target="slides/slide13.xml"/><Relationship Id="rId7" Type="http://schemas.openxmlformats.org/officeDocument/2006/relationships/slide" Target="slides/slide12.xml"/><Relationship Id="rId8" Type="http://schemas.openxmlformats.org/officeDocument/2006/relationships/slide" Target="slides/slide11.xml"/><Relationship Id="rId9" Type="http://schemas.openxmlformats.org/officeDocument/2006/relationships/slide" Target="slides/slide10.xml"/><Relationship Id="rId10" Type="http://schemas.openxmlformats.org/officeDocument/2006/relationships/slide" Target="slides/slide9.xml"/><Relationship Id="rId11" Type="http://schemas.openxmlformats.org/officeDocument/2006/relationships/slide" Target="slides/slide8.xml"/><Relationship Id="rId12" Type="http://schemas.openxmlformats.org/officeDocument/2006/relationships/slide" Target="slides/slide7.xml"/><Relationship Id="rId13" Type="http://schemas.openxmlformats.org/officeDocument/2006/relationships/slide" Target="slides/slide6.xml"/><Relationship Id="rId14" Type="http://schemas.openxmlformats.org/officeDocument/2006/relationships/slide" Target="slides/slide5.xml"/><Relationship Id="rId15" Type="http://schemas.openxmlformats.org/officeDocument/2006/relationships/slide" Target="slides/slide4.xml"/><Relationship Id="rId16" Type="http://schemas.openxmlformats.org/officeDocument/2006/relationships/slide" Target="slides/slide3.xml"/><Relationship Id="rId17" Type="http://schemas.openxmlformats.org/officeDocument/2006/relationships/slide" Target="slides/slide2.xml"/><Relationship Id="rId18" Type="http://schemas.openxmlformats.org/officeDocument/2006/relationships/slide" Target="slides/slide1.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font" Target="fonts/font1.fntdata"/><Relationship Id="rId22" Type="http://schemas.openxmlformats.org/officeDocument/2006/relationships/font" Target="fonts/font2.fntdata"/><Relationship Id="rId23" Type="http://schemas.openxmlformats.org/officeDocument/2006/relationships/font" Target="fonts/font3.fntdata"/><Relationship Id="rId24" Type="http://schemas.openxmlformats.org/officeDocument/2006/relationships/font" Target="fonts/font4.fntdata"/><Relationship Id="rId25" Type="http://schemas.openxmlformats.org/officeDocument/2006/relationships/font" Target="fonts/font5.fntdata"/><Relationship Id="rId26" Type="http://schemas.openxmlformats.org/officeDocument/2006/relationships/tags" Target="tags/tag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5/10/relationships/revisionInfo" Target="revisionInfo.xml"/><Relationship Id="rId32" Type="http://schemas.openxmlformats.org/officeDocument/2006/relationships/slide" Target="slides/slide15.xml"/><Relationship Id="rId33" Type="http://schemas.openxmlformats.org/officeDocument/2006/relationships/slide" Target="slides/slide16.xml"/><Relationship Id="rId34" Type="http://schemas.openxmlformats.org/officeDocument/2006/relationships/slide" Target="slides/slide17.xml"/><Relationship Id="rId35" Type="http://schemas.openxmlformats.org/officeDocument/2006/relationships/slide" Target="slides/slide18.xml"/><Relationship Id="rId36" Type="http://schemas.openxmlformats.org/officeDocument/2006/relationships/slide" Target="slides/slide19.xml"/><Relationship Id="rId37" Type="http://schemas.openxmlformats.org/officeDocument/2006/relationships/slide" Target="slides/slide20.xml"/><Relationship Id="rId38" Type="http://schemas.openxmlformats.org/officeDocument/2006/relationships/slide" Target="slides/slide21.xml"/><Relationship Id="rId39" Type="http://schemas.openxmlformats.org/officeDocument/2006/relationships/slide" Target="slides/slide22.xml"/><Relationship Id="rId40" Type="http://schemas.openxmlformats.org/officeDocument/2006/relationships/slide" Target="slides/slide23.xml"/><Relationship Id="rId41" Type="http://schemas.openxmlformats.org/officeDocument/2006/relationships/slide" Target="slides/slide24.xml"/><Relationship Id="rId42" Type="http://schemas.openxmlformats.org/officeDocument/2006/relationships/slide" Target="slides/slide25.xml"/><Relationship Id="rId43" Type="http://schemas.openxmlformats.org/officeDocument/2006/relationships/slide" Target="slides/slide26.xml"/><Relationship Id="rId44" Type="http://schemas.openxmlformats.org/officeDocument/2006/relationships/slide" Target="slides/slide27.xml"/><Relationship Id="rId45"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9A76584-D3F2-B57E-BF02-D7C999AA7B09}"/>
              </a:ext>
            </a:extLst>
          </p:cNvPr>
          <p:cNvSpPr>
            <a:spLocks noGrp="1"/>
          </p:cNvSpPr>
          <p:nvPr>
            <p:ph type="hdr" sz="quarter"/>
          </p:nvPr>
        </p:nvSpPr>
        <p:spPr>
          <a:xfrm>
            <a:off x="0" y="0"/>
            <a:ext cx="2971800" cy="330072"/>
          </a:xfrm>
          <a:prstGeom prst="rect">
            <a:avLst/>
          </a:prstGeom>
        </p:spPr>
        <p:txBody>
          <a:bodyPr vert="horz" lIns="72000" tIns="72000" rIns="72000" bIns="72000" rtlCol="0">
            <a:spAutoFit/>
          </a:bodyPr>
          <a:lstStyle>
            <a:lvl1pPr algn="l">
              <a:defRPr sz="1200"/>
            </a:lvl1pPr>
          </a:lstStyle>
          <a:p>
            <a:endParaRPr lang="en-US"/>
          </a:p>
        </p:txBody>
      </p:sp>
      <p:sp>
        <p:nvSpPr>
          <p:cNvPr id="3" name="Date Placeholder 2">
            <a:extLst>
              <a:ext uri="{FF2B5EF4-FFF2-40B4-BE49-F238E27FC236}">
                <a16:creationId xmlns:a16="http://schemas.microsoft.com/office/drawing/2014/main" id="{F2CC6F94-9BC4-3846-F58E-D1D68C191F4C}"/>
              </a:ext>
            </a:extLst>
          </p:cNvPr>
          <p:cNvSpPr>
            <a:spLocks noGrp="1"/>
          </p:cNvSpPr>
          <p:nvPr>
            <p:ph type="dt" sz="quarter" idx="1"/>
          </p:nvPr>
        </p:nvSpPr>
        <p:spPr>
          <a:xfrm>
            <a:off x="3884613" y="0"/>
            <a:ext cx="2971800" cy="330072"/>
          </a:xfrm>
          <a:prstGeom prst="rect">
            <a:avLst/>
          </a:prstGeom>
        </p:spPr>
        <p:txBody>
          <a:bodyPr vert="horz" lIns="72000" tIns="72000" rIns="72000" bIns="72000" rtlCol="0">
            <a:spAutoFit/>
          </a:bodyPr>
          <a:lstStyle>
            <a:lvl1pPr algn="r">
              <a:defRPr sz="1200"/>
            </a:lvl1pPr>
          </a:lstStyle>
          <a:p>
            <a:fld id="{CC0BB003-453D-49F4-9E2C-B0AABA0AB37D}" type="datetimeFigureOut">
              <a:rPr lang="en-US" smtClean="0"/>
              <a:t>12/4/2025</a:t>
            </a:fld>
            <a:endParaRPr lang="en-US"/>
          </a:p>
        </p:txBody>
      </p:sp>
      <p:sp>
        <p:nvSpPr>
          <p:cNvPr id="4" name="Footer Placeholder 3">
            <a:extLst>
              <a:ext uri="{FF2B5EF4-FFF2-40B4-BE49-F238E27FC236}">
                <a16:creationId xmlns:a16="http://schemas.microsoft.com/office/drawing/2014/main" id="{2F59171E-418A-FCC6-7291-647574BEF435}"/>
              </a:ext>
            </a:extLst>
          </p:cNvPr>
          <p:cNvSpPr>
            <a:spLocks noGrp="1"/>
          </p:cNvSpPr>
          <p:nvPr>
            <p:ph type="ftr" sz="quarter" idx="2"/>
          </p:nvPr>
        </p:nvSpPr>
        <p:spPr>
          <a:xfrm>
            <a:off x="0" y="8813928"/>
            <a:ext cx="2971800" cy="330072"/>
          </a:xfrm>
          <a:prstGeom prst="rect">
            <a:avLst/>
          </a:prstGeom>
        </p:spPr>
        <p:txBody>
          <a:bodyPr vert="horz" lIns="72000" tIns="72000" rIns="72000" bIns="72000" rtlCol="0" anchor="b">
            <a:spAutoFit/>
          </a:bodyPr>
          <a:lstStyle>
            <a:lvl1pPr algn="l">
              <a:defRPr sz="1200"/>
            </a:lvl1pPr>
          </a:lstStyle>
          <a:p>
            <a:endParaRPr lang="en-US"/>
          </a:p>
        </p:txBody>
      </p:sp>
      <p:sp>
        <p:nvSpPr>
          <p:cNvPr id="5" name="Slide Number Placeholder 4">
            <a:extLst>
              <a:ext uri="{FF2B5EF4-FFF2-40B4-BE49-F238E27FC236}">
                <a16:creationId xmlns:a16="http://schemas.microsoft.com/office/drawing/2014/main" id="{C28DF413-5A80-0E4B-FAC6-ED9C1B6AAD13}"/>
              </a:ext>
            </a:extLst>
          </p:cNvPr>
          <p:cNvSpPr>
            <a:spLocks noGrp="1"/>
          </p:cNvSpPr>
          <p:nvPr>
            <p:ph type="sldNum" sz="quarter" idx="3"/>
          </p:nvPr>
        </p:nvSpPr>
        <p:spPr>
          <a:xfrm>
            <a:off x="3884613" y="8813928"/>
            <a:ext cx="2971800" cy="330072"/>
          </a:xfrm>
          <a:prstGeom prst="rect">
            <a:avLst/>
          </a:prstGeom>
        </p:spPr>
        <p:txBody>
          <a:bodyPr vert="horz" lIns="72000" tIns="72000" rIns="72000" bIns="72000" rtlCol="0" anchor="b">
            <a:spAutoFit/>
          </a:bodyPr>
          <a:lstStyle>
            <a:lvl1pPr algn="r">
              <a:defRPr sz="1200"/>
            </a:lvl1pPr>
          </a:lstStyle>
          <a:p>
            <a:fld id="{5CEEF8C8-A39C-426A-A785-874186603B59}" type="slidenum">
              <a:rPr lang="en-US" smtClean="0"/>
              <a:t>‹#›</a:t>
            </a:fld>
            <a:endParaRPr lang="en-US"/>
          </a:p>
        </p:txBody>
      </p:sp>
    </p:spTree>
    <p:extLst>
      <p:ext uri="{BB962C8B-B14F-4D97-AF65-F5344CB8AC3E}">
        <p14:creationId xmlns:p14="http://schemas.microsoft.com/office/powerpoint/2010/main" val="4497637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330072"/>
          </a:xfrm>
          <a:prstGeom prst="rect">
            <a:avLst/>
          </a:prstGeom>
        </p:spPr>
        <p:txBody>
          <a:bodyPr vert="horz" lIns="72000" tIns="72000" rIns="72000" bIns="72000" rtlCol="0">
            <a:spAutoFit/>
          </a:bodyPr>
          <a:lstStyle>
            <a:lvl1pPr algn="l">
              <a:defRPr sz="1200"/>
            </a:lvl1pPr>
          </a:lstStyle>
          <a:p>
            <a:endParaRPr lang="en-US"/>
          </a:p>
        </p:txBody>
      </p:sp>
      <p:sp>
        <p:nvSpPr>
          <p:cNvPr id="3" name="Date Placeholder 2"/>
          <p:cNvSpPr>
            <a:spLocks noGrp="1"/>
          </p:cNvSpPr>
          <p:nvPr>
            <p:ph type="dt" idx="1"/>
          </p:nvPr>
        </p:nvSpPr>
        <p:spPr>
          <a:xfrm>
            <a:off x="3884613" y="0"/>
            <a:ext cx="2971800" cy="330072"/>
          </a:xfrm>
          <a:prstGeom prst="rect">
            <a:avLst/>
          </a:prstGeom>
        </p:spPr>
        <p:txBody>
          <a:bodyPr vert="horz" lIns="72000" tIns="72000" rIns="72000" bIns="72000" rtlCol="0">
            <a:spAutoFit/>
          </a:bodyPr>
          <a:lstStyle>
            <a:lvl1pPr algn="r">
              <a:defRPr sz="1200"/>
            </a:lvl1pPr>
          </a:lstStyle>
          <a:p>
            <a:fld id="{17C9ACF2-9523-4E24-AB2A-AA40E013F93F}" type="datetimeFigureOut">
              <a:rPr lang="en-US" smtClean="0"/>
              <a:t>12/4/2025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13928"/>
            <a:ext cx="2971800" cy="330072"/>
          </a:xfrm>
          <a:prstGeom prst="rect">
            <a:avLst/>
          </a:prstGeom>
        </p:spPr>
        <p:txBody>
          <a:bodyPr vert="horz" lIns="72000" tIns="72000" rIns="72000" bIns="72000" rtlCol="0" anchor="b">
            <a:spAutoFit/>
          </a:bodyPr>
          <a:lstStyle>
            <a:lvl1pPr algn="l">
              <a:defRPr sz="1200"/>
            </a:lvl1pPr>
          </a:lstStyle>
          <a:p>
            <a:endParaRPr lang="en-US"/>
          </a:p>
        </p:txBody>
      </p:sp>
      <p:sp>
        <p:nvSpPr>
          <p:cNvPr id="7" name="Slide Number Placeholder 6"/>
          <p:cNvSpPr>
            <a:spLocks noGrp="1"/>
          </p:cNvSpPr>
          <p:nvPr>
            <p:ph type="sldNum" sz="quarter" idx="5"/>
          </p:nvPr>
        </p:nvSpPr>
        <p:spPr>
          <a:xfrm>
            <a:off x="3884613" y="8813928"/>
            <a:ext cx="2971800" cy="330072"/>
          </a:xfrm>
          <a:prstGeom prst="rect">
            <a:avLst/>
          </a:prstGeom>
        </p:spPr>
        <p:txBody>
          <a:bodyPr vert="horz" lIns="72000" tIns="72000" rIns="72000" bIns="72000" rtlCol="0" anchor="b">
            <a:spAutoFit/>
          </a:bodyPr>
          <a:lstStyle>
            <a:lvl1pPr algn="r">
              <a:defRPr sz="1200"/>
            </a:lvl1pPr>
          </a:lstStyle>
          <a:p>
            <a:fld id="{79F5A480-A98C-4E91-8166-A054DD06EBA9}" type="slidenum">
              <a:rPr lang="en-US" smtClean="0"/>
              <a:t>‹#›</a:t>
            </a:fld>
            <a:endParaRPr lang="en-US"/>
          </a:p>
        </p:txBody>
      </p:sp>
    </p:spTree>
    <p:extLst>
      <p:ext uri="{BB962C8B-B14F-4D97-AF65-F5344CB8AC3E}">
        <p14:creationId xmlns:p14="http://schemas.microsoft.com/office/powerpoint/2010/main" val="551558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6.png"/><Relationship Id="rId4" Type="http://schemas.openxmlformats.org/officeDocument/2006/relationships/image" Target="../media/image11.svg"/></Relationships>
</file>

<file path=ppt/slideLayouts/_rels/slideLayout33.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Master" Target="../slideMasters/slideMaster1.xml"/><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11.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spTree>
      <p:nvGrpSpPr>
        <p:cNvPr id="1" name=""/>
        <p:cNvGrpSpPr/>
        <p:nvPr/>
      </p:nvGrpSpPr>
      <p:grpSpPr>
        <a:xfrm>
          <a:off x="0" y="0"/>
          <a:ext cx="0" cy="0"/>
          <a:chOff x="0" y="0"/>
          <a:chExt cx="0" cy="0"/>
        </a:xfrm>
      </p:grpSpPr>
      <p:pic>
        <p:nvPicPr>
          <p:cNvPr id="4" name="Picture 3" descr="A colorful gradient with squares&#10;&#10;Description automatically generated with medium confidence">
            <a:extLst>
              <a:ext uri="{FF2B5EF4-FFF2-40B4-BE49-F238E27FC236}">
                <a16:creationId xmlns:a16="http://schemas.microsoft.com/office/drawing/2014/main" id="{6C566B1A-1272-AB8E-397F-CAE1B245E1FA}"/>
              </a:ext>
            </a:extLst>
          </p:cNvPr>
          <p:cNvPicPr>
            <a:picLocks noChangeAspect="1"/>
          </p:cNvPicPr>
          <p:nvPr userDrawn="1"/>
        </p:nvPicPr>
        <p:blipFill>
          <a:blip r:embed="rId2"/>
          <a:stretch>
            <a:fillRect/>
          </a:stretch>
        </p:blipFill>
        <p:spPr>
          <a:xfrm>
            <a:off x="-88" y="0"/>
            <a:ext cx="12192000" cy="6858000"/>
          </a:xfrm>
          <a:prstGeom prst="rect">
            <a:avLst/>
          </a:prstGeom>
        </p:spPr>
      </p:pic>
      <p:sp>
        <p:nvSpPr>
          <p:cNvPr id="3" name="Text Placeholder 9">
            <a:extLst>
              <a:ext uri="{FF2B5EF4-FFF2-40B4-BE49-F238E27FC236}">
                <a16:creationId xmlns:a16="http://schemas.microsoft.com/office/drawing/2014/main" id="{81EAA6A3-9742-4CD0-8A04-F54B5C18CCBD}"/>
              </a:ext>
            </a:extLst>
          </p:cNvPr>
          <p:cNvSpPr>
            <a:spLocks noGrp="1"/>
          </p:cNvSpPr>
          <p:nvPr>
            <p:ph type="body" sz="quarter" idx="20" hasCustomPrompt="1"/>
          </p:nvPr>
        </p:nvSpPr>
        <p:spPr>
          <a:xfrm>
            <a:off x="628257" y="3863253"/>
            <a:ext cx="9134902" cy="332399"/>
          </a:xfrm>
          <a:prstGeom prst="rect">
            <a:avLst/>
          </a:prstGeom>
          <a:noFill/>
          <a:ln>
            <a:noFill/>
          </a:ln>
        </p:spPr>
        <p:txBody>
          <a:bodyPr wrap="square" lIns="0" tIns="0" rIns="0" bIns="0" rtlCol="0">
            <a:spAutoFit/>
          </a:bodyPr>
          <a:lstStyle>
            <a:lvl1pPr marL="0" indent="0">
              <a:buNone/>
              <a:defRPr lang="en-US" sz="2400" dirty="0">
                <a:solidFill>
                  <a:schemeClr val="bg1"/>
                </a:solidFill>
              </a:defRPr>
            </a:lvl1pPr>
          </a:lstStyle>
          <a:p>
            <a:pPr marL="0" lvl="0"/>
            <a:r>
              <a:rPr lang="en-US"/>
              <a:t>Subheading or additional information</a:t>
            </a:r>
          </a:p>
        </p:txBody>
      </p:sp>
      <p:sp>
        <p:nvSpPr>
          <p:cNvPr id="5" name="Text Placeholder 9">
            <a:extLst>
              <a:ext uri="{FF2B5EF4-FFF2-40B4-BE49-F238E27FC236}">
                <a16:creationId xmlns:a16="http://schemas.microsoft.com/office/drawing/2014/main" id="{6568098D-8C38-AAEA-9CC0-387D99D6D8FB}"/>
              </a:ext>
            </a:extLst>
          </p:cNvPr>
          <p:cNvSpPr>
            <a:spLocks noGrp="1"/>
          </p:cNvSpPr>
          <p:nvPr>
            <p:ph type="body" sz="quarter" idx="22" hasCustomPrompt="1"/>
          </p:nvPr>
        </p:nvSpPr>
        <p:spPr>
          <a:xfrm>
            <a:off x="628256" y="6356286"/>
            <a:ext cx="3835101" cy="166199"/>
          </a:xfrm>
          <a:prstGeom prst="rect">
            <a:avLst/>
          </a:prstGeom>
        </p:spPr>
        <p:txBody>
          <a:bodyPr wrap="square" lIns="0" tIns="0" rIns="0" bIns="0" anchor="b">
            <a:spAutoFit/>
          </a:bodyPr>
          <a:lstStyle>
            <a:lvl1pPr marL="0" indent="0">
              <a:spcBef>
                <a:spcPts val="1000"/>
              </a:spcBef>
              <a:buNone/>
              <a:defRPr lang="en-US" sz="1200" kern="1200" dirty="0">
                <a:solidFill>
                  <a:schemeClr val="bg1"/>
                </a:solidFill>
                <a:latin typeface="Microsoft Sans Serif" panose="020B0604020202020204" pitchFamily="34" charset="0"/>
                <a:ea typeface="Tahoma" panose="020B0604030504040204" pitchFamily="34" charset="0"/>
                <a:cs typeface="Microsoft Sans Serif" panose="020B0604020202020204" pitchFamily="34" charset="0"/>
              </a:defRPr>
            </a:lvl1pPr>
            <a:lvl2pPr marL="178775" indent="0">
              <a:buNone/>
              <a:defRPr sz="2400"/>
            </a:lvl2pPr>
            <a:lvl3pPr marL="360000" indent="0">
              <a:buNone/>
              <a:defRPr sz="2400"/>
            </a:lvl3pPr>
            <a:lvl4pPr marL="539138" indent="0">
              <a:buNone/>
              <a:defRPr sz="2400"/>
            </a:lvl4pPr>
            <a:lvl5pPr marL="720000" indent="0">
              <a:buNone/>
              <a:defRPr sz="2400"/>
            </a:lvl5pPr>
          </a:lstStyle>
          <a:p>
            <a:pPr lvl="0"/>
            <a:r>
              <a:rPr lang="en-US"/>
              <a:t>Date/Location, if relevant</a:t>
            </a:r>
          </a:p>
        </p:txBody>
      </p:sp>
      <p:pic>
        <p:nvPicPr>
          <p:cNvPr id="7" name="Google Shape;5773;p324">
            <a:extLst>
              <a:ext uri="{FF2B5EF4-FFF2-40B4-BE49-F238E27FC236}">
                <a16:creationId xmlns:a16="http://schemas.microsoft.com/office/drawing/2014/main" id="{0B214C76-5C34-738F-FDAC-7D6C1B8CEC87}"/>
              </a:ext>
            </a:extLst>
          </p:cNvPr>
          <p:cNvPicPr preferRelativeResize="0"/>
          <p:nvPr userDrawn="1"/>
        </p:nvPicPr>
        <p:blipFill>
          <a:blip r:embed="rId3">
            <a:alphaModFix/>
          </a:blip>
          <a:stretch>
            <a:fillRect/>
          </a:stretch>
        </p:blipFill>
        <p:spPr>
          <a:xfrm>
            <a:off x="9761150" y="6163016"/>
            <a:ext cx="1960591" cy="411451"/>
          </a:xfrm>
          <a:prstGeom prst="rect">
            <a:avLst/>
          </a:prstGeom>
          <a:noFill/>
          <a:ln>
            <a:noFill/>
          </a:ln>
        </p:spPr>
      </p:pic>
      <p:sp>
        <p:nvSpPr>
          <p:cNvPr id="6" name="Text Placeholder 9">
            <a:extLst>
              <a:ext uri="{FF2B5EF4-FFF2-40B4-BE49-F238E27FC236}">
                <a16:creationId xmlns:a16="http://schemas.microsoft.com/office/drawing/2014/main" id="{EE6ACF4D-39FE-5029-6ECA-D44D07569397}"/>
              </a:ext>
            </a:extLst>
          </p:cNvPr>
          <p:cNvSpPr>
            <a:spLocks noGrp="1"/>
          </p:cNvSpPr>
          <p:nvPr>
            <p:ph type="body" sz="quarter" idx="24" hasCustomPrompt="1"/>
          </p:nvPr>
        </p:nvSpPr>
        <p:spPr>
          <a:xfrm>
            <a:off x="628257" y="1869455"/>
            <a:ext cx="9134902" cy="1792224"/>
          </a:xfrm>
          <a:prstGeom prst="rect">
            <a:avLst/>
          </a:prstGeom>
          <a:noFill/>
          <a:ln>
            <a:noFill/>
          </a:ln>
        </p:spPr>
        <p:txBody>
          <a:bodyPr wrap="square" lIns="0" tIns="0" rIns="0" bIns="0" rtlCol="0" anchor="b">
            <a:noAutofit/>
          </a:bodyPr>
          <a:lstStyle>
            <a:lvl1pPr marL="0" indent="0">
              <a:buNone/>
              <a:defRPr lang="en-US" sz="4800" dirty="0">
                <a:solidFill>
                  <a:schemeClr val="bg1"/>
                </a:solidFill>
              </a:defRPr>
            </a:lvl1pPr>
          </a:lstStyle>
          <a:p>
            <a:pPr marL="0" lvl="0"/>
            <a:r>
              <a:rPr lang="en-US"/>
              <a:t>Presentation title here</a:t>
            </a:r>
          </a:p>
        </p:txBody>
      </p:sp>
    </p:spTree>
    <p:extLst>
      <p:ext uri="{BB962C8B-B14F-4D97-AF65-F5344CB8AC3E}">
        <p14:creationId xmlns:p14="http://schemas.microsoft.com/office/powerpoint/2010/main" val="81343168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video background)">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0B1994B-1B69-EE8D-66A8-E42A677D663A}"/>
              </a:ext>
            </a:extLst>
          </p:cNvPr>
          <p:cNvSpPr>
            <a:spLocks noGrp="1"/>
          </p:cNvSpPr>
          <p:nvPr>
            <p:ph type="pic" sz="quarter" idx="23"/>
          </p:nvPr>
        </p:nvSpPr>
        <p:spPr>
          <a:xfrm>
            <a:off x="0" y="0"/>
            <a:ext cx="12192000" cy="6858000"/>
          </a:xfrm>
          <a:prstGeom prst="rect">
            <a:avLst/>
          </a:prstGeom>
          <a:solidFill>
            <a:schemeClr val="bg2"/>
          </a:solidFill>
        </p:spPr>
        <p:txBody>
          <a:bodyPr anchor="ctr"/>
          <a:lstStyle>
            <a:lvl1pPr marL="0" indent="0" algn="ctr">
              <a:buNone/>
              <a:defRPr/>
            </a:lvl1pPr>
          </a:lstStyle>
          <a:p>
            <a:endParaRPr lang="en-PH"/>
          </a:p>
        </p:txBody>
      </p:sp>
      <p:sp>
        <p:nvSpPr>
          <p:cNvPr id="3" name="Text Placeholder 9">
            <a:extLst>
              <a:ext uri="{FF2B5EF4-FFF2-40B4-BE49-F238E27FC236}">
                <a16:creationId xmlns:a16="http://schemas.microsoft.com/office/drawing/2014/main" id="{81EAA6A3-9742-4CD0-8A04-F54B5C18CCBD}"/>
              </a:ext>
            </a:extLst>
          </p:cNvPr>
          <p:cNvSpPr>
            <a:spLocks noGrp="1"/>
          </p:cNvSpPr>
          <p:nvPr>
            <p:ph type="body" sz="quarter" idx="20" hasCustomPrompt="1"/>
          </p:nvPr>
        </p:nvSpPr>
        <p:spPr>
          <a:xfrm>
            <a:off x="628257" y="3863253"/>
            <a:ext cx="9134902" cy="332399"/>
          </a:xfrm>
          <a:prstGeom prst="rect">
            <a:avLst/>
          </a:prstGeom>
          <a:noFill/>
          <a:ln>
            <a:noFill/>
          </a:ln>
        </p:spPr>
        <p:txBody>
          <a:bodyPr wrap="square" lIns="0" tIns="0" rIns="0" bIns="0" rtlCol="0">
            <a:spAutoFit/>
          </a:bodyPr>
          <a:lstStyle>
            <a:lvl1pPr marL="0" indent="0">
              <a:buNone/>
              <a:defRPr lang="en-US" sz="2400" dirty="0">
                <a:solidFill>
                  <a:schemeClr val="bg1"/>
                </a:solidFill>
              </a:defRPr>
            </a:lvl1pPr>
          </a:lstStyle>
          <a:p>
            <a:pPr marL="0" lvl="0"/>
            <a:r>
              <a:rPr lang="en-US"/>
              <a:t>Subheading or additional information</a:t>
            </a:r>
          </a:p>
        </p:txBody>
      </p:sp>
      <p:sp>
        <p:nvSpPr>
          <p:cNvPr id="5" name="Text Placeholder 9">
            <a:extLst>
              <a:ext uri="{FF2B5EF4-FFF2-40B4-BE49-F238E27FC236}">
                <a16:creationId xmlns:a16="http://schemas.microsoft.com/office/drawing/2014/main" id="{6568098D-8C38-AAEA-9CC0-387D99D6D8FB}"/>
              </a:ext>
            </a:extLst>
          </p:cNvPr>
          <p:cNvSpPr>
            <a:spLocks noGrp="1"/>
          </p:cNvSpPr>
          <p:nvPr>
            <p:ph type="body" sz="quarter" idx="22" hasCustomPrompt="1"/>
          </p:nvPr>
        </p:nvSpPr>
        <p:spPr>
          <a:xfrm>
            <a:off x="628256" y="6356286"/>
            <a:ext cx="3835101" cy="166199"/>
          </a:xfrm>
          <a:prstGeom prst="rect">
            <a:avLst/>
          </a:prstGeom>
        </p:spPr>
        <p:txBody>
          <a:bodyPr wrap="square" lIns="0" tIns="0" rIns="0" bIns="0" anchor="b">
            <a:spAutoFit/>
          </a:bodyPr>
          <a:lstStyle>
            <a:lvl1pPr marL="0" indent="0">
              <a:spcBef>
                <a:spcPts val="1000"/>
              </a:spcBef>
              <a:buNone/>
              <a:defRPr lang="en-US" sz="1200" kern="1200" dirty="0">
                <a:solidFill>
                  <a:schemeClr val="bg1"/>
                </a:solidFill>
                <a:latin typeface="Microsoft Sans Serif" panose="020B0604020202020204" pitchFamily="34" charset="0"/>
                <a:ea typeface="Tahoma" panose="020B0604030504040204" pitchFamily="34" charset="0"/>
                <a:cs typeface="Microsoft Sans Serif" panose="020B0604020202020204" pitchFamily="34" charset="0"/>
              </a:defRPr>
            </a:lvl1pPr>
            <a:lvl2pPr marL="178775" indent="0">
              <a:buNone/>
              <a:defRPr sz="2400"/>
            </a:lvl2pPr>
            <a:lvl3pPr marL="360000" indent="0">
              <a:buNone/>
              <a:defRPr sz="2400"/>
            </a:lvl3pPr>
            <a:lvl4pPr marL="539138" indent="0">
              <a:buNone/>
              <a:defRPr sz="2400"/>
            </a:lvl4pPr>
            <a:lvl5pPr marL="720000" indent="0">
              <a:buNone/>
              <a:defRPr sz="2400"/>
            </a:lvl5pPr>
          </a:lstStyle>
          <a:p>
            <a:pPr lvl="0"/>
            <a:r>
              <a:rPr lang="en-US"/>
              <a:t>Date/Location, if relevant</a:t>
            </a:r>
          </a:p>
        </p:txBody>
      </p:sp>
      <p:pic>
        <p:nvPicPr>
          <p:cNvPr id="7" name="Google Shape;5773;p324">
            <a:extLst>
              <a:ext uri="{FF2B5EF4-FFF2-40B4-BE49-F238E27FC236}">
                <a16:creationId xmlns:a16="http://schemas.microsoft.com/office/drawing/2014/main" id="{0B214C76-5C34-738F-FDAC-7D6C1B8CEC87}"/>
              </a:ext>
            </a:extLst>
          </p:cNvPr>
          <p:cNvPicPr preferRelativeResize="0"/>
          <p:nvPr userDrawn="1"/>
        </p:nvPicPr>
        <p:blipFill>
          <a:blip r:embed="rId2">
            <a:alphaModFix/>
          </a:blip>
          <a:stretch>
            <a:fillRect/>
          </a:stretch>
        </p:blipFill>
        <p:spPr>
          <a:xfrm>
            <a:off x="9761150" y="6163016"/>
            <a:ext cx="1960591" cy="411451"/>
          </a:xfrm>
          <a:prstGeom prst="rect">
            <a:avLst/>
          </a:prstGeom>
          <a:noFill/>
          <a:ln>
            <a:noFill/>
          </a:ln>
        </p:spPr>
      </p:pic>
      <p:sp>
        <p:nvSpPr>
          <p:cNvPr id="10" name="Text Placeholder 9">
            <a:extLst>
              <a:ext uri="{FF2B5EF4-FFF2-40B4-BE49-F238E27FC236}">
                <a16:creationId xmlns:a16="http://schemas.microsoft.com/office/drawing/2014/main" id="{E1D3B2C9-B324-02D1-32A1-4600C8554423}"/>
              </a:ext>
            </a:extLst>
          </p:cNvPr>
          <p:cNvSpPr>
            <a:spLocks noGrp="1"/>
          </p:cNvSpPr>
          <p:nvPr>
            <p:ph type="body" sz="quarter" idx="24" hasCustomPrompt="1"/>
          </p:nvPr>
        </p:nvSpPr>
        <p:spPr>
          <a:xfrm>
            <a:off x="628257" y="1869455"/>
            <a:ext cx="9134902" cy="1792224"/>
          </a:xfrm>
          <a:prstGeom prst="rect">
            <a:avLst/>
          </a:prstGeom>
          <a:noFill/>
          <a:ln>
            <a:noFill/>
          </a:ln>
        </p:spPr>
        <p:txBody>
          <a:bodyPr wrap="square" lIns="0" tIns="0" rIns="0" bIns="0" rtlCol="0" anchor="b">
            <a:noAutofit/>
          </a:bodyPr>
          <a:lstStyle>
            <a:lvl1pPr marL="0" indent="0">
              <a:buNone/>
              <a:defRPr lang="en-US" sz="4800" dirty="0">
                <a:solidFill>
                  <a:schemeClr val="bg1"/>
                </a:solidFill>
              </a:defRPr>
            </a:lvl1pPr>
          </a:lstStyle>
          <a:p>
            <a:pPr marL="0" lvl="0"/>
            <a:r>
              <a:rPr lang="en-US"/>
              <a:t>Presentation title here</a:t>
            </a:r>
          </a:p>
        </p:txBody>
      </p:sp>
    </p:spTree>
    <p:extLst>
      <p:ext uri="{BB962C8B-B14F-4D97-AF65-F5344CB8AC3E}">
        <p14:creationId xmlns:p14="http://schemas.microsoft.com/office/powerpoint/2010/main" val="97315662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ivider 1">
    <p:spTree>
      <p:nvGrpSpPr>
        <p:cNvPr id="1" name=""/>
        <p:cNvGrpSpPr/>
        <p:nvPr/>
      </p:nvGrpSpPr>
      <p:grpSpPr>
        <a:xfrm>
          <a:off x="0" y="0"/>
          <a:ext cx="0" cy="0"/>
          <a:chOff x="0" y="0"/>
          <a:chExt cx="0" cy="0"/>
        </a:xfrm>
      </p:grpSpPr>
      <p:pic>
        <p:nvPicPr>
          <p:cNvPr id="3" name="Picture 2" descr="A blue and white square&#10;&#10;Description automatically generated">
            <a:extLst>
              <a:ext uri="{FF2B5EF4-FFF2-40B4-BE49-F238E27FC236}">
                <a16:creationId xmlns:a16="http://schemas.microsoft.com/office/drawing/2014/main" id="{B97315B6-47B8-3488-8060-93738F3A4A3A}"/>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2" name="Slide Number Placeholder 11">
            <a:extLst>
              <a:ext uri="{FF2B5EF4-FFF2-40B4-BE49-F238E27FC236}">
                <a16:creationId xmlns:a16="http://schemas.microsoft.com/office/drawing/2014/main" id="{C54C4BDE-AB88-5857-CA12-2DCC782E6AE0}"/>
              </a:ext>
            </a:extLst>
          </p:cNvPr>
          <p:cNvSpPr>
            <a:spLocks noGrp="1"/>
          </p:cNvSpPr>
          <p:nvPr>
            <p:ph type="sldNum" sz="quarter" idx="13"/>
          </p:nvPr>
        </p:nvSpPr>
        <p:spPr/>
        <p:txBody>
          <a:bodyPr/>
          <a:lstStyle>
            <a:lvl1pPr>
              <a:defRPr>
                <a:solidFill>
                  <a:schemeClr val="bg1"/>
                </a:solidFill>
              </a:defRPr>
            </a:lvl1pPr>
          </a:lstStyle>
          <a:p>
            <a:fld id="{5EA29875-719B-4A39-A51C-7BDD87443D68}" type="slidenum">
              <a:rPr lang="en-US" smtClean="0"/>
              <a:pPr/>
              <a:t>‹#›</a:t>
            </a:fld>
            <a:endParaRPr lang="en-US"/>
          </a:p>
        </p:txBody>
      </p:sp>
      <p:pic>
        <p:nvPicPr>
          <p:cNvPr id="5" name="Graphic 4">
            <a:extLst>
              <a:ext uri="{FF2B5EF4-FFF2-40B4-BE49-F238E27FC236}">
                <a16:creationId xmlns:a16="http://schemas.microsoft.com/office/drawing/2014/main" id="{29D8C3CA-D7D7-68DA-CAF6-A99DCF5333E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6" name="Text Placeholder 9">
            <a:extLst>
              <a:ext uri="{FF2B5EF4-FFF2-40B4-BE49-F238E27FC236}">
                <a16:creationId xmlns:a16="http://schemas.microsoft.com/office/drawing/2014/main" id="{2ABE3610-C38F-7091-3E51-751732C30C96}"/>
              </a:ext>
            </a:extLst>
          </p:cNvPr>
          <p:cNvSpPr>
            <a:spLocks noGrp="1"/>
          </p:cNvSpPr>
          <p:nvPr>
            <p:ph type="body" sz="quarter" idx="24" hasCustomPrompt="1"/>
          </p:nvPr>
        </p:nvSpPr>
        <p:spPr>
          <a:xfrm>
            <a:off x="1450848" y="2109499"/>
            <a:ext cx="9290304" cy="2240280"/>
          </a:xfrm>
          <a:prstGeom prst="rect">
            <a:avLst/>
          </a:prstGeom>
          <a:noFill/>
          <a:ln>
            <a:noFill/>
          </a:ln>
        </p:spPr>
        <p:txBody>
          <a:bodyPr wrap="square" lIns="0" tIns="0" rIns="0" bIns="0" rtlCol="0" anchor="b">
            <a:noAutofit/>
          </a:bodyPr>
          <a:lstStyle>
            <a:lvl1pPr marL="0" indent="0" algn="ctr">
              <a:buNone/>
              <a:defRPr lang="en-US" sz="8000" dirty="0">
                <a:solidFill>
                  <a:schemeClr val="bg1"/>
                </a:solidFill>
              </a:defRPr>
            </a:lvl1pPr>
          </a:lstStyle>
          <a:p>
            <a:pPr marL="0" lvl="0"/>
            <a:r>
              <a:rPr lang="en-US"/>
              <a:t>Title of the section</a:t>
            </a:r>
          </a:p>
        </p:txBody>
      </p:sp>
      <p:sp>
        <p:nvSpPr>
          <p:cNvPr id="7" name="Text Placeholder 9">
            <a:extLst>
              <a:ext uri="{FF2B5EF4-FFF2-40B4-BE49-F238E27FC236}">
                <a16:creationId xmlns:a16="http://schemas.microsoft.com/office/drawing/2014/main" id="{8D0F9025-13F9-728F-4472-4ABEE933DC80}"/>
              </a:ext>
            </a:extLst>
          </p:cNvPr>
          <p:cNvSpPr>
            <a:spLocks noGrp="1"/>
          </p:cNvSpPr>
          <p:nvPr>
            <p:ph type="body" sz="quarter" idx="20" hasCustomPrompt="1"/>
          </p:nvPr>
        </p:nvSpPr>
        <p:spPr>
          <a:xfrm>
            <a:off x="1450848" y="4512989"/>
            <a:ext cx="9290304" cy="294401"/>
          </a:xfrm>
          <a:prstGeom prst="rect">
            <a:avLst/>
          </a:prstGeom>
          <a:noFill/>
          <a:ln>
            <a:noFill/>
          </a:ln>
        </p:spPr>
        <p:txBody>
          <a:bodyPr wrap="square" lIns="0" tIns="0" rIns="0" bIns="0" rtlCol="0">
            <a:noAutofit/>
          </a:bodyPr>
          <a:lstStyle>
            <a:lvl1pPr marL="0" indent="0" algn="ctr">
              <a:buNone/>
              <a:defRPr lang="en-US" sz="2000" dirty="0">
                <a:solidFill>
                  <a:schemeClr val="bg1"/>
                </a:solidFill>
              </a:defRPr>
            </a:lvl1pPr>
          </a:lstStyle>
          <a:p>
            <a:pPr marL="0" lvl="0"/>
            <a:r>
              <a:rPr lang="en-US"/>
              <a:t>Subheading or additional information</a:t>
            </a:r>
          </a:p>
        </p:txBody>
      </p:sp>
    </p:spTree>
    <p:extLst>
      <p:ext uri="{BB962C8B-B14F-4D97-AF65-F5344CB8AC3E}">
        <p14:creationId xmlns:p14="http://schemas.microsoft.com/office/powerpoint/2010/main" val="1597695117"/>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2">
    <p:spTree>
      <p:nvGrpSpPr>
        <p:cNvPr id="1" name=""/>
        <p:cNvGrpSpPr/>
        <p:nvPr/>
      </p:nvGrpSpPr>
      <p:grpSpPr>
        <a:xfrm>
          <a:off x="0" y="0"/>
          <a:ext cx="0" cy="0"/>
          <a:chOff x="0" y="0"/>
          <a:chExt cx="0" cy="0"/>
        </a:xfrm>
      </p:grpSpPr>
      <p:pic>
        <p:nvPicPr>
          <p:cNvPr id="3" name="Picture 2" descr="A close up of a colorful background&#10;&#10;Description automatically generated">
            <a:extLst>
              <a:ext uri="{FF2B5EF4-FFF2-40B4-BE49-F238E27FC236}">
                <a16:creationId xmlns:a16="http://schemas.microsoft.com/office/drawing/2014/main" id="{5F359F09-40C0-699F-EBA1-BE16EAA88A6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2" name="Slide Number Placeholder 11">
            <a:extLst>
              <a:ext uri="{FF2B5EF4-FFF2-40B4-BE49-F238E27FC236}">
                <a16:creationId xmlns:a16="http://schemas.microsoft.com/office/drawing/2014/main" id="{C54C4BDE-AB88-5857-CA12-2DCC782E6AE0}"/>
              </a:ext>
            </a:extLst>
          </p:cNvPr>
          <p:cNvSpPr>
            <a:spLocks noGrp="1"/>
          </p:cNvSpPr>
          <p:nvPr>
            <p:ph type="sldNum" sz="quarter" idx="13"/>
          </p:nvPr>
        </p:nvSpPr>
        <p:spPr/>
        <p:txBody>
          <a:bodyPr/>
          <a:lstStyle>
            <a:lvl1pPr>
              <a:defRPr>
                <a:solidFill>
                  <a:schemeClr val="bg1"/>
                </a:solidFill>
              </a:defRPr>
            </a:lvl1pPr>
          </a:lstStyle>
          <a:p>
            <a:fld id="{5EA29875-719B-4A39-A51C-7BDD87443D68}" type="slidenum">
              <a:rPr lang="en-US" smtClean="0"/>
              <a:pPr/>
              <a:t>‹#›</a:t>
            </a:fld>
            <a:endParaRPr lang="en-US"/>
          </a:p>
        </p:txBody>
      </p:sp>
      <p:pic>
        <p:nvPicPr>
          <p:cNvPr id="2" name="Graphic 1">
            <a:extLst>
              <a:ext uri="{FF2B5EF4-FFF2-40B4-BE49-F238E27FC236}">
                <a16:creationId xmlns:a16="http://schemas.microsoft.com/office/drawing/2014/main" id="{6CB13E21-24D2-99DE-9F7D-38EC546AEFC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4" name="Text Placeholder 9">
            <a:extLst>
              <a:ext uri="{FF2B5EF4-FFF2-40B4-BE49-F238E27FC236}">
                <a16:creationId xmlns:a16="http://schemas.microsoft.com/office/drawing/2014/main" id="{372E426D-1A89-8152-E200-684F0819BABD}"/>
              </a:ext>
            </a:extLst>
          </p:cNvPr>
          <p:cNvSpPr>
            <a:spLocks noGrp="1"/>
          </p:cNvSpPr>
          <p:nvPr>
            <p:ph type="body" sz="quarter" idx="24" hasCustomPrompt="1"/>
          </p:nvPr>
        </p:nvSpPr>
        <p:spPr>
          <a:xfrm>
            <a:off x="1450848" y="2109499"/>
            <a:ext cx="9290304" cy="2240280"/>
          </a:xfrm>
          <a:prstGeom prst="rect">
            <a:avLst/>
          </a:prstGeom>
          <a:noFill/>
          <a:ln>
            <a:noFill/>
          </a:ln>
        </p:spPr>
        <p:txBody>
          <a:bodyPr wrap="square" lIns="0" tIns="0" rIns="0" bIns="0" rtlCol="0" anchor="b">
            <a:noAutofit/>
          </a:bodyPr>
          <a:lstStyle>
            <a:lvl1pPr marL="0" indent="0" algn="ctr">
              <a:buNone/>
              <a:defRPr lang="en-US" sz="8000" dirty="0">
                <a:solidFill>
                  <a:schemeClr val="bg1"/>
                </a:solidFill>
              </a:defRPr>
            </a:lvl1pPr>
          </a:lstStyle>
          <a:p>
            <a:pPr marL="0" lvl="0"/>
            <a:r>
              <a:rPr lang="en-US"/>
              <a:t>Title of the section</a:t>
            </a:r>
          </a:p>
        </p:txBody>
      </p:sp>
      <p:sp>
        <p:nvSpPr>
          <p:cNvPr id="6" name="Text Placeholder 9">
            <a:extLst>
              <a:ext uri="{FF2B5EF4-FFF2-40B4-BE49-F238E27FC236}">
                <a16:creationId xmlns:a16="http://schemas.microsoft.com/office/drawing/2014/main" id="{76A1DAE6-C33E-1795-CBFA-0A5AFC520933}"/>
              </a:ext>
            </a:extLst>
          </p:cNvPr>
          <p:cNvSpPr>
            <a:spLocks noGrp="1"/>
          </p:cNvSpPr>
          <p:nvPr>
            <p:ph type="body" sz="quarter" idx="20" hasCustomPrompt="1"/>
          </p:nvPr>
        </p:nvSpPr>
        <p:spPr>
          <a:xfrm>
            <a:off x="1450848" y="4512989"/>
            <a:ext cx="9290304" cy="294401"/>
          </a:xfrm>
          <a:prstGeom prst="rect">
            <a:avLst/>
          </a:prstGeom>
          <a:noFill/>
          <a:ln>
            <a:noFill/>
          </a:ln>
        </p:spPr>
        <p:txBody>
          <a:bodyPr wrap="square" lIns="0" tIns="0" rIns="0" bIns="0" rtlCol="0">
            <a:noAutofit/>
          </a:bodyPr>
          <a:lstStyle>
            <a:lvl1pPr marL="0" indent="0" algn="ctr">
              <a:buNone/>
              <a:defRPr lang="en-US" sz="2000" dirty="0">
                <a:solidFill>
                  <a:schemeClr val="bg1"/>
                </a:solidFill>
              </a:defRPr>
            </a:lvl1pPr>
          </a:lstStyle>
          <a:p>
            <a:pPr marL="0" lvl="0"/>
            <a:r>
              <a:rPr lang="en-US"/>
              <a:t>Subheading or additional information</a:t>
            </a:r>
          </a:p>
        </p:txBody>
      </p:sp>
    </p:spTree>
    <p:extLst>
      <p:ext uri="{BB962C8B-B14F-4D97-AF65-F5344CB8AC3E}">
        <p14:creationId xmlns:p14="http://schemas.microsoft.com/office/powerpoint/2010/main" val="70113295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10A485CD-2F85-0C5B-289A-E0CE1C9ED9FA}"/>
              </a:ext>
            </a:extLst>
          </p:cNvPr>
          <p:cNvSpPr>
            <a:spLocks noGrp="1"/>
          </p:cNvSpPr>
          <p:nvPr>
            <p:ph type="body" sz="quarter" idx="40" hasCustomPrompt="1"/>
          </p:nvPr>
        </p:nvSpPr>
        <p:spPr>
          <a:xfrm>
            <a:off x="7116024" y="1206867"/>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7" name="Text Placeholder 3">
            <a:extLst>
              <a:ext uri="{FF2B5EF4-FFF2-40B4-BE49-F238E27FC236}">
                <a16:creationId xmlns:a16="http://schemas.microsoft.com/office/drawing/2014/main" id="{8D6A15A5-79B9-A1AA-1B43-F7511592E718}"/>
              </a:ext>
            </a:extLst>
          </p:cNvPr>
          <p:cNvSpPr>
            <a:spLocks noGrp="1"/>
          </p:cNvSpPr>
          <p:nvPr>
            <p:ph type="body" sz="quarter" idx="69" hasCustomPrompt="1"/>
          </p:nvPr>
        </p:nvSpPr>
        <p:spPr>
          <a:xfrm>
            <a:off x="7116024" y="1591936"/>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9" name="Text Placeholder 3">
            <a:extLst>
              <a:ext uri="{FF2B5EF4-FFF2-40B4-BE49-F238E27FC236}">
                <a16:creationId xmlns:a16="http://schemas.microsoft.com/office/drawing/2014/main" id="{3B971C9D-9B26-D3DB-89DD-5CA21D7757BD}"/>
              </a:ext>
            </a:extLst>
          </p:cNvPr>
          <p:cNvSpPr>
            <a:spLocks noGrp="1"/>
          </p:cNvSpPr>
          <p:nvPr>
            <p:ph type="body" sz="quarter" idx="71" hasCustomPrompt="1"/>
          </p:nvPr>
        </p:nvSpPr>
        <p:spPr>
          <a:xfrm>
            <a:off x="7116024" y="1977005"/>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2" name="Text Placeholder 3">
            <a:extLst>
              <a:ext uri="{FF2B5EF4-FFF2-40B4-BE49-F238E27FC236}">
                <a16:creationId xmlns:a16="http://schemas.microsoft.com/office/drawing/2014/main" id="{9E10D321-245A-729A-2527-3E05930AC28C}"/>
              </a:ext>
            </a:extLst>
          </p:cNvPr>
          <p:cNvSpPr>
            <a:spLocks noGrp="1"/>
          </p:cNvSpPr>
          <p:nvPr>
            <p:ph type="body" sz="quarter" idx="74" hasCustomPrompt="1"/>
          </p:nvPr>
        </p:nvSpPr>
        <p:spPr>
          <a:xfrm>
            <a:off x="7116024" y="2362074"/>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4" name="Text Placeholder 3">
            <a:extLst>
              <a:ext uri="{FF2B5EF4-FFF2-40B4-BE49-F238E27FC236}">
                <a16:creationId xmlns:a16="http://schemas.microsoft.com/office/drawing/2014/main" id="{69BA2F79-9367-18FA-5D61-309784357434}"/>
              </a:ext>
            </a:extLst>
          </p:cNvPr>
          <p:cNvSpPr>
            <a:spLocks noGrp="1"/>
          </p:cNvSpPr>
          <p:nvPr>
            <p:ph type="body" sz="quarter" idx="76" hasCustomPrompt="1"/>
          </p:nvPr>
        </p:nvSpPr>
        <p:spPr>
          <a:xfrm>
            <a:off x="7116024" y="2747143"/>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1" name="Text Placeholder 3">
            <a:extLst>
              <a:ext uri="{FF2B5EF4-FFF2-40B4-BE49-F238E27FC236}">
                <a16:creationId xmlns:a16="http://schemas.microsoft.com/office/drawing/2014/main" id="{F98CD9D1-AE39-D262-425C-097DED777F61}"/>
              </a:ext>
            </a:extLst>
          </p:cNvPr>
          <p:cNvSpPr>
            <a:spLocks noGrp="1"/>
          </p:cNvSpPr>
          <p:nvPr>
            <p:ph type="body" sz="quarter" idx="101" hasCustomPrompt="1"/>
          </p:nvPr>
        </p:nvSpPr>
        <p:spPr>
          <a:xfrm>
            <a:off x="10050780" y="1206867"/>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0" name="Text Placeholder 3">
            <a:extLst>
              <a:ext uri="{FF2B5EF4-FFF2-40B4-BE49-F238E27FC236}">
                <a16:creationId xmlns:a16="http://schemas.microsoft.com/office/drawing/2014/main" id="{964F431F-1758-491B-F974-ABDC426DD6E8}"/>
              </a:ext>
            </a:extLst>
          </p:cNvPr>
          <p:cNvSpPr>
            <a:spLocks noGrp="1"/>
          </p:cNvSpPr>
          <p:nvPr>
            <p:ph type="body" sz="quarter" idx="114" hasCustomPrompt="1"/>
          </p:nvPr>
        </p:nvSpPr>
        <p:spPr>
          <a:xfrm>
            <a:off x="7116024" y="3132212"/>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3" name="Text Placeholder 3">
            <a:extLst>
              <a:ext uri="{FF2B5EF4-FFF2-40B4-BE49-F238E27FC236}">
                <a16:creationId xmlns:a16="http://schemas.microsoft.com/office/drawing/2014/main" id="{958BCA15-1C58-BA47-D50B-117C253BC863}"/>
              </a:ext>
            </a:extLst>
          </p:cNvPr>
          <p:cNvSpPr>
            <a:spLocks noGrp="1"/>
          </p:cNvSpPr>
          <p:nvPr>
            <p:ph type="body" sz="quarter" idx="115" hasCustomPrompt="1"/>
          </p:nvPr>
        </p:nvSpPr>
        <p:spPr>
          <a:xfrm>
            <a:off x="7116024" y="3517281"/>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5" name="Text Placeholder 3">
            <a:extLst>
              <a:ext uri="{FF2B5EF4-FFF2-40B4-BE49-F238E27FC236}">
                <a16:creationId xmlns:a16="http://schemas.microsoft.com/office/drawing/2014/main" id="{3D526A8B-E5EF-64B1-3385-CCE82DE28D4B}"/>
              </a:ext>
            </a:extLst>
          </p:cNvPr>
          <p:cNvSpPr>
            <a:spLocks noGrp="1"/>
          </p:cNvSpPr>
          <p:nvPr>
            <p:ph type="body" sz="quarter" idx="116" hasCustomPrompt="1"/>
          </p:nvPr>
        </p:nvSpPr>
        <p:spPr>
          <a:xfrm>
            <a:off x="7116024" y="3902350"/>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6" name="Text Placeholder 3">
            <a:extLst>
              <a:ext uri="{FF2B5EF4-FFF2-40B4-BE49-F238E27FC236}">
                <a16:creationId xmlns:a16="http://schemas.microsoft.com/office/drawing/2014/main" id="{C9F34623-8AE4-4941-11D6-174048923C1C}"/>
              </a:ext>
            </a:extLst>
          </p:cNvPr>
          <p:cNvSpPr>
            <a:spLocks noGrp="1"/>
          </p:cNvSpPr>
          <p:nvPr>
            <p:ph type="body" sz="quarter" idx="117" hasCustomPrompt="1"/>
          </p:nvPr>
        </p:nvSpPr>
        <p:spPr>
          <a:xfrm>
            <a:off x="7116024" y="4287419"/>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7" name="Text Placeholder 3">
            <a:extLst>
              <a:ext uri="{FF2B5EF4-FFF2-40B4-BE49-F238E27FC236}">
                <a16:creationId xmlns:a16="http://schemas.microsoft.com/office/drawing/2014/main" id="{DB1AAD6A-7313-54D6-EDB8-2ECE25AD60E2}"/>
              </a:ext>
            </a:extLst>
          </p:cNvPr>
          <p:cNvSpPr>
            <a:spLocks noGrp="1"/>
          </p:cNvSpPr>
          <p:nvPr>
            <p:ph type="body" sz="quarter" idx="118" hasCustomPrompt="1"/>
          </p:nvPr>
        </p:nvSpPr>
        <p:spPr>
          <a:xfrm>
            <a:off x="7116024" y="4672488"/>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1" name="Text Placeholder 3">
            <a:extLst>
              <a:ext uri="{FF2B5EF4-FFF2-40B4-BE49-F238E27FC236}">
                <a16:creationId xmlns:a16="http://schemas.microsoft.com/office/drawing/2014/main" id="{356C9FA9-9F4B-CF79-DBD9-6158AB1F3403}"/>
              </a:ext>
            </a:extLst>
          </p:cNvPr>
          <p:cNvSpPr>
            <a:spLocks noGrp="1"/>
          </p:cNvSpPr>
          <p:nvPr>
            <p:ph type="body" sz="quarter" idx="124" hasCustomPrompt="1"/>
          </p:nvPr>
        </p:nvSpPr>
        <p:spPr>
          <a:xfrm>
            <a:off x="7116024" y="5057557"/>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2" name="Text Placeholder 3">
            <a:extLst>
              <a:ext uri="{FF2B5EF4-FFF2-40B4-BE49-F238E27FC236}">
                <a16:creationId xmlns:a16="http://schemas.microsoft.com/office/drawing/2014/main" id="{D09671FA-6400-60FF-1CFA-3D7798635756}"/>
              </a:ext>
            </a:extLst>
          </p:cNvPr>
          <p:cNvSpPr>
            <a:spLocks noGrp="1"/>
          </p:cNvSpPr>
          <p:nvPr>
            <p:ph type="body" sz="quarter" idx="125" hasCustomPrompt="1"/>
          </p:nvPr>
        </p:nvSpPr>
        <p:spPr>
          <a:xfrm>
            <a:off x="7116024" y="5442621"/>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 name="Text Placeholder 3">
            <a:extLst>
              <a:ext uri="{FF2B5EF4-FFF2-40B4-BE49-F238E27FC236}">
                <a16:creationId xmlns:a16="http://schemas.microsoft.com/office/drawing/2014/main" id="{17B815E4-D652-35F0-2830-C94C45187BD0}"/>
              </a:ext>
            </a:extLst>
          </p:cNvPr>
          <p:cNvSpPr>
            <a:spLocks noGrp="1"/>
          </p:cNvSpPr>
          <p:nvPr>
            <p:ph type="body" sz="quarter" idx="128" hasCustomPrompt="1"/>
          </p:nvPr>
        </p:nvSpPr>
        <p:spPr>
          <a:xfrm>
            <a:off x="10050780" y="1591936"/>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5" name="Text Placeholder 3">
            <a:extLst>
              <a:ext uri="{FF2B5EF4-FFF2-40B4-BE49-F238E27FC236}">
                <a16:creationId xmlns:a16="http://schemas.microsoft.com/office/drawing/2014/main" id="{F55B5ACD-BD51-7286-1AA8-8C98F7FAD4B6}"/>
              </a:ext>
            </a:extLst>
          </p:cNvPr>
          <p:cNvSpPr>
            <a:spLocks noGrp="1"/>
          </p:cNvSpPr>
          <p:nvPr>
            <p:ph type="body" sz="quarter" idx="129" hasCustomPrompt="1"/>
          </p:nvPr>
        </p:nvSpPr>
        <p:spPr>
          <a:xfrm>
            <a:off x="10050780" y="1977005"/>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7" name="Text Placeholder 3">
            <a:extLst>
              <a:ext uri="{FF2B5EF4-FFF2-40B4-BE49-F238E27FC236}">
                <a16:creationId xmlns:a16="http://schemas.microsoft.com/office/drawing/2014/main" id="{1D8235E0-29B6-E6F5-C29B-8F60E24D6B45}"/>
              </a:ext>
            </a:extLst>
          </p:cNvPr>
          <p:cNvSpPr>
            <a:spLocks noGrp="1"/>
          </p:cNvSpPr>
          <p:nvPr>
            <p:ph type="body" sz="quarter" idx="130" hasCustomPrompt="1"/>
          </p:nvPr>
        </p:nvSpPr>
        <p:spPr>
          <a:xfrm>
            <a:off x="10050780" y="2362074"/>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8" name="Text Placeholder 3">
            <a:extLst>
              <a:ext uri="{FF2B5EF4-FFF2-40B4-BE49-F238E27FC236}">
                <a16:creationId xmlns:a16="http://schemas.microsoft.com/office/drawing/2014/main" id="{0EA52473-7FCB-0B36-B7C1-F3B7721EB23D}"/>
              </a:ext>
            </a:extLst>
          </p:cNvPr>
          <p:cNvSpPr>
            <a:spLocks noGrp="1"/>
          </p:cNvSpPr>
          <p:nvPr>
            <p:ph type="body" sz="quarter" idx="131" hasCustomPrompt="1"/>
          </p:nvPr>
        </p:nvSpPr>
        <p:spPr>
          <a:xfrm>
            <a:off x="10050780" y="2747143"/>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9" name="Text Placeholder 3">
            <a:extLst>
              <a:ext uri="{FF2B5EF4-FFF2-40B4-BE49-F238E27FC236}">
                <a16:creationId xmlns:a16="http://schemas.microsoft.com/office/drawing/2014/main" id="{652FA04D-83C6-401D-B6F9-251F0BB593F9}"/>
              </a:ext>
            </a:extLst>
          </p:cNvPr>
          <p:cNvSpPr>
            <a:spLocks noGrp="1"/>
          </p:cNvSpPr>
          <p:nvPr>
            <p:ph type="body" sz="quarter" idx="132" hasCustomPrompt="1"/>
          </p:nvPr>
        </p:nvSpPr>
        <p:spPr>
          <a:xfrm>
            <a:off x="10050780" y="3132212"/>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1" name="Text Placeholder 3">
            <a:extLst>
              <a:ext uri="{FF2B5EF4-FFF2-40B4-BE49-F238E27FC236}">
                <a16:creationId xmlns:a16="http://schemas.microsoft.com/office/drawing/2014/main" id="{BEE9E01B-042A-B17F-5318-5EA33C69002D}"/>
              </a:ext>
            </a:extLst>
          </p:cNvPr>
          <p:cNvSpPr>
            <a:spLocks noGrp="1"/>
          </p:cNvSpPr>
          <p:nvPr>
            <p:ph type="body" sz="quarter" idx="133" hasCustomPrompt="1"/>
          </p:nvPr>
        </p:nvSpPr>
        <p:spPr>
          <a:xfrm>
            <a:off x="10050780" y="3517281"/>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2" name="Text Placeholder 3">
            <a:extLst>
              <a:ext uri="{FF2B5EF4-FFF2-40B4-BE49-F238E27FC236}">
                <a16:creationId xmlns:a16="http://schemas.microsoft.com/office/drawing/2014/main" id="{A5D1BAA0-075E-5ADB-3CBA-269CF00A1A4B}"/>
              </a:ext>
            </a:extLst>
          </p:cNvPr>
          <p:cNvSpPr>
            <a:spLocks noGrp="1"/>
          </p:cNvSpPr>
          <p:nvPr>
            <p:ph type="body" sz="quarter" idx="134" hasCustomPrompt="1"/>
          </p:nvPr>
        </p:nvSpPr>
        <p:spPr>
          <a:xfrm>
            <a:off x="10050780" y="3902350"/>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4" name="Text Placeholder 3">
            <a:extLst>
              <a:ext uri="{FF2B5EF4-FFF2-40B4-BE49-F238E27FC236}">
                <a16:creationId xmlns:a16="http://schemas.microsoft.com/office/drawing/2014/main" id="{3CAB9EBA-F603-6A30-366A-97C4EA24954F}"/>
              </a:ext>
            </a:extLst>
          </p:cNvPr>
          <p:cNvSpPr>
            <a:spLocks noGrp="1"/>
          </p:cNvSpPr>
          <p:nvPr>
            <p:ph type="body" sz="quarter" idx="135" hasCustomPrompt="1"/>
          </p:nvPr>
        </p:nvSpPr>
        <p:spPr>
          <a:xfrm>
            <a:off x="10050780" y="4287419"/>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1" name="Text Placeholder 3">
            <a:extLst>
              <a:ext uri="{FF2B5EF4-FFF2-40B4-BE49-F238E27FC236}">
                <a16:creationId xmlns:a16="http://schemas.microsoft.com/office/drawing/2014/main" id="{21CF146D-BDCC-DBFA-E2EF-C6DCD97574CE}"/>
              </a:ext>
            </a:extLst>
          </p:cNvPr>
          <p:cNvSpPr>
            <a:spLocks noGrp="1"/>
          </p:cNvSpPr>
          <p:nvPr>
            <p:ph type="body" sz="quarter" idx="136" hasCustomPrompt="1"/>
          </p:nvPr>
        </p:nvSpPr>
        <p:spPr>
          <a:xfrm>
            <a:off x="10050780" y="4672488"/>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2" name="Text Placeholder 3">
            <a:extLst>
              <a:ext uri="{FF2B5EF4-FFF2-40B4-BE49-F238E27FC236}">
                <a16:creationId xmlns:a16="http://schemas.microsoft.com/office/drawing/2014/main" id="{3423B8EB-7627-C087-1180-2DBA3D01DD7C}"/>
              </a:ext>
            </a:extLst>
          </p:cNvPr>
          <p:cNvSpPr>
            <a:spLocks noGrp="1"/>
          </p:cNvSpPr>
          <p:nvPr>
            <p:ph type="body" sz="quarter" idx="137" hasCustomPrompt="1"/>
          </p:nvPr>
        </p:nvSpPr>
        <p:spPr>
          <a:xfrm>
            <a:off x="10050780" y="5057557"/>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4" name="Text Placeholder 3">
            <a:extLst>
              <a:ext uri="{FF2B5EF4-FFF2-40B4-BE49-F238E27FC236}">
                <a16:creationId xmlns:a16="http://schemas.microsoft.com/office/drawing/2014/main" id="{C9295674-DE38-ED81-B3A1-2DB6C842506F}"/>
              </a:ext>
            </a:extLst>
          </p:cNvPr>
          <p:cNvSpPr>
            <a:spLocks noGrp="1"/>
          </p:cNvSpPr>
          <p:nvPr>
            <p:ph type="body" sz="quarter" idx="139" hasCustomPrompt="1"/>
          </p:nvPr>
        </p:nvSpPr>
        <p:spPr>
          <a:xfrm>
            <a:off x="10050780" y="5442621"/>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37" name="Slide Number Placeholder 36">
            <a:extLst>
              <a:ext uri="{FF2B5EF4-FFF2-40B4-BE49-F238E27FC236}">
                <a16:creationId xmlns:a16="http://schemas.microsoft.com/office/drawing/2014/main" id="{9209102C-D7E9-B367-5265-0A76B0647265}"/>
              </a:ext>
            </a:extLst>
          </p:cNvPr>
          <p:cNvSpPr>
            <a:spLocks noGrp="1"/>
          </p:cNvSpPr>
          <p:nvPr>
            <p:ph type="sldNum" sz="quarter" idx="143"/>
          </p:nvPr>
        </p:nvSpPr>
        <p:spPr/>
        <p:txBody>
          <a:bodyPr/>
          <a:lstStyle/>
          <a:p>
            <a:fld id="{5EA29875-719B-4A39-A51C-7BDD87443D68}" type="slidenum">
              <a:rPr lang="en-US" smtClean="0"/>
              <a:pPr/>
              <a:t>‹#›</a:t>
            </a:fld>
            <a:endParaRPr lang="en-US"/>
          </a:p>
        </p:txBody>
      </p:sp>
      <p:sp>
        <p:nvSpPr>
          <p:cNvPr id="18" name="Text Placeholder 3">
            <a:extLst>
              <a:ext uri="{FF2B5EF4-FFF2-40B4-BE49-F238E27FC236}">
                <a16:creationId xmlns:a16="http://schemas.microsoft.com/office/drawing/2014/main" id="{8C232000-E82E-FBE5-F4C5-25E21111F157}"/>
              </a:ext>
            </a:extLst>
          </p:cNvPr>
          <p:cNvSpPr>
            <a:spLocks noGrp="1"/>
          </p:cNvSpPr>
          <p:nvPr>
            <p:ph type="body" sz="quarter" idx="144" hasCustomPrompt="1"/>
          </p:nvPr>
        </p:nvSpPr>
        <p:spPr>
          <a:xfrm>
            <a:off x="839787" y="269874"/>
            <a:ext cx="402336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9" name="Text Placeholder 3">
            <a:extLst>
              <a:ext uri="{FF2B5EF4-FFF2-40B4-BE49-F238E27FC236}">
                <a16:creationId xmlns:a16="http://schemas.microsoft.com/office/drawing/2014/main" id="{5EA58F30-4B8E-98F6-6272-7EFC9449204B}"/>
              </a:ext>
            </a:extLst>
          </p:cNvPr>
          <p:cNvSpPr>
            <a:spLocks noGrp="1"/>
          </p:cNvSpPr>
          <p:nvPr>
            <p:ph type="body" sz="quarter" idx="145" hasCustomPrompt="1"/>
          </p:nvPr>
        </p:nvSpPr>
        <p:spPr>
          <a:xfrm>
            <a:off x="839787" y="1162440"/>
            <a:ext cx="402336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1308045216"/>
      </p:ext>
    </p:extLst>
  </p:cSld>
  <p:clrMapOvr>
    <a:masterClrMapping/>
  </p:clrMapOvr>
  <p:hf sldNum="0" hdr="0" ftr="0" dt="0"/>
  <p:extLst>
    <p:ext uri="{DCECCB84-F9BA-43D5-87BE-67443E8EF086}">
      <p15:sldGuideLst xmlns:p15="http://schemas.microsoft.com/office/powerpoint/2012/main">
        <p15:guide id="3" pos="3385">
          <p15:clr>
            <a:srgbClr val="FBAE40"/>
          </p15:clr>
        </p15:guide>
        <p15:guide id="7" pos="316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10A485CD-2F85-0C5B-289A-E0CE1C9ED9FA}"/>
              </a:ext>
            </a:extLst>
          </p:cNvPr>
          <p:cNvSpPr>
            <a:spLocks noGrp="1"/>
          </p:cNvSpPr>
          <p:nvPr>
            <p:ph type="body" sz="quarter" idx="40" hasCustomPrompt="1"/>
          </p:nvPr>
        </p:nvSpPr>
        <p:spPr>
          <a:xfrm>
            <a:off x="6797250" y="1206871"/>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7" name="Text Placeholder 3">
            <a:extLst>
              <a:ext uri="{FF2B5EF4-FFF2-40B4-BE49-F238E27FC236}">
                <a16:creationId xmlns:a16="http://schemas.microsoft.com/office/drawing/2014/main" id="{8D6A15A5-79B9-A1AA-1B43-F7511592E718}"/>
              </a:ext>
            </a:extLst>
          </p:cNvPr>
          <p:cNvSpPr>
            <a:spLocks noGrp="1"/>
          </p:cNvSpPr>
          <p:nvPr>
            <p:ph type="body" sz="quarter" idx="69" hasCustomPrompt="1"/>
          </p:nvPr>
        </p:nvSpPr>
        <p:spPr>
          <a:xfrm>
            <a:off x="6797250" y="1591940"/>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9" name="Text Placeholder 3">
            <a:extLst>
              <a:ext uri="{FF2B5EF4-FFF2-40B4-BE49-F238E27FC236}">
                <a16:creationId xmlns:a16="http://schemas.microsoft.com/office/drawing/2014/main" id="{3B971C9D-9B26-D3DB-89DD-5CA21D7757BD}"/>
              </a:ext>
            </a:extLst>
          </p:cNvPr>
          <p:cNvSpPr>
            <a:spLocks noGrp="1"/>
          </p:cNvSpPr>
          <p:nvPr>
            <p:ph type="body" sz="quarter" idx="71" hasCustomPrompt="1"/>
          </p:nvPr>
        </p:nvSpPr>
        <p:spPr>
          <a:xfrm>
            <a:off x="6797250" y="1977009"/>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2" name="Text Placeholder 3">
            <a:extLst>
              <a:ext uri="{FF2B5EF4-FFF2-40B4-BE49-F238E27FC236}">
                <a16:creationId xmlns:a16="http://schemas.microsoft.com/office/drawing/2014/main" id="{9E10D321-245A-729A-2527-3E05930AC28C}"/>
              </a:ext>
            </a:extLst>
          </p:cNvPr>
          <p:cNvSpPr>
            <a:spLocks noGrp="1"/>
          </p:cNvSpPr>
          <p:nvPr>
            <p:ph type="body" sz="quarter" idx="74" hasCustomPrompt="1"/>
          </p:nvPr>
        </p:nvSpPr>
        <p:spPr>
          <a:xfrm>
            <a:off x="6797250" y="2362078"/>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4" name="Text Placeholder 3">
            <a:extLst>
              <a:ext uri="{FF2B5EF4-FFF2-40B4-BE49-F238E27FC236}">
                <a16:creationId xmlns:a16="http://schemas.microsoft.com/office/drawing/2014/main" id="{69BA2F79-9367-18FA-5D61-309784357434}"/>
              </a:ext>
            </a:extLst>
          </p:cNvPr>
          <p:cNvSpPr>
            <a:spLocks noGrp="1"/>
          </p:cNvSpPr>
          <p:nvPr>
            <p:ph type="body" sz="quarter" idx="76" hasCustomPrompt="1"/>
          </p:nvPr>
        </p:nvSpPr>
        <p:spPr>
          <a:xfrm>
            <a:off x="6797250" y="2747147"/>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0" name="Text Placeholder 3">
            <a:extLst>
              <a:ext uri="{FF2B5EF4-FFF2-40B4-BE49-F238E27FC236}">
                <a16:creationId xmlns:a16="http://schemas.microsoft.com/office/drawing/2014/main" id="{964F431F-1758-491B-F974-ABDC426DD6E8}"/>
              </a:ext>
            </a:extLst>
          </p:cNvPr>
          <p:cNvSpPr>
            <a:spLocks noGrp="1"/>
          </p:cNvSpPr>
          <p:nvPr>
            <p:ph type="body" sz="quarter" idx="114" hasCustomPrompt="1"/>
          </p:nvPr>
        </p:nvSpPr>
        <p:spPr>
          <a:xfrm>
            <a:off x="6797250" y="3132216"/>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3" name="Text Placeholder 3">
            <a:extLst>
              <a:ext uri="{FF2B5EF4-FFF2-40B4-BE49-F238E27FC236}">
                <a16:creationId xmlns:a16="http://schemas.microsoft.com/office/drawing/2014/main" id="{958BCA15-1C58-BA47-D50B-117C253BC863}"/>
              </a:ext>
            </a:extLst>
          </p:cNvPr>
          <p:cNvSpPr>
            <a:spLocks noGrp="1"/>
          </p:cNvSpPr>
          <p:nvPr>
            <p:ph type="body" sz="quarter" idx="115" hasCustomPrompt="1"/>
          </p:nvPr>
        </p:nvSpPr>
        <p:spPr>
          <a:xfrm>
            <a:off x="6797250" y="3517285"/>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5" name="Text Placeholder 3">
            <a:extLst>
              <a:ext uri="{FF2B5EF4-FFF2-40B4-BE49-F238E27FC236}">
                <a16:creationId xmlns:a16="http://schemas.microsoft.com/office/drawing/2014/main" id="{3D526A8B-E5EF-64B1-3385-CCE82DE28D4B}"/>
              </a:ext>
            </a:extLst>
          </p:cNvPr>
          <p:cNvSpPr>
            <a:spLocks noGrp="1"/>
          </p:cNvSpPr>
          <p:nvPr>
            <p:ph type="body" sz="quarter" idx="116" hasCustomPrompt="1"/>
          </p:nvPr>
        </p:nvSpPr>
        <p:spPr>
          <a:xfrm>
            <a:off x="6797250" y="3902354"/>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6" name="Text Placeholder 3">
            <a:extLst>
              <a:ext uri="{FF2B5EF4-FFF2-40B4-BE49-F238E27FC236}">
                <a16:creationId xmlns:a16="http://schemas.microsoft.com/office/drawing/2014/main" id="{C9F34623-8AE4-4941-11D6-174048923C1C}"/>
              </a:ext>
            </a:extLst>
          </p:cNvPr>
          <p:cNvSpPr>
            <a:spLocks noGrp="1"/>
          </p:cNvSpPr>
          <p:nvPr>
            <p:ph type="body" sz="quarter" idx="117" hasCustomPrompt="1"/>
          </p:nvPr>
        </p:nvSpPr>
        <p:spPr>
          <a:xfrm>
            <a:off x="6797250" y="4287423"/>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7" name="Text Placeholder 3">
            <a:extLst>
              <a:ext uri="{FF2B5EF4-FFF2-40B4-BE49-F238E27FC236}">
                <a16:creationId xmlns:a16="http://schemas.microsoft.com/office/drawing/2014/main" id="{DB1AAD6A-7313-54D6-EDB8-2ECE25AD60E2}"/>
              </a:ext>
            </a:extLst>
          </p:cNvPr>
          <p:cNvSpPr>
            <a:spLocks noGrp="1"/>
          </p:cNvSpPr>
          <p:nvPr>
            <p:ph type="body" sz="quarter" idx="118" hasCustomPrompt="1"/>
          </p:nvPr>
        </p:nvSpPr>
        <p:spPr>
          <a:xfrm>
            <a:off x="6797250" y="4672492"/>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1" name="Text Placeholder 3">
            <a:extLst>
              <a:ext uri="{FF2B5EF4-FFF2-40B4-BE49-F238E27FC236}">
                <a16:creationId xmlns:a16="http://schemas.microsoft.com/office/drawing/2014/main" id="{356C9FA9-9F4B-CF79-DBD9-6158AB1F3403}"/>
              </a:ext>
            </a:extLst>
          </p:cNvPr>
          <p:cNvSpPr>
            <a:spLocks noGrp="1"/>
          </p:cNvSpPr>
          <p:nvPr>
            <p:ph type="body" sz="quarter" idx="124" hasCustomPrompt="1"/>
          </p:nvPr>
        </p:nvSpPr>
        <p:spPr>
          <a:xfrm>
            <a:off x="6797250" y="5057561"/>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2" name="Text Placeholder 3">
            <a:extLst>
              <a:ext uri="{FF2B5EF4-FFF2-40B4-BE49-F238E27FC236}">
                <a16:creationId xmlns:a16="http://schemas.microsoft.com/office/drawing/2014/main" id="{D09671FA-6400-60FF-1CFA-3D7798635756}"/>
              </a:ext>
            </a:extLst>
          </p:cNvPr>
          <p:cNvSpPr>
            <a:spLocks noGrp="1"/>
          </p:cNvSpPr>
          <p:nvPr>
            <p:ph type="body" sz="quarter" idx="125" hasCustomPrompt="1"/>
          </p:nvPr>
        </p:nvSpPr>
        <p:spPr>
          <a:xfrm>
            <a:off x="6797250" y="5442625"/>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2" name="Text Placeholder 3">
            <a:extLst>
              <a:ext uri="{FF2B5EF4-FFF2-40B4-BE49-F238E27FC236}">
                <a16:creationId xmlns:a16="http://schemas.microsoft.com/office/drawing/2014/main" id="{0D559BFB-5A62-932C-D34D-7CE51103B80D}"/>
              </a:ext>
            </a:extLst>
          </p:cNvPr>
          <p:cNvSpPr>
            <a:spLocks noGrp="1"/>
          </p:cNvSpPr>
          <p:nvPr>
            <p:ph type="body" sz="quarter" idx="126" hasCustomPrompt="1"/>
          </p:nvPr>
        </p:nvSpPr>
        <p:spPr>
          <a:xfrm>
            <a:off x="9732474" y="1206871"/>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4" name="Text Placeholder 3">
            <a:extLst>
              <a:ext uri="{FF2B5EF4-FFF2-40B4-BE49-F238E27FC236}">
                <a16:creationId xmlns:a16="http://schemas.microsoft.com/office/drawing/2014/main" id="{E195693F-BEAD-A6BF-7FCA-3F583C695415}"/>
              </a:ext>
            </a:extLst>
          </p:cNvPr>
          <p:cNvSpPr>
            <a:spLocks noGrp="1"/>
          </p:cNvSpPr>
          <p:nvPr>
            <p:ph type="body" sz="quarter" idx="128" hasCustomPrompt="1"/>
          </p:nvPr>
        </p:nvSpPr>
        <p:spPr>
          <a:xfrm>
            <a:off x="9732474" y="1591940"/>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5" name="Text Placeholder 3">
            <a:extLst>
              <a:ext uri="{FF2B5EF4-FFF2-40B4-BE49-F238E27FC236}">
                <a16:creationId xmlns:a16="http://schemas.microsoft.com/office/drawing/2014/main" id="{703E9037-9AFD-CE85-08DA-5253C4D17AAB}"/>
              </a:ext>
            </a:extLst>
          </p:cNvPr>
          <p:cNvSpPr>
            <a:spLocks noGrp="1"/>
          </p:cNvSpPr>
          <p:nvPr>
            <p:ph type="body" sz="quarter" idx="129" hasCustomPrompt="1"/>
          </p:nvPr>
        </p:nvSpPr>
        <p:spPr>
          <a:xfrm>
            <a:off x="9732474" y="1977009"/>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9" name="Text Placeholder 3">
            <a:extLst>
              <a:ext uri="{FF2B5EF4-FFF2-40B4-BE49-F238E27FC236}">
                <a16:creationId xmlns:a16="http://schemas.microsoft.com/office/drawing/2014/main" id="{2D86293F-B45A-935E-B568-ED050581109C}"/>
              </a:ext>
            </a:extLst>
          </p:cNvPr>
          <p:cNvSpPr>
            <a:spLocks noGrp="1"/>
          </p:cNvSpPr>
          <p:nvPr>
            <p:ph type="body" sz="quarter" idx="130" hasCustomPrompt="1"/>
          </p:nvPr>
        </p:nvSpPr>
        <p:spPr>
          <a:xfrm>
            <a:off x="9732474" y="2362078"/>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1" name="Text Placeholder 3">
            <a:extLst>
              <a:ext uri="{FF2B5EF4-FFF2-40B4-BE49-F238E27FC236}">
                <a16:creationId xmlns:a16="http://schemas.microsoft.com/office/drawing/2014/main" id="{891B6EE5-4384-5037-0D86-A474F3DBBDF1}"/>
              </a:ext>
            </a:extLst>
          </p:cNvPr>
          <p:cNvSpPr>
            <a:spLocks noGrp="1"/>
          </p:cNvSpPr>
          <p:nvPr>
            <p:ph type="body" sz="quarter" idx="131" hasCustomPrompt="1"/>
          </p:nvPr>
        </p:nvSpPr>
        <p:spPr>
          <a:xfrm>
            <a:off x="9732474" y="2747147"/>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2" name="Text Placeholder 3">
            <a:extLst>
              <a:ext uri="{FF2B5EF4-FFF2-40B4-BE49-F238E27FC236}">
                <a16:creationId xmlns:a16="http://schemas.microsoft.com/office/drawing/2014/main" id="{7F621CCC-4CDF-E8A5-A3B7-63CAD76F53E4}"/>
              </a:ext>
            </a:extLst>
          </p:cNvPr>
          <p:cNvSpPr>
            <a:spLocks noGrp="1"/>
          </p:cNvSpPr>
          <p:nvPr>
            <p:ph type="body" sz="quarter" idx="132" hasCustomPrompt="1"/>
          </p:nvPr>
        </p:nvSpPr>
        <p:spPr>
          <a:xfrm>
            <a:off x="9732474" y="3132216"/>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4" name="Text Placeholder 3">
            <a:extLst>
              <a:ext uri="{FF2B5EF4-FFF2-40B4-BE49-F238E27FC236}">
                <a16:creationId xmlns:a16="http://schemas.microsoft.com/office/drawing/2014/main" id="{B2994915-9C22-3043-610C-0344CFE495CE}"/>
              </a:ext>
            </a:extLst>
          </p:cNvPr>
          <p:cNvSpPr>
            <a:spLocks noGrp="1"/>
          </p:cNvSpPr>
          <p:nvPr>
            <p:ph type="body" sz="quarter" idx="133" hasCustomPrompt="1"/>
          </p:nvPr>
        </p:nvSpPr>
        <p:spPr>
          <a:xfrm>
            <a:off x="9732474" y="3517285"/>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1" name="Text Placeholder 3">
            <a:extLst>
              <a:ext uri="{FF2B5EF4-FFF2-40B4-BE49-F238E27FC236}">
                <a16:creationId xmlns:a16="http://schemas.microsoft.com/office/drawing/2014/main" id="{48758DF7-6CBE-86AC-45F1-FB217B17F485}"/>
              </a:ext>
            </a:extLst>
          </p:cNvPr>
          <p:cNvSpPr>
            <a:spLocks noGrp="1"/>
          </p:cNvSpPr>
          <p:nvPr>
            <p:ph type="body" sz="quarter" idx="134" hasCustomPrompt="1"/>
          </p:nvPr>
        </p:nvSpPr>
        <p:spPr>
          <a:xfrm>
            <a:off x="9732474" y="3902354"/>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2" name="Text Placeholder 3">
            <a:extLst>
              <a:ext uri="{FF2B5EF4-FFF2-40B4-BE49-F238E27FC236}">
                <a16:creationId xmlns:a16="http://schemas.microsoft.com/office/drawing/2014/main" id="{70D0BD2E-5450-F581-E3B6-EF2B8A0816DE}"/>
              </a:ext>
            </a:extLst>
          </p:cNvPr>
          <p:cNvSpPr>
            <a:spLocks noGrp="1"/>
          </p:cNvSpPr>
          <p:nvPr>
            <p:ph type="body" sz="quarter" idx="135" hasCustomPrompt="1"/>
          </p:nvPr>
        </p:nvSpPr>
        <p:spPr>
          <a:xfrm>
            <a:off x="9732474" y="4287423"/>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3" name="Text Placeholder 3">
            <a:extLst>
              <a:ext uri="{FF2B5EF4-FFF2-40B4-BE49-F238E27FC236}">
                <a16:creationId xmlns:a16="http://schemas.microsoft.com/office/drawing/2014/main" id="{7D39C51C-4F1A-75ED-BBE6-EA3C230B2A3F}"/>
              </a:ext>
            </a:extLst>
          </p:cNvPr>
          <p:cNvSpPr>
            <a:spLocks noGrp="1"/>
          </p:cNvSpPr>
          <p:nvPr>
            <p:ph type="body" sz="quarter" idx="136" hasCustomPrompt="1"/>
          </p:nvPr>
        </p:nvSpPr>
        <p:spPr>
          <a:xfrm>
            <a:off x="9732474" y="4672492"/>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4" name="Text Placeholder 3">
            <a:extLst>
              <a:ext uri="{FF2B5EF4-FFF2-40B4-BE49-F238E27FC236}">
                <a16:creationId xmlns:a16="http://schemas.microsoft.com/office/drawing/2014/main" id="{4C850B6F-5A5F-6960-D28C-84679C19019B}"/>
              </a:ext>
            </a:extLst>
          </p:cNvPr>
          <p:cNvSpPr>
            <a:spLocks noGrp="1"/>
          </p:cNvSpPr>
          <p:nvPr>
            <p:ph type="body" sz="quarter" idx="137" hasCustomPrompt="1"/>
          </p:nvPr>
        </p:nvSpPr>
        <p:spPr>
          <a:xfrm>
            <a:off x="9732474" y="5057561"/>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5" name="Text Placeholder 3">
            <a:extLst>
              <a:ext uri="{FF2B5EF4-FFF2-40B4-BE49-F238E27FC236}">
                <a16:creationId xmlns:a16="http://schemas.microsoft.com/office/drawing/2014/main" id="{8F509791-E5DA-D505-5B6F-180BC139D264}"/>
              </a:ext>
            </a:extLst>
          </p:cNvPr>
          <p:cNvSpPr>
            <a:spLocks noGrp="1"/>
          </p:cNvSpPr>
          <p:nvPr>
            <p:ph type="body" sz="quarter" idx="139" hasCustomPrompt="1"/>
          </p:nvPr>
        </p:nvSpPr>
        <p:spPr>
          <a:xfrm>
            <a:off x="9732474" y="5442625"/>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9" name="Text Placeholder 3">
            <a:extLst>
              <a:ext uri="{FF2B5EF4-FFF2-40B4-BE49-F238E27FC236}">
                <a16:creationId xmlns:a16="http://schemas.microsoft.com/office/drawing/2014/main" id="{9CB4A33C-C8BA-FD65-A66B-15BD777965D8}"/>
              </a:ext>
            </a:extLst>
          </p:cNvPr>
          <p:cNvSpPr>
            <a:spLocks noGrp="1"/>
          </p:cNvSpPr>
          <p:nvPr>
            <p:ph type="body" sz="quarter" idx="144" hasCustomPrompt="1"/>
          </p:nvPr>
        </p:nvSpPr>
        <p:spPr>
          <a:xfrm>
            <a:off x="839787" y="269874"/>
            <a:ext cx="402336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26" name="Text Placeholder 3">
            <a:extLst>
              <a:ext uri="{FF2B5EF4-FFF2-40B4-BE49-F238E27FC236}">
                <a16:creationId xmlns:a16="http://schemas.microsoft.com/office/drawing/2014/main" id="{C80217E1-5D76-EA33-0CE3-0E005DDFAB59}"/>
              </a:ext>
            </a:extLst>
          </p:cNvPr>
          <p:cNvSpPr>
            <a:spLocks noGrp="1"/>
          </p:cNvSpPr>
          <p:nvPr>
            <p:ph type="body" sz="quarter" idx="145" hasCustomPrompt="1"/>
          </p:nvPr>
        </p:nvSpPr>
        <p:spPr>
          <a:xfrm>
            <a:off x="839787" y="1162440"/>
            <a:ext cx="402336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4155383062"/>
      </p:ext>
    </p:extLst>
  </p:cSld>
  <p:clrMapOvr>
    <a:masterClrMapping/>
  </p:clrMapOvr>
  <p:hf sldNum="0" hdr="0" ftr="0" dt="0"/>
  <p:extLst>
    <p:ext uri="{DCECCB84-F9BA-43D5-87BE-67443E8EF086}">
      <p15:sldGuideLst xmlns:p15="http://schemas.microsoft.com/office/powerpoint/2012/main">
        <p15:guide id="3" pos="3385">
          <p15:clr>
            <a:srgbClr val="FBAE40"/>
          </p15:clr>
        </p15:guide>
        <p15:guide id="7" pos="316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10512788"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10512788"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3">
            <a:extLst>
              <a:ext uri="{FF2B5EF4-FFF2-40B4-BE49-F238E27FC236}">
                <a16:creationId xmlns:a16="http://schemas.microsoft.com/office/drawing/2014/main" id="{14A9868D-3695-96B5-3EFE-DD1AEA3A7BDE}"/>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3" name="Text Placeholder 3">
            <a:extLst>
              <a:ext uri="{FF2B5EF4-FFF2-40B4-BE49-F238E27FC236}">
                <a16:creationId xmlns:a16="http://schemas.microsoft.com/office/drawing/2014/main" id="{D57088DD-238A-AA44-097E-22BABB028172}"/>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181020845"/>
      </p:ext>
    </p:extLst>
  </p:cSld>
  <p:clrMapOvr>
    <a:masterClrMapping/>
  </p:clrMapOvr>
  <p:hf sldNum="0" hdr="0" ftr="0" dt="0"/>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x conten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508406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5084064" cy="166199"/>
          </a:xfrm>
          <a:prstGeom prst="rect">
            <a:avLst/>
          </a:prstGeom>
        </p:spPr>
        <p:txBody>
          <a:bodyPr vert="horz" wrap="square" lIns="0" tIns="0" rIns="0" bIns="0" rtlCol="0" anchor="t">
            <a:spAutoFit/>
          </a:bodyPr>
          <a:lstStyle>
            <a:lvl1pPr marL="0" indent="0">
              <a:buNone/>
              <a:defRPr lang="en-US" b="1" cap="none" baseline="0" dirty="0"/>
            </a:lvl1pPr>
          </a:lstStyle>
          <a:p>
            <a:pPr marL="180000" lvl="0" indent="-180000"/>
            <a:r>
              <a:rPr lang="en-US"/>
              <a:t>CLICK TO ADD TEXT</a:t>
            </a:r>
          </a:p>
        </p:txBody>
      </p:sp>
      <p:sp>
        <p:nvSpPr>
          <p:cNvPr id="2" name="Content Placeholder 7">
            <a:extLst>
              <a:ext uri="{FF2B5EF4-FFF2-40B4-BE49-F238E27FC236}">
                <a16:creationId xmlns:a16="http://schemas.microsoft.com/office/drawing/2014/main" id="{3EC09E56-4D2B-8A95-DA45-54D0C556C7CA}"/>
              </a:ext>
            </a:extLst>
          </p:cNvPr>
          <p:cNvSpPr>
            <a:spLocks noGrp="1"/>
          </p:cNvSpPr>
          <p:nvPr>
            <p:ph sz="quarter" idx="55"/>
          </p:nvPr>
        </p:nvSpPr>
        <p:spPr>
          <a:xfrm>
            <a:off x="6268511" y="1850682"/>
            <a:ext cx="508406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6">
            <a:extLst>
              <a:ext uri="{FF2B5EF4-FFF2-40B4-BE49-F238E27FC236}">
                <a16:creationId xmlns:a16="http://schemas.microsoft.com/office/drawing/2014/main" id="{9C0F1A59-7BAC-D807-FED0-DB446FCCD679}"/>
              </a:ext>
            </a:extLst>
          </p:cNvPr>
          <p:cNvSpPr>
            <a:spLocks noGrp="1"/>
          </p:cNvSpPr>
          <p:nvPr>
            <p:ph type="body" sz="quarter" idx="56" hasCustomPrompt="1"/>
          </p:nvPr>
        </p:nvSpPr>
        <p:spPr>
          <a:xfrm>
            <a:off x="6268511" y="1608869"/>
            <a:ext cx="5084064" cy="166199"/>
          </a:xfrm>
          <a:prstGeom prst="rect">
            <a:avLst/>
          </a:prstGeom>
        </p:spPr>
        <p:txBody>
          <a:bodyPr vert="horz" wrap="square" lIns="0" tIns="0" rIns="0" bIns="0" rtlCol="0" anchor="t">
            <a:spAutoFit/>
          </a:bodyPr>
          <a:lstStyle>
            <a:lvl1pPr marL="0" indent="0">
              <a:buNone/>
              <a:defRPr lang="en-US" b="1" cap="none" baseline="0" dirty="0"/>
            </a:lvl1pPr>
          </a:lstStyle>
          <a:p>
            <a:pPr marL="180000" lvl="0" indent="-180000"/>
            <a:r>
              <a:rPr lang="en-US"/>
              <a:t>CLICK TO ADD TEXT</a:t>
            </a:r>
          </a:p>
        </p:txBody>
      </p:sp>
      <p:sp>
        <p:nvSpPr>
          <p:cNvPr id="5" name="Text Placeholder 3">
            <a:extLst>
              <a:ext uri="{FF2B5EF4-FFF2-40B4-BE49-F238E27FC236}">
                <a16:creationId xmlns:a16="http://schemas.microsoft.com/office/drawing/2014/main" id="{8E4D84EF-1EE2-B970-D832-CF89060DA369}"/>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D6D2ED67-89F0-A49A-680C-4311376EC02F}"/>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1223364093"/>
      </p:ext>
    </p:extLst>
  </p:cSld>
  <p:clrMapOvr>
    <a:masterClrMapping/>
  </p:clrMapOvr>
  <p:hf sldNum="0" hdr="0" ft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x conten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Content Placeholder 7">
            <a:extLst>
              <a:ext uri="{FF2B5EF4-FFF2-40B4-BE49-F238E27FC236}">
                <a16:creationId xmlns:a16="http://schemas.microsoft.com/office/drawing/2014/main" id="{3EC09E56-4D2B-8A95-DA45-54D0C556C7CA}"/>
              </a:ext>
            </a:extLst>
          </p:cNvPr>
          <p:cNvSpPr>
            <a:spLocks noGrp="1"/>
          </p:cNvSpPr>
          <p:nvPr>
            <p:ph sz="quarter" idx="55"/>
          </p:nvPr>
        </p:nvSpPr>
        <p:spPr>
          <a:xfrm>
            <a:off x="8069514"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6">
            <a:extLst>
              <a:ext uri="{FF2B5EF4-FFF2-40B4-BE49-F238E27FC236}">
                <a16:creationId xmlns:a16="http://schemas.microsoft.com/office/drawing/2014/main" id="{9C0F1A59-7BAC-D807-FED0-DB446FCCD679}"/>
              </a:ext>
            </a:extLst>
          </p:cNvPr>
          <p:cNvSpPr>
            <a:spLocks noGrp="1"/>
          </p:cNvSpPr>
          <p:nvPr>
            <p:ph type="body" sz="quarter" idx="56" hasCustomPrompt="1"/>
          </p:nvPr>
        </p:nvSpPr>
        <p:spPr>
          <a:xfrm>
            <a:off x="8069514"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5" name="Content Placeholder 7">
            <a:extLst>
              <a:ext uri="{FF2B5EF4-FFF2-40B4-BE49-F238E27FC236}">
                <a16:creationId xmlns:a16="http://schemas.microsoft.com/office/drawing/2014/main" id="{138FB5D8-4FA7-2ECA-1A2F-DED440E93FB1}"/>
              </a:ext>
            </a:extLst>
          </p:cNvPr>
          <p:cNvSpPr>
            <a:spLocks noGrp="1"/>
          </p:cNvSpPr>
          <p:nvPr>
            <p:ph sz="quarter" idx="57"/>
          </p:nvPr>
        </p:nvSpPr>
        <p:spPr>
          <a:xfrm>
            <a:off x="4454833"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1E068C41-D06A-7FB4-D9C9-D95DAEEE7ED8}"/>
              </a:ext>
            </a:extLst>
          </p:cNvPr>
          <p:cNvSpPr>
            <a:spLocks noGrp="1"/>
          </p:cNvSpPr>
          <p:nvPr>
            <p:ph type="body" sz="quarter" idx="58" hasCustomPrompt="1"/>
          </p:nvPr>
        </p:nvSpPr>
        <p:spPr>
          <a:xfrm>
            <a:off x="4454833"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9" name="Text Placeholder 3">
            <a:extLst>
              <a:ext uri="{FF2B5EF4-FFF2-40B4-BE49-F238E27FC236}">
                <a16:creationId xmlns:a16="http://schemas.microsoft.com/office/drawing/2014/main" id="{2D5D252C-3F45-21DF-4B8D-32AE8196D0E4}"/>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1" name="Text Placeholder 3">
            <a:extLst>
              <a:ext uri="{FF2B5EF4-FFF2-40B4-BE49-F238E27FC236}">
                <a16:creationId xmlns:a16="http://schemas.microsoft.com/office/drawing/2014/main" id="{0F971941-FE4E-84B4-550E-7716BF3A5FED}"/>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913679161"/>
      </p:ext>
    </p:extLst>
  </p:cSld>
  <p:clrMapOvr>
    <a:masterClrMapping/>
  </p:clrMapOvr>
  <p:hf sldNum="0" hdr="0" ftr="0" dt="0"/>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x conten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3552373"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3552373"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2" name="Content Placeholder 7">
            <a:extLst>
              <a:ext uri="{FF2B5EF4-FFF2-40B4-BE49-F238E27FC236}">
                <a16:creationId xmlns:a16="http://schemas.microsoft.com/office/drawing/2014/main" id="{B6586D22-268F-2ED1-EE8D-B805CAEC749A}"/>
              </a:ext>
            </a:extLst>
          </p:cNvPr>
          <p:cNvSpPr>
            <a:spLocks noGrp="1"/>
          </p:cNvSpPr>
          <p:nvPr>
            <p:ph sz="quarter" idx="57"/>
          </p:nvPr>
        </p:nvSpPr>
        <p:spPr>
          <a:xfrm>
            <a:off x="6264960"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F9903C0D-8629-1E86-0A3E-7F822E0D5B88}"/>
              </a:ext>
            </a:extLst>
          </p:cNvPr>
          <p:cNvSpPr>
            <a:spLocks noGrp="1"/>
          </p:cNvSpPr>
          <p:nvPr>
            <p:ph type="body" sz="quarter" idx="58" hasCustomPrompt="1"/>
          </p:nvPr>
        </p:nvSpPr>
        <p:spPr>
          <a:xfrm>
            <a:off x="6264960"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5" name="Content Placeholder 7">
            <a:extLst>
              <a:ext uri="{FF2B5EF4-FFF2-40B4-BE49-F238E27FC236}">
                <a16:creationId xmlns:a16="http://schemas.microsoft.com/office/drawing/2014/main" id="{282E2AAC-64C5-4696-75DA-66206FC4DDEB}"/>
              </a:ext>
            </a:extLst>
          </p:cNvPr>
          <p:cNvSpPr>
            <a:spLocks noGrp="1"/>
          </p:cNvSpPr>
          <p:nvPr>
            <p:ph sz="quarter" idx="59"/>
          </p:nvPr>
        </p:nvSpPr>
        <p:spPr>
          <a:xfrm>
            <a:off x="8977546"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220EB49A-A353-97BC-A71A-1B6330027D48}"/>
              </a:ext>
            </a:extLst>
          </p:cNvPr>
          <p:cNvSpPr>
            <a:spLocks noGrp="1"/>
          </p:cNvSpPr>
          <p:nvPr>
            <p:ph type="body" sz="quarter" idx="60" hasCustomPrompt="1"/>
          </p:nvPr>
        </p:nvSpPr>
        <p:spPr>
          <a:xfrm>
            <a:off x="8977546"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3">
            <a:extLst>
              <a:ext uri="{FF2B5EF4-FFF2-40B4-BE49-F238E27FC236}">
                <a16:creationId xmlns:a16="http://schemas.microsoft.com/office/drawing/2014/main" id="{E2876E20-FB6B-C4C3-E79D-0523C011C58E}"/>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5" name="Text Placeholder 3">
            <a:extLst>
              <a:ext uri="{FF2B5EF4-FFF2-40B4-BE49-F238E27FC236}">
                <a16:creationId xmlns:a16="http://schemas.microsoft.com/office/drawing/2014/main" id="{F7CE2D98-FDDC-FD00-5E69-F2A04C479FFE}"/>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719772291"/>
      </p:ext>
    </p:extLst>
  </p:cSld>
  <p:clrMapOvr>
    <a:masterClrMapping/>
  </p:clrMapOvr>
  <p:hf sldNum="0" hdr="0" ftr="0" dt="0"/>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x content w/ gradient line">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2973311"/>
            <a:ext cx="5084064"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2487054"/>
            <a:ext cx="5084064"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6268146" y="2973311"/>
            <a:ext cx="5084064"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6268146" y="2487054"/>
            <a:ext cx="5084064"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6">
            <a:extLst>
              <a:ext uri="{FF2B5EF4-FFF2-40B4-BE49-F238E27FC236}">
                <a16:creationId xmlns:a16="http://schemas.microsoft.com/office/drawing/2014/main" id="{56BC8D48-83CC-5154-F76E-89AEC7BB65E9}"/>
              </a:ext>
            </a:extLst>
          </p:cNvPr>
          <p:cNvSpPr>
            <a:spLocks noGrp="1"/>
          </p:cNvSpPr>
          <p:nvPr>
            <p:ph type="body" sz="quarter" idx="61" hasCustomPrompt="1"/>
          </p:nvPr>
        </p:nvSpPr>
        <p:spPr>
          <a:xfrm>
            <a:off x="839786" y="2344787"/>
            <a:ext cx="5084064"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3" name="Text Placeholder 6">
            <a:extLst>
              <a:ext uri="{FF2B5EF4-FFF2-40B4-BE49-F238E27FC236}">
                <a16:creationId xmlns:a16="http://schemas.microsoft.com/office/drawing/2014/main" id="{1740A58C-5125-913C-F340-C42F047A134A}"/>
              </a:ext>
            </a:extLst>
          </p:cNvPr>
          <p:cNvSpPr>
            <a:spLocks noGrp="1"/>
          </p:cNvSpPr>
          <p:nvPr>
            <p:ph type="body" sz="quarter" idx="62" hasCustomPrompt="1"/>
          </p:nvPr>
        </p:nvSpPr>
        <p:spPr>
          <a:xfrm>
            <a:off x="6268146" y="2344787"/>
            <a:ext cx="5084064"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5" name="Text Placeholder 3">
            <a:extLst>
              <a:ext uri="{FF2B5EF4-FFF2-40B4-BE49-F238E27FC236}">
                <a16:creationId xmlns:a16="http://schemas.microsoft.com/office/drawing/2014/main" id="{EDA8097A-C484-CB1A-5979-F173FF97D31A}"/>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DED1455E-CABA-437F-570A-D4F53B1AD9B2}"/>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35678549"/>
      </p:ext>
    </p:extLst>
  </p:cSld>
  <p:clrMapOvr>
    <a:masterClrMapping/>
  </p:clrMapOvr>
  <p:hf sldNum="0" hdr="0" ft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x content w/ gradient line">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2973311"/>
            <a:ext cx="3282696"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4454650" y="2973311"/>
            <a:ext cx="3282696"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4454650"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2" name="Content Placeholder 7">
            <a:extLst>
              <a:ext uri="{FF2B5EF4-FFF2-40B4-BE49-F238E27FC236}">
                <a16:creationId xmlns:a16="http://schemas.microsoft.com/office/drawing/2014/main" id="{B6586D22-268F-2ED1-EE8D-B805CAEC749A}"/>
              </a:ext>
            </a:extLst>
          </p:cNvPr>
          <p:cNvSpPr>
            <a:spLocks noGrp="1"/>
          </p:cNvSpPr>
          <p:nvPr>
            <p:ph sz="quarter" idx="57"/>
          </p:nvPr>
        </p:nvSpPr>
        <p:spPr>
          <a:xfrm>
            <a:off x="8069514" y="2973311"/>
            <a:ext cx="3282696"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F9903C0D-8629-1E86-0A3E-7F822E0D5B88}"/>
              </a:ext>
            </a:extLst>
          </p:cNvPr>
          <p:cNvSpPr>
            <a:spLocks noGrp="1"/>
          </p:cNvSpPr>
          <p:nvPr>
            <p:ph type="body" sz="quarter" idx="58" hasCustomPrompt="1"/>
          </p:nvPr>
        </p:nvSpPr>
        <p:spPr>
          <a:xfrm>
            <a:off x="8069514"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6">
            <a:extLst>
              <a:ext uri="{FF2B5EF4-FFF2-40B4-BE49-F238E27FC236}">
                <a16:creationId xmlns:a16="http://schemas.microsoft.com/office/drawing/2014/main" id="{56BC8D48-83CC-5154-F76E-89AEC7BB65E9}"/>
              </a:ext>
            </a:extLst>
          </p:cNvPr>
          <p:cNvSpPr>
            <a:spLocks noGrp="1"/>
          </p:cNvSpPr>
          <p:nvPr>
            <p:ph type="body" sz="quarter" idx="61" hasCustomPrompt="1"/>
          </p:nvPr>
        </p:nvSpPr>
        <p:spPr>
          <a:xfrm>
            <a:off x="839786" y="2344787"/>
            <a:ext cx="3282696"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3" name="Text Placeholder 6">
            <a:extLst>
              <a:ext uri="{FF2B5EF4-FFF2-40B4-BE49-F238E27FC236}">
                <a16:creationId xmlns:a16="http://schemas.microsoft.com/office/drawing/2014/main" id="{1740A58C-5125-913C-F340-C42F047A134A}"/>
              </a:ext>
            </a:extLst>
          </p:cNvPr>
          <p:cNvSpPr>
            <a:spLocks noGrp="1"/>
          </p:cNvSpPr>
          <p:nvPr>
            <p:ph type="body" sz="quarter" idx="62" hasCustomPrompt="1"/>
          </p:nvPr>
        </p:nvSpPr>
        <p:spPr>
          <a:xfrm>
            <a:off x="4454650" y="2344787"/>
            <a:ext cx="3282696"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5" name="Text Placeholder 6">
            <a:extLst>
              <a:ext uri="{FF2B5EF4-FFF2-40B4-BE49-F238E27FC236}">
                <a16:creationId xmlns:a16="http://schemas.microsoft.com/office/drawing/2014/main" id="{5A4D55F4-9618-B195-8EF9-6B04617C190A}"/>
              </a:ext>
            </a:extLst>
          </p:cNvPr>
          <p:cNvSpPr>
            <a:spLocks noGrp="1"/>
          </p:cNvSpPr>
          <p:nvPr>
            <p:ph type="body" sz="quarter" idx="63" hasCustomPrompt="1"/>
          </p:nvPr>
        </p:nvSpPr>
        <p:spPr>
          <a:xfrm>
            <a:off x="8069514" y="2344787"/>
            <a:ext cx="3282696" cy="18288"/>
          </a:xfrm>
          <a:prstGeom prst="rect">
            <a:avLst/>
          </a:prstGeom>
          <a:gradFill flip="none" rotWithShape="1">
            <a:gsLst>
              <a:gs pos="0">
                <a:srgbClr val="E5BFC2"/>
              </a:gs>
              <a:gs pos="35000">
                <a:srgbClr val="EA5362"/>
              </a:gs>
              <a:gs pos="70000">
                <a:srgbClr val="A83167"/>
              </a:gs>
              <a:gs pos="100000">
                <a:srgbClr val="451C8D"/>
              </a:gs>
            </a:gsLst>
            <a:lin ang="0" scaled="1"/>
            <a:tileRect/>
          </a:gradFill>
        </p:spPr>
        <p:txBody>
          <a:bodyPr wrap="square" tIns="0" anchor="b">
            <a:spAutoFit/>
          </a:bodyPr>
          <a:lstStyle>
            <a:lvl1pPr marL="0" indent="0">
              <a:buNone/>
              <a:defRPr sz="1200" b="1" cap="none" baseline="0"/>
            </a:lvl1pPr>
          </a:lstStyle>
          <a:p>
            <a:pPr lvl="0"/>
            <a:r>
              <a:rPr lang="en-US"/>
              <a:t> </a:t>
            </a:r>
          </a:p>
        </p:txBody>
      </p:sp>
      <p:sp>
        <p:nvSpPr>
          <p:cNvPr id="15" name="Text Placeholder 3">
            <a:extLst>
              <a:ext uri="{FF2B5EF4-FFF2-40B4-BE49-F238E27FC236}">
                <a16:creationId xmlns:a16="http://schemas.microsoft.com/office/drawing/2014/main" id="{960DA77C-3EAD-B77D-31A2-356AB0462434}"/>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6" name="Text Placeholder 3">
            <a:extLst>
              <a:ext uri="{FF2B5EF4-FFF2-40B4-BE49-F238E27FC236}">
                <a16:creationId xmlns:a16="http://schemas.microsoft.com/office/drawing/2014/main" id="{F8A9CA2C-F497-ADAE-26D5-F0C1D5D5F6ED}"/>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052923776"/>
      </p:ext>
    </p:extLst>
  </p:cSld>
  <p:clrMapOvr>
    <a:masterClrMapping/>
  </p:clrMapOvr>
  <p:hf sldNum="0" hdr="0" ft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x content w/ gradient line">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2973311"/>
            <a:ext cx="237744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3551447" y="2973311"/>
            <a:ext cx="237744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3551447"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2" name="Content Placeholder 7">
            <a:extLst>
              <a:ext uri="{FF2B5EF4-FFF2-40B4-BE49-F238E27FC236}">
                <a16:creationId xmlns:a16="http://schemas.microsoft.com/office/drawing/2014/main" id="{B6586D22-268F-2ED1-EE8D-B805CAEC749A}"/>
              </a:ext>
            </a:extLst>
          </p:cNvPr>
          <p:cNvSpPr>
            <a:spLocks noGrp="1"/>
          </p:cNvSpPr>
          <p:nvPr>
            <p:ph sz="quarter" idx="57"/>
          </p:nvPr>
        </p:nvSpPr>
        <p:spPr>
          <a:xfrm>
            <a:off x="6263108" y="2973311"/>
            <a:ext cx="237744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F9903C0D-8629-1E86-0A3E-7F822E0D5B88}"/>
              </a:ext>
            </a:extLst>
          </p:cNvPr>
          <p:cNvSpPr>
            <a:spLocks noGrp="1"/>
          </p:cNvSpPr>
          <p:nvPr>
            <p:ph type="body" sz="quarter" idx="58" hasCustomPrompt="1"/>
          </p:nvPr>
        </p:nvSpPr>
        <p:spPr>
          <a:xfrm>
            <a:off x="6263108"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5" name="Content Placeholder 7">
            <a:extLst>
              <a:ext uri="{FF2B5EF4-FFF2-40B4-BE49-F238E27FC236}">
                <a16:creationId xmlns:a16="http://schemas.microsoft.com/office/drawing/2014/main" id="{282E2AAC-64C5-4696-75DA-66206FC4DDEB}"/>
              </a:ext>
            </a:extLst>
          </p:cNvPr>
          <p:cNvSpPr>
            <a:spLocks noGrp="1"/>
          </p:cNvSpPr>
          <p:nvPr>
            <p:ph sz="quarter" idx="59"/>
          </p:nvPr>
        </p:nvSpPr>
        <p:spPr>
          <a:xfrm>
            <a:off x="8974770" y="2973311"/>
            <a:ext cx="237744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220EB49A-A353-97BC-A71A-1B6330027D48}"/>
              </a:ext>
            </a:extLst>
          </p:cNvPr>
          <p:cNvSpPr>
            <a:spLocks noGrp="1"/>
          </p:cNvSpPr>
          <p:nvPr>
            <p:ph type="body" sz="quarter" idx="60" hasCustomPrompt="1"/>
          </p:nvPr>
        </p:nvSpPr>
        <p:spPr>
          <a:xfrm>
            <a:off x="8974770"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6">
            <a:extLst>
              <a:ext uri="{FF2B5EF4-FFF2-40B4-BE49-F238E27FC236}">
                <a16:creationId xmlns:a16="http://schemas.microsoft.com/office/drawing/2014/main" id="{56BC8D48-83CC-5154-F76E-89AEC7BB65E9}"/>
              </a:ext>
            </a:extLst>
          </p:cNvPr>
          <p:cNvSpPr>
            <a:spLocks noGrp="1"/>
          </p:cNvSpPr>
          <p:nvPr>
            <p:ph type="body" sz="quarter" idx="61" hasCustomPrompt="1"/>
          </p:nvPr>
        </p:nvSpPr>
        <p:spPr>
          <a:xfrm>
            <a:off x="839786" y="2344787"/>
            <a:ext cx="237744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3" name="Text Placeholder 6">
            <a:extLst>
              <a:ext uri="{FF2B5EF4-FFF2-40B4-BE49-F238E27FC236}">
                <a16:creationId xmlns:a16="http://schemas.microsoft.com/office/drawing/2014/main" id="{1740A58C-5125-913C-F340-C42F047A134A}"/>
              </a:ext>
            </a:extLst>
          </p:cNvPr>
          <p:cNvSpPr>
            <a:spLocks noGrp="1"/>
          </p:cNvSpPr>
          <p:nvPr>
            <p:ph type="body" sz="quarter" idx="62" hasCustomPrompt="1"/>
          </p:nvPr>
        </p:nvSpPr>
        <p:spPr>
          <a:xfrm>
            <a:off x="3551447" y="2344787"/>
            <a:ext cx="237744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5" name="Text Placeholder 6">
            <a:extLst>
              <a:ext uri="{FF2B5EF4-FFF2-40B4-BE49-F238E27FC236}">
                <a16:creationId xmlns:a16="http://schemas.microsoft.com/office/drawing/2014/main" id="{5A4D55F4-9618-B195-8EF9-6B04617C190A}"/>
              </a:ext>
            </a:extLst>
          </p:cNvPr>
          <p:cNvSpPr>
            <a:spLocks noGrp="1"/>
          </p:cNvSpPr>
          <p:nvPr>
            <p:ph type="body" sz="quarter" idx="63" hasCustomPrompt="1"/>
          </p:nvPr>
        </p:nvSpPr>
        <p:spPr>
          <a:xfrm>
            <a:off x="6263108" y="2344787"/>
            <a:ext cx="2377440" cy="18288"/>
          </a:xfrm>
          <a:prstGeom prst="rect">
            <a:avLst/>
          </a:prstGeom>
          <a:gradFill flip="none" rotWithShape="1">
            <a:gsLst>
              <a:gs pos="0">
                <a:srgbClr val="E5BFC2"/>
              </a:gs>
              <a:gs pos="35000">
                <a:srgbClr val="EA5362"/>
              </a:gs>
              <a:gs pos="70000">
                <a:srgbClr val="A83167"/>
              </a:gs>
              <a:gs pos="100000">
                <a:srgbClr val="451C8D"/>
              </a:gs>
            </a:gsLst>
            <a:lin ang="0" scaled="1"/>
            <a:tileRect/>
          </a:gradFill>
        </p:spPr>
        <p:txBody>
          <a:bodyPr wrap="square" tIns="0" anchor="b">
            <a:spAutoFit/>
          </a:bodyPr>
          <a:lstStyle>
            <a:lvl1pPr marL="0" indent="0">
              <a:buNone/>
              <a:defRPr sz="1200" b="1" cap="none" baseline="0"/>
            </a:lvl1pPr>
          </a:lstStyle>
          <a:p>
            <a:pPr lvl="0"/>
            <a:r>
              <a:rPr lang="en-US"/>
              <a:t> </a:t>
            </a:r>
          </a:p>
        </p:txBody>
      </p:sp>
      <p:sp>
        <p:nvSpPr>
          <p:cNvPr id="7" name="Text Placeholder 6">
            <a:extLst>
              <a:ext uri="{FF2B5EF4-FFF2-40B4-BE49-F238E27FC236}">
                <a16:creationId xmlns:a16="http://schemas.microsoft.com/office/drawing/2014/main" id="{37AFDAE1-9FAB-5E8B-CFD3-D078964E02B3}"/>
              </a:ext>
            </a:extLst>
          </p:cNvPr>
          <p:cNvSpPr>
            <a:spLocks noGrp="1"/>
          </p:cNvSpPr>
          <p:nvPr>
            <p:ph type="body" sz="quarter" idx="64" hasCustomPrompt="1"/>
          </p:nvPr>
        </p:nvSpPr>
        <p:spPr>
          <a:xfrm>
            <a:off x="8974770" y="2344787"/>
            <a:ext cx="237744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18" name="Text Placeholder 3">
            <a:extLst>
              <a:ext uri="{FF2B5EF4-FFF2-40B4-BE49-F238E27FC236}">
                <a16:creationId xmlns:a16="http://schemas.microsoft.com/office/drawing/2014/main" id="{B226B7B0-FD05-E882-FCAE-36319D6FE202}"/>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9" name="Text Placeholder 3">
            <a:extLst>
              <a:ext uri="{FF2B5EF4-FFF2-40B4-BE49-F238E27FC236}">
                <a16:creationId xmlns:a16="http://schemas.microsoft.com/office/drawing/2014/main" id="{B2DEC358-6CDB-7962-E078-8593066EB372}"/>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3490027834"/>
      </p:ext>
    </p:extLst>
  </p:cSld>
  <p:clrMapOvr>
    <a:masterClrMapping/>
  </p:clrMapOvr>
  <p:hf sldNum="0" hdr="0" ft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 x content w/ gradient line">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2976402"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2976402"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2" name="Content Placeholder 7">
            <a:extLst>
              <a:ext uri="{FF2B5EF4-FFF2-40B4-BE49-F238E27FC236}">
                <a16:creationId xmlns:a16="http://schemas.microsoft.com/office/drawing/2014/main" id="{B6586D22-268F-2ED1-EE8D-B805CAEC749A}"/>
              </a:ext>
            </a:extLst>
          </p:cNvPr>
          <p:cNvSpPr>
            <a:spLocks noGrp="1"/>
          </p:cNvSpPr>
          <p:nvPr>
            <p:ph sz="quarter" idx="57"/>
          </p:nvPr>
        </p:nvSpPr>
        <p:spPr>
          <a:xfrm>
            <a:off x="5113018"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F9903C0D-8629-1E86-0A3E-7F822E0D5B88}"/>
              </a:ext>
            </a:extLst>
          </p:cNvPr>
          <p:cNvSpPr>
            <a:spLocks noGrp="1"/>
          </p:cNvSpPr>
          <p:nvPr>
            <p:ph type="body" sz="quarter" idx="58" hasCustomPrompt="1"/>
          </p:nvPr>
        </p:nvSpPr>
        <p:spPr>
          <a:xfrm>
            <a:off x="5113018"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5" name="Content Placeholder 7">
            <a:extLst>
              <a:ext uri="{FF2B5EF4-FFF2-40B4-BE49-F238E27FC236}">
                <a16:creationId xmlns:a16="http://schemas.microsoft.com/office/drawing/2014/main" id="{282E2AAC-64C5-4696-75DA-66206FC4DDEB}"/>
              </a:ext>
            </a:extLst>
          </p:cNvPr>
          <p:cNvSpPr>
            <a:spLocks noGrp="1"/>
          </p:cNvSpPr>
          <p:nvPr>
            <p:ph sz="quarter" idx="59"/>
          </p:nvPr>
        </p:nvSpPr>
        <p:spPr>
          <a:xfrm>
            <a:off x="7249634"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220EB49A-A353-97BC-A71A-1B6330027D48}"/>
              </a:ext>
            </a:extLst>
          </p:cNvPr>
          <p:cNvSpPr>
            <a:spLocks noGrp="1"/>
          </p:cNvSpPr>
          <p:nvPr>
            <p:ph type="body" sz="quarter" idx="60" hasCustomPrompt="1"/>
          </p:nvPr>
        </p:nvSpPr>
        <p:spPr>
          <a:xfrm>
            <a:off x="7249634"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6">
            <a:extLst>
              <a:ext uri="{FF2B5EF4-FFF2-40B4-BE49-F238E27FC236}">
                <a16:creationId xmlns:a16="http://schemas.microsoft.com/office/drawing/2014/main" id="{56BC8D48-83CC-5154-F76E-89AEC7BB65E9}"/>
              </a:ext>
            </a:extLst>
          </p:cNvPr>
          <p:cNvSpPr>
            <a:spLocks noGrp="1"/>
          </p:cNvSpPr>
          <p:nvPr>
            <p:ph type="body" sz="quarter" idx="61" hasCustomPrompt="1"/>
          </p:nvPr>
        </p:nvSpPr>
        <p:spPr>
          <a:xfrm>
            <a:off x="839786" y="2344787"/>
            <a:ext cx="196596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3" name="Text Placeholder 6">
            <a:extLst>
              <a:ext uri="{FF2B5EF4-FFF2-40B4-BE49-F238E27FC236}">
                <a16:creationId xmlns:a16="http://schemas.microsoft.com/office/drawing/2014/main" id="{1740A58C-5125-913C-F340-C42F047A134A}"/>
              </a:ext>
            </a:extLst>
          </p:cNvPr>
          <p:cNvSpPr>
            <a:spLocks noGrp="1"/>
          </p:cNvSpPr>
          <p:nvPr>
            <p:ph type="body" sz="quarter" idx="62" hasCustomPrompt="1"/>
          </p:nvPr>
        </p:nvSpPr>
        <p:spPr>
          <a:xfrm>
            <a:off x="2976402" y="2344787"/>
            <a:ext cx="196596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5" name="Text Placeholder 6">
            <a:extLst>
              <a:ext uri="{FF2B5EF4-FFF2-40B4-BE49-F238E27FC236}">
                <a16:creationId xmlns:a16="http://schemas.microsoft.com/office/drawing/2014/main" id="{5A4D55F4-9618-B195-8EF9-6B04617C190A}"/>
              </a:ext>
            </a:extLst>
          </p:cNvPr>
          <p:cNvSpPr>
            <a:spLocks noGrp="1"/>
          </p:cNvSpPr>
          <p:nvPr>
            <p:ph type="body" sz="quarter" idx="63" hasCustomPrompt="1"/>
          </p:nvPr>
        </p:nvSpPr>
        <p:spPr>
          <a:xfrm>
            <a:off x="5113018" y="2344787"/>
            <a:ext cx="1965960" cy="18288"/>
          </a:xfrm>
          <a:prstGeom prst="rect">
            <a:avLst/>
          </a:prstGeom>
          <a:gradFill flip="none" rotWithShape="1">
            <a:gsLst>
              <a:gs pos="0">
                <a:srgbClr val="E5BFC2"/>
              </a:gs>
              <a:gs pos="35000">
                <a:srgbClr val="EA5362"/>
              </a:gs>
              <a:gs pos="70000">
                <a:srgbClr val="A83167"/>
              </a:gs>
              <a:gs pos="100000">
                <a:srgbClr val="451C8D"/>
              </a:gs>
            </a:gsLst>
            <a:lin ang="0" scaled="1"/>
            <a:tileRect/>
          </a:gradFill>
        </p:spPr>
        <p:txBody>
          <a:bodyPr wrap="square" tIns="0" anchor="b">
            <a:spAutoFit/>
          </a:bodyPr>
          <a:lstStyle>
            <a:lvl1pPr marL="0" indent="0">
              <a:buNone/>
              <a:defRPr sz="1200" b="1" cap="none" baseline="0"/>
            </a:lvl1pPr>
          </a:lstStyle>
          <a:p>
            <a:pPr lvl="0"/>
            <a:r>
              <a:rPr lang="en-US"/>
              <a:t> </a:t>
            </a:r>
          </a:p>
        </p:txBody>
      </p:sp>
      <p:sp>
        <p:nvSpPr>
          <p:cNvPr id="7" name="Text Placeholder 6">
            <a:extLst>
              <a:ext uri="{FF2B5EF4-FFF2-40B4-BE49-F238E27FC236}">
                <a16:creationId xmlns:a16="http://schemas.microsoft.com/office/drawing/2014/main" id="{37AFDAE1-9FAB-5E8B-CFD3-D078964E02B3}"/>
              </a:ext>
            </a:extLst>
          </p:cNvPr>
          <p:cNvSpPr>
            <a:spLocks noGrp="1"/>
          </p:cNvSpPr>
          <p:nvPr>
            <p:ph type="body" sz="quarter" idx="64" hasCustomPrompt="1"/>
          </p:nvPr>
        </p:nvSpPr>
        <p:spPr>
          <a:xfrm>
            <a:off x="7249634" y="2344787"/>
            <a:ext cx="196596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9" name="Content Placeholder 7">
            <a:extLst>
              <a:ext uri="{FF2B5EF4-FFF2-40B4-BE49-F238E27FC236}">
                <a16:creationId xmlns:a16="http://schemas.microsoft.com/office/drawing/2014/main" id="{0E078ED8-0F3C-0A54-C202-671AD512F1FD}"/>
              </a:ext>
            </a:extLst>
          </p:cNvPr>
          <p:cNvSpPr>
            <a:spLocks noGrp="1"/>
          </p:cNvSpPr>
          <p:nvPr>
            <p:ph sz="quarter" idx="65"/>
          </p:nvPr>
        </p:nvSpPr>
        <p:spPr>
          <a:xfrm>
            <a:off x="9386250"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6">
            <a:extLst>
              <a:ext uri="{FF2B5EF4-FFF2-40B4-BE49-F238E27FC236}">
                <a16:creationId xmlns:a16="http://schemas.microsoft.com/office/drawing/2014/main" id="{F4D2EABC-6FF3-2FDB-2B43-641986FA216F}"/>
              </a:ext>
            </a:extLst>
          </p:cNvPr>
          <p:cNvSpPr>
            <a:spLocks noGrp="1"/>
          </p:cNvSpPr>
          <p:nvPr>
            <p:ph type="body" sz="quarter" idx="66" hasCustomPrompt="1"/>
          </p:nvPr>
        </p:nvSpPr>
        <p:spPr>
          <a:xfrm>
            <a:off x="9386250"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8" name="Text Placeholder 6">
            <a:extLst>
              <a:ext uri="{FF2B5EF4-FFF2-40B4-BE49-F238E27FC236}">
                <a16:creationId xmlns:a16="http://schemas.microsoft.com/office/drawing/2014/main" id="{C165AC3C-FBE0-6FA1-9147-46485BA1CEDE}"/>
              </a:ext>
            </a:extLst>
          </p:cNvPr>
          <p:cNvSpPr>
            <a:spLocks noGrp="1"/>
          </p:cNvSpPr>
          <p:nvPr>
            <p:ph type="body" sz="quarter" idx="67" hasCustomPrompt="1"/>
          </p:nvPr>
        </p:nvSpPr>
        <p:spPr>
          <a:xfrm>
            <a:off x="9386250" y="2344787"/>
            <a:ext cx="196596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21" name="Text Placeholder 3">
            <a:extLst>
              <a:ext uri="{FF2B5EF4-FFF2-40B4-BE49-F238E27FC236}">
                <a16:creationId xmlns:a16="http://schemas.microsoft.com/office/drawing/2014/main" id="{90C0EC77-0044-2B6B-1363-DC50E5C3CF40}"/>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22" name="Text Placeholder 3">
            <a:extLst>
              <a:ext uri="{FF2B5EF4-FFF2-40B4-BE49-F238E27FC236}">
                <a16:creationId xmlns:a16="http://schemas.microsoft.com/office/drawing/2014/main" id="{3DF2C75F-15BB-4D64-CC20-792B5EEE429B}"/>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3700471995"/>
      </p:ext>
    </p:extLst>
  </p:cSld>
  <p:clrMapOvr>
    <a:masterClrMapping/>
  </p:clrMapOvr>
  <p:hf sldNum="0" hdr="0" ft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10512788"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10512788"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3" name="Graphic 2">
            <a:extLst>
              <a:ext uri="{FF2B5EF4-FFF2-40B4-BE49-F238E27FC236}">
                <a16:creationId xmlns:a16="http://schemas.microsoft.com/office/drawing/2014/main" id="{5CE72A2D-1543-0DBB-6047-E9B3A298639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9" name="Text Placeholder 3">
            <a:extLst>
              <a:ext uri="{FF2B5EF4-FFF2-40B4-BE49-F238E27FC236}">
                <a16:creationId xmlns:a16="http://schemas.microsoft.com/office/drawing/2014/main" id="{C6F68ACA-0053-5A10-7A51-F71E6E0D8F20}"/>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0" name="Text Placeholder 3">
            <a:extLst>
              <a:ext uri="{FF2B5EF4-FFF2-40B4-BE49-F238E27FC236}">
                <a16:creationId xmlns:a16="http://schemas.microsoft.com/office/drawing/2014/main" id="{75DAF3E6-E254-1824-0D25-99D8014D8C9B}"/>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1" name="Slide Number Placeholder 5">
            <a:extLst>
              <a:ext uri="{FF2B5EF4-FFF2-40B4-BE49-F238E27FC236}">
                <a16:creationId xmlns:a16="http://schemas.microsoft.com/office/drawing/2014/main" id="{0D8DAAE7-D0BD-E9DE-2A28-BE6854C12952}"/>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2" name="Slide Number Placeholder 5">
            <a:extLst>
              <a:ext uri="{FF2B5EF4-FFF2-40B4-BE49-F238E27FC236}">
                <a16:creationId xmlns:a16="http://schemas.microsoft.com/office/drawing/2014/main" id="{06E0B410-C872-EB7D-9AA1-21C8FD5ADF29}"/>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3" name="Slide Number Placeholder 5">
            <a:extLst>
              <a:ext uri="{FF2B5EF4-FFF2-40B4-BE49-F238E27FC236}">
                <a16:creationId xmlns:a16="http://schemas.microsoft.com/office/drawing/2014/main" id="{DA1CB924-B29D-707D-1D66-84501387C839}"/>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288195645"/>
      </p:ext>
    </p:extLst>
  </p:cSld>
  <p:clrMapOvr>
    <a:masterClrMapping/>
  </p:clrMapOvr>
  <p:hf sldNum="0" hdr="0" ft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x content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3" name="Graphic 2">
            <a:extLst>
              <a:ext uri="{FF2B5EF4-FFF2-40B4-BE49-F238E27FC236}">
                <a16:creationId xmlns:a16="http://schemas.microsoft.com/office/drawing/2014/main" id="{5CE72A2D-1543-0DBB-6047-E9B3A298639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5" name="Content Placeholder 7">
            <a:extLst>
              <a:ext uri="{FF2B5EF4-FFF2-40B4-BE49-F238E27FC236}">
                <a16:creationId xmlns:a16="http://schemas.microsoft.com/office/drawing/2014/main" id="{3377327A-5669-76DE-029A-0336804673B7}"/>
              </a:ext>
            </a:extLst>
          </p:cNvPr>
          <p:cNvSpPr>
            <a:spLocks noGrp="1"/>
          </p:cNvSpPr>
          <p:nvPr>
            <p:ph sz="quarter" idx="22"/>
          </p:nvPr>
        </p:nvSpPr>
        <p:spPr>
          <a:xfrm>
            <a:off x="839787" y="1850682"/>
            <a:ext cx="508406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D6B96342-1DA9-A183-C602-227565FBDFBD}"/>
              </a:ext>
            </a:extLst>
          </p:cNvPr>
          <p:cNvSpPr>
            <a:spLocks noGrp="1"/>
          </p:cNvSpPr>
          <p:nvPr>
            <p:ph type="body" sz="quarter" idx="42" hasCustomPrompt="1"/>
          </p:nvPr>
        </p:nvSpPr>
        <p:spPr>
          <a:xfrm>
            <a:off x="839787" y="1608869"/>
            <a:ext cx="5084064" cy="166199"/>
          </a:xfrm>
          <a:prstGeom prst="rect">
            <a:avLst/>
          </a:prstGeom>
        </p:spPr>
        <p:txBody>
          <a:bodyPr vert="horz" wrap="square" lIns="0" tIns="0" rIns="0" bIns="0" rtlCol="0" anchor="t">
            <a:spAutoFit/>
          </a:bodyPr>
          <a:lstStyle>
            <a:lvl1pPr>
              <a:defRPr lang="en-US" b="1" cap="none" baseline="0" dirty="0"/>
            </a:lvl1pPr>
          </a:lstStyle>
          <a:p>
            <a:pPr marL="0" lvl="0" indent="0">
              <a:buNone/>
            </a:pPr>
            <a:r>
              <a:rPr lang="en-US"/>
              <a:t>CLICK TO ADD TEXT</a:t>
            </a:r>
          </a:p>
        </p:txBody>
      </p:sp>
      <p:sp>
        <p:nvSpPr>
          <p:cNvPr id="9" name="Content Placeholder 7">
            <a:extLst>
              <a:ext uri="{FF2B5EF4-FFF2-40B4-BE49-F238E27FC236}">
                <a16:creationId xmlns:a16="http://schemas.microsoft.com/office/drawing/2014/main" id="{C57CD4A1-3C8D-0802-98B3-34F3E87001F1}"/>
              </a:ext>
            </a:extLst>
          </p:cNvPr>
          <p:cNvSpPr>
            <a:spLocks noGrp="1"/>
          </p:cNvSpPr>
          <p:nvPr>
            <p:ph sz="quarter" idx="55"/>
          </p:nvPr>
        </p:nvSpPr>
        <p:spPr>
          <a:xfrm>
            <a:off x="6268511" y="1850682"/>
            <a:ext cx="508406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6">
            <a:extLst>
              <a:ext uri="{FF2B5EF4-FFF2-40B4-BE49-F238E27FC236}">
                <a16:creationId xmlns:a16="http://schemas.microsoft.com/office/drawing/2014/main" id="{B07BD374-94E6-9338-24E6-2F2622DE70BC}"/>
              </a:ext>
            </a:extLst>
          </p:cNvPr>
          <p:cNvSpPr>
            <a:spLocks noGrp="1"/>
          </p:cNvSpPr>
          <p:nvPr>
            <p:ph type="body" sz="quarter" idx="56" hasCustomPrompt="1"/>
          </p:nvPr>
        </p:nvSpPr>
        <p:spPr>
          <a:xfrm>
            <a:off x="6268511" y="1608869"/>
            <a:ext cx="5084064" cy="166199"/>
          </a:xfrm>
          <a:prstGeom prst="rect">
            <a:avLst/>
          </a:prstGeom>
        </p:spPr>
        <p:txBody>
          <a:bodyPr vert="horz" wrap="square" lIns="0" tIns="0" rIns="0" bIns="0" rtlCol="0" anchor="t">
            <a:spAutoFit/>
          </a:bodyPr>
          <a:lstStyle>
            <a:lvl1pPr>
              <a:defRPr lang="en-US" b="1" cap="none" baseline="0" dirty="0"/>
            </a:lvl1pPr>
          </a:lstStyle>
          <a:p>
            <a:pPr marL="0" lvl="0" indent="0">
              <a:buNone/>
            </a:pPr>
            <a:r>
              <a:rPr lang="en-US"/>
              <a:t>CLICK TO ADD TEXT</a:t>
            </a:r>
          </a:p>
        </p:txBody>
      </p:sp>
      <p:sp>
        <p:nvSpPr>
          <p:cNvPr id="11" name="Text Placeholder 3">
            <a:extLst>
              <a:ext uri="{FF2B5EF4-FFF2-40B4-BE49-F238E27FC236}">
                <a16:creationId xmlns:a16="http://schemas.microsoft.com/office/drawing/2014/main" id="{A40E949F-779A-E950-35EA-2E7AD5D3C3BE}"/>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2" name="Text Placeholder 3">
            <a:extLst>
              <a:ext uri="{FF2B5EF4-FFF2-40B4-BE49-F238E27FC236}">
                <a16:creationId xmlns:a16="http://schemas.microsoft.com/office/drawing/2014/main" id="{6D2D794A-1194-6852-06E5-1E6C866096FF}"/>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3" name="Slide Number Placeholder 5">
            <a:extLst>
              <a:ext uri="{FF2B5EF4-FFF2-40B4-BE49-F238E27FC236}">
                <a16:creationId xmlns:a16="http://schemas.microsoft.com/office/drawing/2014/main" id="{96321778-1FA5-6FB7-BB48-2672DEA1AF15}"/>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5" name="Slide Number Placeholder 5">
            <a:extLst>
              <a:ext uri="{FF2B5EF4-FFF2-40B4-BE49-F238E27FC236}">
                <a16:creationId xmlns:a16="http://schemas.microsoft.com/office/drawing/2014/main" id="{C8EDFF5D-60A7-E05A-EA1A-F02E4F469C3C}"/>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6" name="Slide Number Placeholder 5">
            <a:extLst>
              <a:ext uri="{FF2B5EF4-FFF2-40B4-BE49-F238E27FC236}">
                <a16:creationId xmlns:a16="http://schemas.microsoft.com/office/drawing/2014/main" id="{52FF6F7D-67D4-F7FC-9A50-1EE7264C6CC5}"/>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106375152"/>
      </p:ext>
    </p:extLst>
  </p:cSld>
  <p:clrMapOvr>
    <a:masterClrMapping/>
  </p:clrMapOvr>
  <p:hf sldNum="0" hdr="0" ft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x content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sp>
        <p:nvSpPr>
          <p:cNvPr id="4" name="Content Placeholder 7">
            <a:extLst>
              <a:ext uri="{FF2B5EF4-FFF2-40B4-BE49-F238E27FC236}">
                <a16:creationId xmlns:a16="http://schemas.microsoft.com/office/drawing/2014/main" id="{A96A1E3E-DA99-B7F2-7C60-60511C9FF781}"/>
              </a:ext>
            </a:extLst>
          </p:cNvPr>
          <p:cNvSpPr>
            <a:spLocks noGrp="1"/>
          </p:cNvSpPr>
          <p:nvPr>
            <p:ph sz="quarter" idx="22"/>
          </p:nvPr>
        </p:nvSpPr>
        <p:spPr>
          <a:xfrm>
            <a:off x="839787"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84F98CE8-E690-F3F6-116D-15B0A0BA7E7E}"/>
              </a:ext>
            </a:extLst>
          </p:cNvPr>
          <p:cNvSpPr>
            <a:spLocks noGrp="1"/>
          </p:cNvSpPr>
          <p:nvPr>
            <p:ph type="body" sz="quarter" idx="42" hasCustomPrompt="1"/>
          </p:nvPr>
        </p:nvSpPr>
        <p:spPr>
          <a:xfrm>
            <a:off x="839787"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1" name="Content Placeholder 7">
            <a:extLst>
              <a:ext uri="{FF2B5EF4-FFF2-40B4-BE49-F238E27FC236}">
                <a16:creationId xmlns:a16="http://schemas.microsoft.com/office/drawing/2014/main" id="{44BC8A89-5716-4FBA-2A10-002BAE8E017A}"/>
              </a:ext>
            </a:extLst>
          </p:cNvPr>
          <p:cNvSpPr>
            <a:spLocks noGrp="1"/>
          </p:cNvSpPr>
          <p:nvPr>
            <p:ph sz="quarter" idx="55"/>
          </p:nvPr>
        </p:nvSpPr>
        <p:spPr>
          <a:xfrm>
            <a:off x="8069514"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045A4F01-8597-05CF-D19C-0ABA45002377}"/>
              </a:ext>
            </a:extLst>
          </p:cNvPr>
          <p:cNvSpPr>
            <a:spLocks noGrp="1"/>
          </p:cNvSpPr>
          <p:nvPr>
            <p:ph type="body" sz="quarter" idx="56" hasCustomPrompt="1"/>
          </p:nvPr>
        </p:nvSpPr>
        <p:spPr>
          <a:xfrm>
            <a:off x="8069514"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3" name="Content Placeholder 7">
            <a:extLst>
              <a:ext uri="{FF2B5EF4-FFF2-40B4-BE49-F238E27FC236}">
                <a16:creationId xmlns:a16="http://schemas.microsoft.com/office/drawing/2014/main" id="{07820561-F04C-809A-B127-CE71B0D67841}"/>
              </a:ext>
            </a:extLst>
          </p:cNvPr>
          <p:cNvSpPr>
            <a:spLocks noGrp="1"/>
          </p:cNvSpPr>
          <p:nvPr>
            <p:ph sz="quarter" idx="57"/>
          </p:nvPr>
        </p:nvSpPr>
        <p:spPr>
          <a:xfrm>
            <a:off x="4454833"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6">
            <a:extLst>
              <a:ext uri="{FF2B5EF4-FFF2-40B4-BE49-F238E27FC236}">
                <a16:creationId xmlns:a16="http://schemas.microsoft.com/office/drawing/2014/main" id="{90756F32-8F67-E562-F4FF-80B174C38448}"/>
              </a:ext>
            </a:extLst>
          </p:cNvPr>
          <p:cNvSpPr>
            <a:spLocks noGrp="1"/>
          </p:cNvSpPr>
          <p:nvPr>
            <p:ph type="body" sz="quarter" idx="58" hasCustomPrompt="1"/>
          </p:nvPr>
        </p:nvSpPr>
        <p:spPr>
          <a:xfrm>
            <a:off x="4454833"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16" name="Graphic 15">
            <a:extLst>
              <a:ext uri="{FF2B5EF4-FFF2-40B4-BE49-F238E27FC236}">
                <a16:creationId xmlns:a16="http://schemas.microsoft.com/office/drawing/2014/main" id="{99CF4A3C-43CF-1C9A-ECCC-89E96BED1F7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7" name="Text Placeholder 3">
            <a:extLst>
              <a:ext uri="{FF2B5EF4-FFF2-40B4-BE49-F238E27FC236}">
                <a16:creationId xmlns:a16="http://schemas.microsoft.com/office/drawing/2014/main" id="{D2701E25-2516-CA8F-C371-AA628B6B3F74}"/>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8686EE27-2508-879E-EF54-7FC40A66A121}"/>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0" name="Slide Number Placeholder 5">
            <a:extLst>
              <a:ext uri="{FF2B5EF4-FFF2-40B4-BE49-F238E27FC236}">
                <a16:creationId xmlns:a16="http://schemas.microsoft.com/office/drawing/2014/main" id="{F5ACAC82-75E5-23D5-01A6-1A0ECFE62B8D}"/>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7" name="Slide Number Placeholder 5">
            <a:extLst>
              <a:ext uri="{FF2B5EF4-FFF2-40B4-BE49-F238E27FC236}">
                <a16:creationId xmlns:a16="http://schemas.microsoft.com/office/drawing/2014/main" id="{4C26A8BC-48D6-839F-18A5-AA5E6E606B0B}"/>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8" name="Slide Number Placeholder 5">
            <a:extLst>
              <a:ext uri="{FF2B5EF4-FFF2-40B4-BE49-F238E27FC236}">
                <a16:creationId xmlns:a16="http://schemas.microsoft.com/office/drawing/2014/main" id="{3F4CAEC0-4929-CC7F-4A06-B35EA0EBA207}"/>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4230960806"/>
      </p:ext>
    </p:extLst>
  </p:cSld>
  <p:clrMapOvr>
    <a:masterClrMapping/>
  </p:clrMapOvr>
  <p:hf sldNum="0" hdr="0" ft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 x content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sp>
        <p:nvSpPr>
          <p:cNvPr id="3" name="Content Placeholder 7">
            <a:extLst>
              <a:ext uri="{FF2B5EF4-FFF2-40B4-BE49-F238E27FC236}">
                <a16:creationId xmlns:a16="http://schemas.microsoft.com/office/drawing/2014/main" id="{67CB7B05-B76C-32BA-D756-C4A9CEEBD466}"/>
              </a:ext>
            </a:extLst>
          </p:cNvPr>
          <p:cNvSpPr>
            <a:spLocks noGrp="1"/>
          </p:cNvSpPr>
          <p:nvPr>
            <p:ph sz="quarter" idx="22"/>
          </p:nvPr>
        </p:nvSpPr>
        <p:spPr>
          <a:xfrm>
            <a:off x="839786"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id="{7137EB39-441C-6ECB-0527-B55F03957B64}"/>
              </a:ext>
            </a:extLst>
          </p:cNvPr>
          <p:cNvSpPr>
            <a:spLocks noGrp="1"/>
          </p:cNvSpPr>
          <p:nvPr>
            <p:ph type="body" sz="quarter" idx="42" hasCustomPrompt="1"/>
          </p:nvPr>
        </p:nvSpPr>
        <p:spPr>
          <a:xfrm>
            <a:off x="839786"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7" name="Content Placeholder 7">
            <a:extLst>
              <a:ext uri="{FF2B5EF4-FFF2-40B4-BE49-F238E27FC236}">
                <a16:creationId xmlns:a16="http://schemas.microsoft.com/office/drawing/2014/main" id="{CDA29A62-4696-F171-DC39-0E1DF0198F10}"/>
              </a:ext>
            </a:extLst>
          </p:cNvPr>
          <p:cNvSpPr>
            <a:spLocks noGrp="1"/>
          </p:cNvSpPr>
          <p:nvPr>
            <p:ph sz="quarter" idx="55"/>
          </p:nvPr>
        </p:nvSpPr>
        <p:spPr>
          <a:xfrm>
            <a:off x="3552373"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6D85AA2A-33D3-314C-583E-2EABA5E75E71}"/>
              </a:ext>
            </a:extLst>
          </p:cNvPr>
          <p:cNvSpPr>
            <a:spLocks noGrp="1"/>
          </p:cNvSpPr>
          <p:nvPr>
            <p:ph type="body" sz="quarter" idx="56" hasCustomPrompt="1"/>
          </p:nvPr>
        </p:nvSpPr>
        <p:spPr>
          <a:xfrm>
            <a:off x="3552373"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BEDBB10A-C965-E212-3F5A-D36F7939BEDF}"/>
              </a:ext>
            </a:extLst>
          </p:cNvPr>
          <p:cNvSpPr>
            <a:spLocks noGrp="1"/>
          </p:cNvSpPr>
          <p:nvPr>
            <p:ph sz="quarter" idx="57"/>
          </p:nvPr>
        </p:nvSpPr>
        <p:spPr>
          <a:xfrm>
            <a:off x="6264960"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A722600C-82FC-E8BE-C4FB-0A9D3F39AFA5}"/>
              </a:ext>
            </a:extLst>
          </p:cNvPr>
          <p:cNvSpPr>
            <a:spLocks noGrp="1"/>
          </p:cNvSpPr>
          <p:nvPr>
            <p:ph type="body" sz="quarter" idx="58" hasCustomPrompt="1"/>
          </p:nvPr>
        </p:nvSpPr>
        <p:spPr>
          <a:xfrm>
            <a:off x="6264960"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7" name="Content Placeholder 7">
            <a:extLst>
              <a:ext uri="{FF2B5EF4-FFF2-40B4-BE49-F238E27FC236}">
                <a16:creationId xmlns:a16="http://schemas.microsoft.com/office/drawing/2014/main" id="{DBAB4876-D42C-0D16-9AB9-3E08128683AE}"/>
              </a:ext>
            </a:extLst>
          </p:cNvPr>
          <p:cNvSpPr>
            <a:spLocks noGrp="1"/>
          </p:cNvSpPr>
          <p:nvPr>
            <p:ph sz="quarter" idx="59"/>
          </p:nvPr>
        </p:nvSpPr>
        <p:spPr>
          <a:xfrm>
            <a:off x="8977546"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6">
            <a:extLst>
              <a:ext uri="{FF2B5EF4-FFF2-40B4-BE49-F238E27FC236}">
                <a16:creationId xmlns:a16="http://schemas.microsoft.com/office/drawing/2014/main" id="{64D490D1-E27F-00CD-58C6-D2F38D5AEC17}"/>
              </a:ext>
            </a:extLst>
          </p:cNvPr>
          <p:cNvSpPr>
            <a:spLocks noGrp="1"/>
          </p:cNvSpPr>
          <p:nvPr>
            <p:ph type="body" sz="quarter" idx="60" hasCustomPrompt="1"/>
          </p:nvPr>
        </p:nvSpPr>
        <p:spPr>
          <a:xfrm>
            <a:off x="8977546"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11" name="Text Placeholder 3">
            <a:extLst>
              <a:ext uri="{FF2B5EF4-FFF2-40B4-BE49-F238E27FC236}">
                <a16:creationId xmlns:a16="http://schemas.microsoft.com/office/drawing/2014/main" id="{C4B80CEE-6B25-B139-1CE7-65A7C7F5A4B1}"/>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2" name="Text Placeholder 3">
            <a:extLst>
              <a:ext uri="{FF2B5EF4-FFF2-40B4-BE49-F238E27FC236}">
                <a16:creationId xmlns:a16="http://schemas.microsoft.com/office/drawing/2014/main" id="{699D0D5C-53A0-3839-1801-165E24F6A72E}"/>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3" name="Slide Number Placeholder 5">
            <a:extLst>
              <a:ext uri="{FF2B5EF4-FFF2-40B4-BE49-F238E27FC236}">
                <a16:creationId xmlns:a16="http://schemas.microsoft.com/office/drawing/2014/main" id="{776E7769-5B4E-6146-EB88-D982E4096460}"/>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5" name="Slide Number Placeholder 5">
            <a:extLst>
              <a:ext uri="{FF2B5EF4-FFF2-40B4-BE49-F238E27FC236}">
                <a16:creationId xmlns:a16="http://schemas.microsoft.com/office/drawing/2014/main" id="{4171810B-DF18-E8B9-3B21-4BA64C33215E}"/>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20" name="Slide Number Placeholder 5">
            <a:extLst>
              <a:ext uri="{FF2B5EF4-FFF2-40B4-BE49-F238E27FC236}">
                <a16:creationId xmlns:a16="http://schemas.microsoft.com/office/drawing/2014/main" id="{99A0C801-E724-97B2-6884-BE706220118F}"/>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3744422151"/>
      </p:ext>
    </p:extLst>
  </p:cSld>
  <p:clrMapOvr>
    <a:masterClrMapping/>
  </p:clrMapOvr>
  <p:hf sldNum="0" hdr="0" ftr="0" dt="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x content (w/ line and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4" name="Content Placeholder 7">
            <a:extLst>
              <a:ext uri="{FF2B5EF4-FFF2-40B4-BE49-F238E27FC236}">
                <a16:creationId xmlns:a16="http://schemas.microsoft.com/office/drawing/2014/main" id="{283CF3B1-6FE0-6FCD-157C-54C4D1CFAA54}"/>
              </a:ext>
            </a:extLst>
          </p:cNvPr>
          <p:cNvSpPr>
            <a:spLocks noGrp="1"/>
          </p:cNvSpPr>
          <p:nvPr>
            <p:ph sz="quarter" idx="22"/>
          </p:nvPr>
        </p:nvSpPr>
        <p:spPr>
          <a:xfrm>
            <a:off x="839786" y="2973311"/>
            <a:ext cx="5084064"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EEB7CF2E-2F21-99AA-BAC5-3345002CA650}"/>
              </a:ext>
            </a:extLst>
          </p:cNvPr>
          <p:cNvSpPr>
            <a:spLocks noGrp="1"/>
          </p:cNvSpPr>
          <p:nvPr>
            <p:ph type="body" sz="quarter" idx="42" hasCustomPrompt="1"/>
          </p:nvPr>
        </p:nvSpPr>
        <p:spPr>
          <a:xfrm>
            <a:off x="839786" y="2487054"/>
            <a:ext cx="5084064"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1" name="Content Placeholder 7">
            <a:extLst>
              <a:ext uri="{FF2B5EF4-FFF2-40B4-BE49-F238E27FC236}">
                <a16:creationId xmlns:a16="http://schemas.microsoft.com/office/drawing/2014/main" id="{892C5487-E793-AB3C-082B-3393DA9AEFF1}"/>
              </a:ext>
            </a:extLst>
          </p:cNvPr>
          <p:cNvSpPr>
            <a:spLocks noGrp="1"/>
          </p:cNvSpPr>
          <p:nvPr>
            <p:ph sz="quarter" idx="55"/>
          </p:nvPr>
        </p:nvSpPr>
        <p:spPr>
          <a:xfrm>
            <a:off x="6268146" y="2973311"/>
            <a:ext cx="5084064"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EEBF4112-D2CD-1D9B-4D8D-4A75425AB806}"/>
              </a:ext>
            </a:extLst>
          </p:cNvPr>
          <p:cNvSpPr>
            <a:spLocks noGrp="1"/>
          </p:cNvSpPr>
          <p:nvPr>
            <p:ph type="body" sz="quarter" idx="56" hasCustomPrompt="1"/>
          </p:nvPr>
        </p:nvSpPr>
        <p:spPr>
          <a:xfrm>
            <a:off x="6268146" y="2487054"/>
            <a:ext cx="5084064"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3" name="Text Placeholder 6">
            <a:extLst>
              <a:ext uri="{FF2B5EF4-FFF2-40B4-BE49-F238E27FC236}">
                <a16:creationId xmlns:a16="http://schemas.microsoft.com/office/drawing/2014/main" id="{6C1970BC-3C56-B758-D752-C7ACF5116F3A}"/>
              </a:ext>
            </a:extLst>
          </p:cNvPr>
          <p:cNvSpPr>
            <a:spLocks noGrp="1"/>
          </p:cNvSpPr>
          <p:nvPr>
            <p:ph type="body" sz="quarter" idx="61" hasCustomPrompt="1"/>
          </p:nvPr>
        </p:nvSpPr>
        <p:spPr>
          <a:xfrm>
            <a:off x="839786" y="2344787"/>
            <a:ext cx="5084064"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15" name="Text Placeholder 6">
            <a:extLst>
              <a:ext uri="{FF2B5EF4-FFF2-40B4-BE49-F238E27FC236}">
                <a16:creationId xmlns:a16="http://schemas.microsoft.com/office/drawing/2014/main" id="{553AF32B-0C40-8BC2-A9BE-C3F92B641F85}"/>
              </a:ext>
            </a:extLst>
          </p:cNvPr>
          <p:cNvSpPr>
            <a:spLocks noGrp="1"/>
          </p:cNvSpPr>
          <p:nvPr>
            <p:ph type="body" sz="quarter" idx="62" hasCustomPrompt="1"/>
          </p:nvPr>
        </p:nvSpPr>
        <p:spPr>
          <a:xfrm>
            <a:off x="6268146" y="2344787"/>
            <a:ext cx="5084064"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7" name="Text Placeholder 3">
            <a:extLst>
              <a:ext uri="{FF2B5EF4-FFF2-40B4-BE49-F238E27FC236}">
                <a16:creationId xmlns:a16="http://schemas.microsoft.com/office/drawing/2014/main" id="{D6B493A9-0215-91F6-8730-63577DE5826D}"/>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768185FB-A5E0-F944-1336-C9F190A050AE}"/>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0" name="Slide Number Placeholder 5">
            <a:extLst>
              <a:ext uri="{FF2B5EF4-FFF2-40B4-BE49-F238E27FC236}">
                <a16:creationId xmlns:a16="http://schemas.microsoft.com/office/drawing/2014/main" id="{76B7929D-1DCB-BFCE-9B4F-FE061B239D50}"/>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6" name="Slide Number Placeholder 5">
            <a:extLst>
              <a:ext uri="{FF2B5EF4-FFF2-40B4-BE49-F238E27FC236}">
                <a16:creationId xmlns:a16="http://schemas.microsoft.com/office/drawing/2014/main" id="{D9E28E06-A948-8999-3CA6-CD44903FED8D}"/>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7" name="Slide Number Placeholder 5">
            <a:extLst>
              <a:ext uri="{FF2B5EF4-FFF2-40B4-BE49-F238E27FC236}">
                <a16:creationId xmlns:a16="http://schemas.microsoft.com/office/drawing/2014/main" id="{EBF1D8D3-29DE-05AE-6117-5EA0D34FE6AD}"/>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2960204796"/>
      </p:ext>
    </p:extLst>
  </p:cSld>
  <p:clrMapOvr>
    <a:masterClrMapping/>
  </p:clrMapOvr>
  <p:hf sldNum="0" hdr="0" ft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x content (w/ line and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3" name="Content Placeholder 7">
            <a:extLst>
              <a:ext uri="{FF2B5EF4-FFF2-40B4-BE49-F238E27FC236}">
                <a16:creationId xmlns:a16="http://schemas.microsoft.com/office/drawing/2014/main" id="{37F7A1C1-D254-DBC8-D693-C5C560AACC5E}"/>
              </a:ext>
            </a:extLst>
          </p:cNvPr>
          <p:cNvSpPr>
            <a:spLocks noGrp="1"/>
          </p:cNvSpPr>
          <p:nvPr>
            <p:ph sz="quarter" idx="22"/>
          </p:nvPr>
        </p:nvSpPr>
        <p:spPr>
          <a:xfrm>
            <a:off x="839786" y="2973311"/>
            <a:ext cx="3282696"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id="{FC036677-DD4B-7BC1-0082-64910B2D46CE}"/>
              </a:ext>
            </a:extLst>
          </p:cNvPr>
          <p:cNvSpPr>
            <a:spLocks noGrp="1"/>
          </p:cNvSpPr>
          <p:nvPr>
            <p:ph type="body" sz="quarter" idx="42" hasCustomPrompt="1"/>
          </p:nvPr>
        </p:nvSpPr>
        <p:spPr>
          <a:xfrm>
            <a:off x="839786"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7" name="Content Placeholder 7">
            <a:extLst>
              <a:ext uri="{FF2B5EF4-FFF2-40B4-BE49-F238E27FC236}">
                <a16:creationId xmlns:a16="http://schemas.microsoft.com/office/drawing/2014/main" id="{36900377-6F4C-4278-1DB5-11FAFC2B14EE}"/>
              </a:ext>
            </a:extLst>
          </p:cNvPr>
          <p:cNvSpPr>
            <a:spLocks noGrp="1"/>
          </p:cNvSpPr>
          <p:nvPr>
            <p:ph sz="quarter" idx="55"/>
          </p:nvPr>
        </p:nvSpPr>
        <p:spPr>
          <a:xfrm>
            <a:off x="4454650" y="2973311"/>
            <a:ext cx="3282696"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8E47D00A-6CF5-7972-808C-D5CECCE3B40F}"/>
              </a:ext>
            </a:extLst>
          </p:cNvPr>
          <p:cNvSpPr>
            <a:spLocks noGrp="1"/>
          </p:cNvSpPr>
          <p:nvPr>
            <p:ph type="body" sz="quarter" idx="56" hasCustomPrompt="1"/>
          </p:nvPr>
        </p:nvSpPr>
        <p:spPr>
          <a:xfrm>
            <a:off x="4454650"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57F365E9-068E-9ACA-44ED-9DB373F64EFF}"/>
              </a:ext>
            </a:extLst>
          </p:cNvPr>
          <p:cNvSpPr>
            <a:spLocks noGrp="1"/>
          </p:cNvSpPr>
          <p:nvPr>
            <p:ph sz="quarter" idx="57"/>
          </p:nvPr>
        </p:nvSpPr>
        <p:spPr>
          <a:xfrm>
            <a:off x="8069514" y="2973311"/>
            <a:ext cx="3282696"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B13D299B-344E-B604-C1F9-301BDF21970A}"/>
              </a:ext>
            </a:extLst>
          </p:cNvPr>
          <p:cNvSpPr>
            <a:spLocks noGrp="1"/>
          </p:cNvSpPr>
          <p:nvPr>
            <p:ph type="body" sz="quarter" idx="58" hasCustomPrompt="1"/>
          </p:nvPr>
        </p:nvSpPr>
        <p:spPr>
          <a:xfrm>
            <a:off x="8069514"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7" name="Text Placeholder 6">
            <a:extLst>
              <a:ext uri="{FF2B5EF4-FFF2-40B4-BE49-F238E27FC236}">
                <a16:creationId xmlns:a16="http://schemas.microsoft.com/office/drawing/2014/main" id="{EE531DE9-7D37-F2B6-730E-B4786409A3E6}"/>
              </a:ext>
            </a:extLst>
          </p:cNvPr>
          <p:cNvSpPr>
            <a:spLocks noGrp="1"/>
          </p:cNvSpPr>
          <p:nvPr>
            <p:ph type="body" sz="quarter" idx="61" hasCustomPrompt="1"/>
          </p:nvPr>
        </p:nvSpPr>
        <p:spPr>
          <a:xfrm>
            <a:off x="839786" y="2344787"/>
            <a:ext cx="3282696"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18" name="Text Placeholder 6">
            <a:extLst>
              <a:ext uri="{FF2B5EF4-FFF2-40B4-BE49-F238E27FC236}">
                <a16:creationId xmlns:a16="http://schemas.microsoft.com/office/drawing/2014/main" id="{37C4B96F-E9BB-D9E6-CF81-55DE2653EA99}"/>
              </a:ext>
            </a:extLst>
          </p:cNvPr>
          <p:cNvSpPr>
            <a:spLocks noGrp="1"/>
          </p:cNvSpPr>
          <p:nvPr>
            <p:ph type="body" sz="quarter" idx="62" hasCustomPrompt="1"/>
          </p:nvPr>
        </p:nvSpPr>
        <p:spPr>
          <a:xfrm>
            <a:off x="4454650" y="2344787"/>
            <a:ext cx="3282696"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0" name="Text Placeholder 6">
            <a:extLst>
              <a:ext uri="{FF2B5EF4-FFF2-40B4-BE49-F238E27FC236}">
                <a16:creationId xmlns:a16="http://schemas.microsoft.com/office/drawing/2014/main" id="{2C9CFB92-510C-A2A8-62FD-FB8480632FAA}"/>
              </a:ext>
            </a:extLst>
          </p:cNvPr>
          <p:cNvSpPr>
            <a:spLocks noGrp="1"/>
          </p:cNvSpPr>
          <p:nvPr>
            <p:ph type="body" sz="quarter" idx="63" hasCustomPrompt="1"/>
          </p:nvPr>
        </p:nvSpPr>
        <p:spPr>
          <a:xfrm>
            <a:off x="8069514" y="2344787"/>
            <a:ext cx="3282696"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11" name="Text Placeholder 3">
            <a:extLst>
              <a:ext uri="{FF2B5EF4-FFF2-40B4-BE49-F238E27FC236}">
                <a16:creationId xmlns:a16="http://schemas.microsoft.com/office/drawing/2014/main" id="{F5B882E5-4277-AF2A-76AD-629019B83A4F}"/>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2" name="Text Placeholder 3">
            <a:extLst>
              <a:ext uri="{FF2B5EF4-FFF2-40B4-BE49-F238E27FC236}">
                <a16:creationId xmlns:a16="http://schemas.microsoft.com/office/drawing/2014/main" id="{975AF096-9ACE-B36B-EA47-9CB14097F394}"/>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3" name="Slide Number Placeholder 5">
            <a:extLst>
              <a:ext uri="{FF2B5EF4-FFF2-40B4-BE49-F238E27FC236}">
                <a16:creationId xmlns:a16="http://schemas.microsoft.com/office/drawing/2014/main" id="{F74663C7-7DFD-434E-D12C-055DC8C5C08B}"/>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5" name="Slide Number Placeholder 5">
            <a:extLst>
              <a:ext uri="{FF2B5EF4-FFF2-40B4-BE49-F238E27FC236}">
                <a16:creationId xmlns:a16="http://schemas.microsoft.com/office/drawing/2014/main" id="{68C35EAF-8A26-05CF-FBE2-1D16AC7CD54A}"/>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21" name="Slide Number Placeholder 5">
            <a:extLst>
              <a:ext uri="{FF2B5EF4-FFF2-40B4-BE49-F238E27FC236}">
                <a16:creationId xmlns:a16="http://schemas.microsoft.com/office/drawing/2014/main" id="{9F448815-8ACE-68CB-44F9-E8E6FFBAFB3A}"/>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2507406005"/>
      </p:ext>
    </p:extLst>
  </p:cSld>
  <p:clrMapOvr>
    <a:masterClrMapping/>
  </p:clrMapOvr>
  <p:hf sldNum="0" hdr="0" ft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 x content (w/ line and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4" name="Content Placeholder 7">
            <a:extLst>
              <a:ext uri="{FF2B5EF4-FFF2-40B4-BE49-F238E27FC236}">
                <a16:creationId xmlns:a16="http://schemas.microsoft.com/office/drawing/2014/main" id="{4A6850C8-4C08-AD26-4B65-208F11B9CE6C}"/>
              </a:ext>
            </a:extLst>
          </p:cNvPr>
          <p:cNvSpPr>
            <a:spLocks noGrp="1"/>
          </p:cNvSpPr>
          <p:nvPr>
            <p:ph sz="quarter" idx="22"/>
          </p:nvPr>
        </p:nvSpPr>
        <p:spPr>
          <a:xfrm>
            <a:off x="839786" y="2973311"/>
            <a:ext cx="237744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74B0EBCC-9BA0-AA62-74F0-3BE770EE5CD2}"/>
              </a:ext>
            </a:extLst>
          </p:cNvPr>
          <p:cNvSpPr>
            <a:spLocks noGrp="1"/>
          </p:cNvSpPr>
          <p:nvPr>
            <p:ph type="body" sz="quarter" idx="42" hasCustomPrompt="1"/>
          </p:nvPr>
        </p:nvSpPr>
        <p:spPr>
          <a:xfrm>
            <a:off x="839786"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1" name="Content Placeholder 7">
            <a:extLst>
              <a:ext uri="{FF2B5EF4-FFF2-40B4-BE49-F238E27FC236}">
                <a16:creationId xmlns:a16="http://schemas.microsoft.com/office/drawing/2014/main" id="{DBE9A169-E219-DA54-A7EB-D8D9B13D1115}"/>
              </a:ext>
            </a:extLst>
          </p:cNvPr>
          <p:cNvSpPr>
            <a:spLocks noGrp="1"/>
          </p:cNvSpPr>
          <p:nvPr>
            <p:ph sz="quarter" idx="55"/>
          </p:nvPr>
        </p:nvSpPr>
        <p:spPr>
          <a:xfrm>
            <a:off x="3551447" y="2973311"/>
            <a:ext cx="237744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9C5922A6-65AB-96A2-5E67-81D1743C1131}"/>
              </a:ext>
            </a:extLst>
          </p:cNvPr>
          <p:cNvSpPr>
            <a:spLocks noGrp="1"/>
          </p:cNvSpPr>
          <p:nvPr>
            <p:ph type="body" sz="quarter" idx="56" hasCustomPrompt="1"/>
          </p:nvPr>
        </p:nvSpPr>
        <p:spPr>
          <a:xfrm>
            <a:off x="3551447"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3" name="Content Placeholder 7">
            <a:extLst>
              <a:ext uri="{FF2B5EF4-FFF2-40B4-BE49-F238E27FC236}">
                <a16:creationId xmlns:a16="http://schemas.microsoft.com/office/drawing/2014/main" id="{579261AF-FE66-B839-170A-E33BD9074CED}"/>
              </a:ext>
            </a:extLst>
          </p:cNvPr>
          <p:cNvSpPr>
            <a:spLocks noGrp="1"/>
          </p:cNvSpPr>
          <p:nvPr>
            <p:ph sz="quarter" idx="57"/>
          </p:nvPr>
        </p:nvSpPr>
        <p:spPr>
          <a:xfrm>
            <a:off x="6263108" y="2973311"/>
            <a:ext cx="237744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6">
            <a:extLst>
              <a:ext uri="{FF2B5EF4-FFF2-40B4-BE49-F238E27FC236}">
                <a16:creationId xmlns:a16="http://schemas.microsoft.com/office/drawing/2014/main" id="{F2D62633-499A-0F22-73AA-1126FD9E1EA5}"/>
              </a:ext>
            </a:extLst>
          </p:cNvPr>
          <p:cNvSpPr>
            <a:spLocks noGrp="1"/>
          </p:cNvSpPr>
          <p:nvPr>
            <p:ph type="body" sz="quarter" idx="58" hasCustomPrompt="1"/>
          </p:nvPr>
        </p:nvSpPr>
        <p:spPr>
          <a:xfrm>
            <a:off x="6263108"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1" name="Content Placeholder 7">
            <a:extLst>
              <a:ext uri="{FF2B5EF4-FFF2-40B4-BE49-F238E27FC236}">
                <a16:creationId xmlns:a16="http://schemas.microsoft.com/office/drawing/2014/main" id="{707C57C3-F0DD-DC3E-D885-5D4825521040}"/>
              </a:ext>
            </a:extLst>
          </p:cNvPr>
          <p:cNvSpPr>
            <a:spLocks noGrp="1"/>
          </p:cNvSpPr>
          <p:nvPr>
            <p:ph sz="quarter" idx="59"/>
          </p:nvPr>
        </p:nvSpPr>
        <p:spPr>
          <a:xfrm>
            <a:off x="8974770" y="2973311"/>
            <a:ext cx="237744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6">
            <a:extLst>
              <a:ext uri="{FF2B5EF4-FFF2-40B4-BE49-F238E27FC236}">
                <a16:creationId xmlns:a16="http://schemas.microsoft.com/office/drawing/2014/main" id="{F769A465-C830-601E-4E74-9583FB4E8901}"/>
              </a:ext>
            </a:extLst>
          </p:cNvPr>
          <p:cNvSpPr>
            <a:spLocks noGrp="1"/>
          </p:cNvSpPr>
          <p:nvPr>
            <p:ph type="body" sz="quarter" idx="60" hasCustomPrompt="1"/>
          </p:nvPr>
        </p:nvSpPr>
        <p:spPr>
          <a:xfrm>
            <a:off x="8974770"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3" name="Text Placeholder 6">
            <a:extLst>
              <a:ext uri="{FF2B5EF4-FFF2-40B4-BE49-F238E27FC236}">
                <a16:creationId xmlns:a16="http://schemas.microsoft.com/office/drawing/2014/main" id="{F93E6C26-277F-7EE2-09AA-570FFE4CFD58}"/>
              </a:ext>
            </a:extLst>
          </p:cNvPr>
          <p:cNvSpPr>
            <a:spLocks noGrp="1"/>
          </p:cNvSpPr>
          <p:nvPr>
            <p:ph type="body" sz="quarter" idx="61" hasCustomPrompt="1"/>
          </p:nvPr>
        </p:nvSpPr>
        <p:spPr>
          <a:xfrm>
            <a:off x="839786" y="2344787"/>
            <a:ext cx="237744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4" name="Text Placeholder 6">
            <a:extLst>
              <a:ext uri="{FF2B5EF4-FFF2-40B4-BE49-F238E27FC236}">
                <a16:creationId xmlns:a16="http://schemas.microsoft.com/office/drawing/2014/main" id="{5BE5EB32-77D8-340C-C233-2790298D19FF}"/>
              </a:ext>
            </a:extLst>
          </p:cNvPr>
          <p:cNvSpPr>
            <a:spLocks noGrp="1"/>
          </p:cNvSpPr>
          <p:nvPr>
            <p:ph type="body" sz="quarter" idx="62" hasCustomPrompt="1"/>
          </p:nvPr>
        </p:nvSpPr>
        <p:spPr>
          <a:xfrm>
            <a:off x="3551447" y="2344787"/>
            <a:ext cx="237744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5" name="Text Placeholder 6">
            <a:extLst>
              <a:ext uri="{FF2B5EF4-FFF2-40B4-BE49-F238E27FC236}">
                <a16:creationId xmlns:a16="http://schemas.microsoft.com/office/drawing/2014/main" id="{F26A9BA2-4265-147C-C20D-07ADF2818323}"/>
              </a:ext>
            </a:extLst>
          </p:cNvPr>
          <p:cNvSpPr>
            <a:spLocks noGrp="1"/>
          </p:cNvSpPr>
          <p:nvPr>
            <p:ph type="body" sz="quarter" idx="63" hasCustomPrompt="1"/>
          </p:nvPr>
        </p:nvSpPr>
        <p:spPr>
          <a:xfrm>
            <a:off x="6263108" y="2344787"/>
            <a:ext cx="237744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6" name="Text Placeholder 6">
            <a:extLst>
              <a:ext uri="{FF2B5EF4-FFF2-40B4-BE49-F238E27FC236}">
                <a16:creationId xmlns:a16="http://schemas.microsoft.com/office/drawing/2014/main" id="{7E511664-07DC-05FD-3971-4BBA057E1FD1}"/>
              </a:ext>
            </a:extLst>
          </p:cNvPr>
          <p:cNvSpPr>
            <a:spLocks noGrp="1"/>
          </p:cNvSpPr>
          <p:nvPr>
            <p:ph type="body" sz="quarter" idx="64" hasCustomPrompt="1"/>
          </p:nvPr>
        </p:nvSpPr>
        <p:spPr>
          <a:xfrm>
            <a:off x="8974770" y="2344787"/>
            <a:ext cx="237744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7" name="Text Placeholder 3">
            <a:extLst>
              <a:ext uri="{FF2B5EF4-FFF2-40B4-BE49-F238E27FC236}">
                <a16:creationId xmlns:a16="http://schemas.microsoft.com/office/drawing/2014/main" id="{7624BE71-6287-A60C-D988-C20AC9B063D7}"/>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F2931273-47DE-96C9-3DDF-9A77544BE4B5}"/>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0" name="Slide Number Placeholder 5">
            <a:extLst>
              <a:ext uri="{FF2B5EF4-FFF2-40B4-BE49-F238E27FC236}">
                <a16:creationId xmlns:a16="http://schemas.microsoft.com/office/drawing/2014/main" id="{1A0E3C19-6E40-051C-78B5-E09ACF2BBD4B}"/>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6" name="Slide Number Placeholder 5">
            <a:extLst>
              <a:ext uri="{FF2B5EF4-FFF2-40B4-BE49-F238E27FC236}">
                <a16:creationId xmlns:a16="http://schemas.microsoft.com/office/drawing/2014/main" id="{F89831FF-0063-0222-85EF-7D3B92F1068D}"/>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7" name="Slide Number Placeholder 5">
            <a:extLst>
              <a:ext uri="{FF2B5EF4-FFF2-40B4-BE49-F238E27FC236}">
                <a16:creationId xmlns:a16="http://schemas.microsoft.com/office/drawing/2014/main" id="{89CA085E-6DED-2B70-7AAF-83E3D9355083}"/>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447137075"/>
      </p:ext>
    </p:extLst>
  </p:cSld>
  <p:clrMapOvr>
    <a:masterClrMapping/>
  </p:clrMapOvr>
  <p:hf sldNum="0" hdr="0" ft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 x content (w/ line and blue background)">
    <p:spTree>
      <p:nvGrpSpPr>
        <p:cNvPr id="1" name=""/>
        <p:cNvGrpSpPr/>
        <p:nvPr/>
      </p:nvGrpSpPr>
      <p:grpSpPr>
        <a:xfrm>
          <a:off x="0" y="0"/>
          <a:ext cx="0" cy="0"/>
          <a:chOff x="0" y="0"/>
          <a:chExt cx="0" cy="0"/>
        </a:xfrm>
      </p:grpSpPr>
      <p:pic>
        <p:nvPicPr>
          <p:cNvPr id="22" name="Picture 21" descr="A blue and white gradient&#10;&#10;Description automatically generated">
            <a:extLst>
              <a:ext uri="{FF2B5EF4-FFF2-40B4-BE49-F238E27FC236}">
                <a16:creationId xmlns:a16="http://schemas.microsoft.com/office/drawing/2014/main" id="{6BD13FB2-FD34-2685-BC51-899FC8D55645}"/>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3" name="Content Placeholder 7">
            <a:extLst>
              <a:ext uri="{FF2B5EF4-FFF2-40B4-BE49-F238E27FC236}">
                <a16:creationId xmlns:a16="http://schemas.microsoft.com/office/drawing/2014/main" id="{7A8F7CDF-5D63-DB94-497D-BB622CE0EBF9}"/>
              </a:ext>
            </a:extLst>
          </p:cNvPr>
          <p:cNvSpPr>
            <a:spLocks noGrp="1"/>
          </p:cNvSpPr>
          <p:nvPr>
            <p:ph sz="quarter" idx="22"/>
          </p:nvPr>
        </p:nvSpPr>
        <p:spPr>
          <a:xfrm>
            <a:off x="839786"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id="{0971E8B1-23D4-CE4E-B4D7-118633B91412}"/>
              </a:ext>
            </a:extLst>
          </p:cNvPr>
          <p:cNvSpPr>
            <a:spLocks noGrp="1"/>
          </p:cNvSpPr>
          <p:nvPr>
            <p:ph type="body" sz="quarter" idx="42" hasCustomPrompt="1"/>
          </p:nvPr>
        </p:nvSpPr>
        <p:spPr>
          <a:xfrm>
            <a:off x="839786"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7" name="Content Placeholder 7">
            <a:extLst>
              <a:ext uri="{FF2B5EF4-FFF2-40B4-BE49-F238E27FC236}">
                <a16:creationId xmlns:a16="http://schemas.microsoft.com/office/drawing/2014/main" id="{3E194745-2C4C-DB4C-A07D-22DF12EF84D2}"/>
              </a:ext>
            </a:extLst>
          </p:cNvPr>
          <p:cNvSpPr>
            <a:spLocks noGrp="1"/>
          </p:cNvSpPr>
          <p:nvPr>
            <p:ph sz="quarter" idx="55"/>
          </p:nvPr>
        </p:nvSpPr>
        <p:spPr>
          <a:xfrm>
            <a:off x="2976402"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F04F045F-02BF-037B-EFDC-66317AC28990}"/>
              </a:ext>
            </a:extLst>
          </p:cNvPr>
          <p:cNvSpPr>
            <a:spLocks noGrp="1"/>
          </p:cNvSpPr>
          <p:nvPr>
            <p:ph type="body" sz="quarter" idx="56" hasCustomPrompt="1"/>
          </p:nvPr>
        </p:nvSpPr>
        <p:spPr>
          <a:xfrm>
            <a:off x="2976402"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64F5763E-BCDC-195E-E423-66FDE6E9E612}"/>
              </a:ext>
            </a:extLst>
          </p:cNvPr>
          <p:cNvSpPr>
            <a:spLocks noGrp="1"/>
          </p:cNvSpPr>
          <p:nvPr>
            <p:ph sz="quarter" idx="57"/>
          </p:nvPr>
        </p:nvSpPr>
        <p:spPr>
          <a:xfrm>
            <a:off x="5113018"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3CD5621A-2A8A-AC8E-BB9A-2559E28AC377}"/>
              </a:ext>
            </a:extLst>
          </p:cNvPr>
          <p:cNvSpPr>
            <a:spLocks noGrp="1"/>
          </p:cNvSpPr>
          <p:nvPr>
            <p:ph type="body" sz="quarter" idx="58" hasCustomPrompt="1"/>
          </p:nvPr>
        </p:nvSpPr>
        <p:spPr>
          <a:xfrm>
            <a:off x="5113018"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7" name="Content Placeholder 7">
            <a:extLst>
              <a:ext uri="{FF2B5EF4-FFF2-40B4-BE49-F238E27FC236}">
                <a16:creationId xmlns:a16="http://schemas.microsoft.com/office/drawing/2014/main" id="{5B9A5E60-0360-F87F-508C-CE08DBC9DBA3}"/>
              </a:ext>
            </a:extLst>
          </p:cNvPr>
          <p:cNvSpPr>
            <a:spLocks noGrp="1"/>
          </p:cNvSpPr>
          <p:nvPr>
            <p:ph sz="quarter" idx="59"/>
          </p:nvPr>
        </p:nvSpPr>
        <p:spPr>
          <a:xfrm>
            <a:off x="7249634"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6">
            <a:extLst>
              <a:ext uri="{FF2B5EF4-FFF2-40B4-BE49-F238E27FC236}">
                <a16:creationId xmlns:a16="http://schemas.microsoft.com/office/drawing/2014/main" id="{EAB13923-BEDE-8B47-A4E8-A0A13D28AFC3}"/>
              </a:ext>
            </a:extLst>
          </p:cNvPr>
          <p:cNvSpPr>
            <a:spLocks noGrp="1"/>
          </p:cNvSpPr>
          <p:nvPr>
            <p:ph type="body" sz="quarter" idx="60" hasCustomPrompt="1"/>
          </p:nvPr>
        </p:nvSpPr>
        <p:spPr>
          <a:xfrm>
            <a:off x="7249634"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0" name="Text Placeholder 6">
            <a:extLst>
              <a:ext uri="{FF2B5EF4-FFF2-40B4-BE49-F238E27FC236}">
                <a16:creationId xmlns:a16="http://schemas.microsoft.com/office/drawing/2014/main" id="{EE8A1B01-1782-9FAA-886F-722CEECA8343}"/>
              </a:ext>
            </a:extLst>
          </p:cNvPr>
          <p:cNvSpPr>
            <a:spLocks noGrp="1"/>
          </p:cNvSpPr>
          <p:nvPr>
            <p:ph type="body" sz="quarter" idx="61" hasCustomPrompt="1"/>
          </p:nvPr>
        </p:nvSpPr>
        <p:spPr>
          <a:xfrm>
            <a:off x="839786"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7" name="Text Placeholder 6">
            <a:extLst>
              <a:ext uri="{FF2B5EF4-FFF2-40B4-BE49-F238E27FC236}">
                <a16:creationId xmlns:a16="http://schemas.microsoft.com/office/drawing/2014/main" id="{BD07E14D-F68A-02C7-7130-0E111C4631CF}"/>
              </a:ext>
            </a:extLst>
          </p:cNvPr>
          <p:cNvSpPr>
            <a:spLocks noGrp="1"/>
          </p:cNvSpPr>
          <p:nvPr>
            <p:ph type="body" sz="quarter" idx="62" hasCustomPrompt="1"/>
          </p:nvPr>
        </p:nvSpPr>
        <p:spPr>
          <a:xfrm>
            <a:off x="2976402"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8" name="Text Placeholder 6">
            <a:extLst>
              <a:ext uri="{FF2B5EF4-FFF2-40B4-BE49-F238E27FC236}">
                <a16:creationId xmlns:a16="http://schemas.microsoft.com/office/drawing/2014/main" id="{BE85334F-769D-3379-4477-99F395EF9679}"/>
              </a:ext>
            </a:extLst>
          </p:cNvPr>
          <p:cNvSpPr>
            <a:spLocks noGrp="1"/>
          </p:cNvSpPr>
          <p:nvPr>
            <p:ph type="body" sz="quarter" idx="63" hasCustomPrompt="1"/>
          </p:nvPr>
        </p:nvSpPr>
        <p:spPr>
          <a:xfrm>
            <a:off x="5113018"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9" name="Text Placeholder 6">
            <a:extLst>
              <a:ext uri="{FF2B5EF4-FFF2-40B4-BE49-F238E27FC236}">
                <a16:creationId xmlns:a16="http://schemas.microsoft.com/office/drawing/2014/main" id="{9AAAD40C-74DE-8FBB-4D8D-392ECA252E39}"/>
              </a:ext>
            </a:extLst>
          </p:cNvPr>
          <p:cNvSpPr>
            <a:spLocks noGrp="1"/>
          </p:cNvSpPr>
          <p:nvPr>
            <p:ph type="body" sz="quarter" idx="64" hasCustomPrompt="1"/>
          </p:nvPr>
        </p:nvSpPr>
        <p:spPr>
          <a:xfrm>
            <a:off x="7249634"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30" name="Content Placeholder 7">
            <a:extLst>
              <a:ext uri="{FF2B5EF4-FFF2-40B4-BE49-F238E27FC236}">
                <a16:creationId xmlns:a16="http://schemas.microsoft.com/office/drawing/2014/main" id="{CFCAF4A0-265F-6D40-06FB-0C257FBD0486}"/>
              </a:ext>
            </a:extLst>
          </p:cNvPr>
          <p:cNvSpPr>
            <a:spLocks noGrp="1"/>
          </p:cNvSpPr>
          <p:nvPr>
            <p:ph sz="quarter" idx="65"/>
          </p:nvPr>
        </p:nvSpPr>
        <p:spPr>
          <a:xfrm>
            <a:off x="9386250"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Text Placeholder 6">
            <a:extLst>
              <a:ext uri="{FF2B5EF4-FFF2-40B4-BE49-F238E27FC236}">
                <a16:creationId xmlns:a16="http://schemas.microsoft.com/office/drawing/2014/main" id="{E24F9FFB-0607-59A8-F7B6-8EDF13F3A3CC}"/>
              </a:ext>
            </a:extLst>
          </p:cNvPr>
          <p:cNvSpPr>
            <a:spLocks noGrp="1"/>
          </p:cNvSpPr>
          <p:nvPr>
            <p:ph type="body" sz="quarter" idx="66" hasCustomPrompt="1"/>
          </p:nvPr>
        </p:nvSpPr>
        <p:spPr>
          <a:xfrm>
            <a:off x="9386250"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32" name="Text Placeholder 6">
            <a:extLst>
              <a:ext uri="{FF2B5EF4-FFF2-40B4-BE49-F238E27FC236}">
                <a16:creationId xmlns:a16="http://schemas.microsoft.com/office/drawing/2014/main" id="{99533431-A329-4CC1-72E1-8580E35364F5}"/>
              </a:ext>
            </a:extLst>
          </p:cNvPr>
          <p:cNvSpPr>
            <a:spLocks noGrp="1"/>
          </p:cNvSpPr>
          <p:nvPr>
            <p:ph type="body" sz="quarter" idx="67" hasCustomPrompt="1"/>
          </p:nvPr>
        </p:nvSpPr>
        <p:spPr>
          <a:xfrm>
            <a:off x="9386250"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11" name="Text Placeholder 3">
            <a:extLst>
              <a:ext uri="{FF2B5EF4-FFF2-40B4-BE49-F238E27FC236}">
                <a16:creationId xmlns:a16="http://schemas.microsoft.com/office/drawing/2014/main" id="{C633949E-3113-4194-CECB-53F3F51CCDB1}"/>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2" name="Text Placeholder 3">
            <a:extLst>
              <a:ext uri="{FF2B5EF4-FFF2-40B4-BE49-F238E27FC236}">
                <a16:creationId xmlns:a16="http://schemas.microsoft.com/office/drawing/2014/main" id="{6B589A52-11EF-1998-F9F2-F06908191469}"/>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3" name="Slide Number Placeholder 5">
            <a:extLst>
              <a:ext uri="{FF2B5EF4-FFF2-40B4-BE49-F238E27FC236}">
                <a16:creationId xmlns:a16="http://schemas.microsoft.com/office/drawing/2014/main" id="{F8913688-167D-1B9C-6359-59042251DAB0}"/>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5" name="Slide Number Placeholder 5">
            <a:extLst>
              <a:ext uri="{FF2B5EF4-FFF2-40B4-BE49-F238E27FC236}">
                <a16:creationId xmlns:a16="http://schemas.microsoft.com/office/drawing/2014/main" id="{07A1B5EA-221E-B637-C689-6175DE556604}"/>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21" name="Slide Number Placeholder 5">
            <a:extLst>
              <a:ext uri="{FF2B5EF4-FFF2-40B4-BE49-F238E27FC236}">
                <a16:creationId xmlns:a16="http://schemas.microsoft.com/office/drawing/2014/main" id="{7703BC7F-38BA-2002-4014-34968C93ECDA}"/>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499264713"/>
      </p:ext>
    </p:extLst>
  </p:cSld>
  <p:clrMapOvr>
    <a:masterClrMapping/>
  </p:clrMapOvr>
  <p:hf sldNum="0" hdr="0" ft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and Content in black background">
    <p:bg>
      <p:bgPr>
        <a:solidFill>
          <a:schemeClr val="tx1"/>
        </a:solidFill>
        <a:effectLst/>
      </p:bgPr>
    </p:bg>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10512788" cy="4334218"/>
          </a:xfrm>
          <a:prstGeom prst="rect">
            <a:avLst/>
          </a:prstGeom>
        </p:spPr>
        <p:txBody>
          <a:bodyPr/>
          <a:lstStyle>
            <a:lvl1pP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10512788" cy="166199"/>
          </a:xfrm>
          <a:prstGeom prst="rect">
            <a:avLst/>
          </a:prstGeom>
        </p:spPr>
        <p:txBody>
          <a:bodyPr wrap="square" tIns="0" anchor="t">
            <a:spAutoFit/>
          </a:bodyPr>
          <a:lstStyle>
            <a:lvl1pPr marL="0" indent="0">
              <a:buNone/>
              <a:defRPr sz="1200" b="1" cap="none" baseline="0">
                <a:solidFill>
                  <a:schemeClr val="bg1"/>
                </a:solidFill>
              </a:defRPr>
            </a:lvl1pPr>
          </a:lstStyle>
          <a:p>
            <a:pPr lvl="0"/>
            <a:r>
              <a:rPr lang="en-US"/>
              <a:t>CLICK TO ADD TEXT</a:t>
            </a:r>
          </a:p>
        </p:txBody>
      </p:sp>
      <p:sp>
        <p:nvSpPr>
          <p:cNvPr id="2" name="Text Placeholder 3">
            <a:extLst>
              <a:ext uri="{FF2B5EF4-FFF2-40B4-BE49-F238E27FC236}">
                <a16:creationId xmlns:a16="http://schemas.microsoft.com/office/drawing/2014/main" id="{14A9868D-3695-96B5-3EFE-DD1AEA3A7BDE}"/>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bg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3" name="Text Placeholder 3">
            <a:extLst>
              <a:ext uri="{FF2B5EF4-FFF2-40B4-BE49-F238E27FC236}">
                <a16:creationId xmlns:a16="http://schemas.microsoft.com/office/drawing/2014/main" id="{D57088DD-238A-AA44-097E-22BABB028172}"/>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bg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pic>
        <p:nvPicPr>
          <p:cNvPr id="5" name="Graphic 4">
            <a:extLst>
              <a:ext uri="{FF2B5EF4-FFF2-40B4-BE49-F238E27FC236}">
                <a16:creationId xmlns:a16="http://schemas.microsoft.com/office/drawing/2014/main" id="{C0F6626B-F1E3-77BC-3D18-3473592C9E2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9788" y="6323831"/>
            <a:ext cx="1149756" cy="228489"/>
          </a:xfrm>
          <a:prstGeom prst="rect">
            <a:avLst/>
          </a:prstGeom>
        </p:spPr>
      </p:pic>
      <p:sp>
        <p:nvSpPr>
          <p:cNvPr id="6" name="Slide Number Placeholder 5">
            <a:extLst>
              <a:ext uri="{FF2B5EF4-FFF2-40B4-BE49-F238E27FC236}">
                <a16:creationId xmlns:a16="http://schemas.microsoft.com/office/drawing/2014/main" id="{5FC4C025-2653-02B2-D12E-9CFB7AEEDF87}"/>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bg1"/>
                </a:solidFill>
              </a:rPr>
              <a:pPr/>
              <a:t>‹#›</a:t>
            </a:fld>
            <a:endParaRPr lang="en-US">
              <a:solidFill>
                <a:schemeClr val="bg1"/>
              </a:solidFill>
            </a:endParaRPr>
          </a:p>
        </p:txBody>
      </p:sp>
      <p:sp>
        <p:nvSpPr>
          <p:cNvPr id="7" name="Slide Number Placeholder 5">
            <a:extLst>
              <a:ext uri="{FF2B5EF4-FFF2-40B4-BE49-F238E27FC236}">
                <a16:creationId xmlns:a16="http://schemas.microsoft.com/office/drawing/2014/main" id="{154C61E4-7DDB-5432-0FC4-E8881ED6D4B6}"/>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bg1"/>
                </a:solidFill>
              </a:defRPr>
            </a:lvl1pPr>
          </a:lstStyle>
          <a:p>
            <a:fld id="{5EA29875-719B-4A39-A51C-7BDD87443D68}" type="slidenum">
              <a:rPr lang="en-US" smtClean="0"/>
              <a:pPr/>
              <a:t>‹#›</a:t>
            </a:fld>
            <a:endParaRPr lang="en-US"/>
          </a:p>
        </p:txBody>
      </p:sp>
      <p:sp>
        <p:nvSpPr>
          <p:cNvPr id="9" name="Slide Number Placeholder 5">
            <a:extLst>
              <a:ext uri="{FF2B5EF4-FFF2-40B4-BE49-F238E27FC236}">
                <a16:creationId xmlns:a16="http://schemas.microsoft.com/office/drawing/2014/main" id="{E37CE04A-9223-07BB-3DFB-2459B6EC5D58}"/>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bg1"/>
                </a:solidFill>
              </a:rPr>
              <a:pPr/>
              <a:t>‹#›</a:t>
            </a:fld>
            <a:endParaRPr lang="en-US">
              <a:solidFill>
                <a:schemeClr val="bg1"/>
              </a:solidFill>
            </a:endParaRPr>
          </a:p>
        </p:txBody>
      </p:sp>
    </p:spTree>
    <p:extLst>
      <p:ext uri="{BB962C8B-B14F-4D97-AF65-F5344CB8AC3E}">
        <p14:creationId xmlns:p14="http://schemas.microsoft.com/office/powerpoint/2010/main" val="2822030381"/>
      </p:ext>
    </p:extLst>
  </p:cSld>
  <p:clrMapOvr>
    <a:masterClrMapping/>
  </p:clrMapOvr>
  <p:hf sldNum="0" hdr="0" ftr="0" dt="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9527C44E-2047-D236-B458-7400DD11C0FB}"/>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7" name="Text Placeholder 3">
            <a:extLst>
              <a:ext uri="{FF2B5EF4-FFF2-40B4-BE49-F238E27FC236}">
                <a16:creationId xmlns:a16="http://schemas.microsoft.com/office/drawing/2014/main" id="{6ECC1B14-0CBD-39B8-6381-424A397FEBB4}"/>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3088903416"/>
      </p:ext>
    </p:extLst>
  </p:cSld>
  <p:clrMapOvr>
    <a:masterClrMapping/>
  </p:clrMapOvr>
  <p:hf sldNum="0" hdr="0" ft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5007658"/>
      </p:ext>
    </p:extLst>
  </p:cSld>
  <p:clrMapOvr>
    <a:masterClrMapping/>
  </p:clrMapOvr>
  <p:hf sldNum="0" hdr="0" ftr="0" dt="0"/>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icture (large) right">
    <p:spTree>
      <p:nvGrpSpPr>
        <p:cNvPr id="1" name=""/>
        <p:cNvGrpSpPr/>
        <p:nvPr/>
      </p:nvGrpSpPr>
      <p:grpSpPr>
        <a:xfrm>
          <a:off x="0" y="0"/>
          <a:ext cx="0" cy="0"/>
          <a:chOff x="0" y="0"/>
          <a:chExt cx="0" cy="0"/>
        </a:xfrm>
      </p:grpSpPr>
      <p:sp>
        <p:nvSpPr>
          <p:cNvPr id="5" name="Picture Placeholder 28">
            <a:extLst>
              <a:ext uri="{FF2B5EF4-FFF2-40B4-BE49-F238E27FC236}">
                <a16:creationId xmlns:a16="http://schemas.microsoft.com/office/drawing/2014/main" id="{237F5FB1-FF85-B9CA-EDD6-CE940434FF04}"/>
              </a:ext>
            </a:extLst>
          </p:cNvPr>
          <p:cNvSpPr>
            <a:spLocks noGrp="1"/>
          </p:cNvSpPr>
          <p:nvPr>
            <p:ph type="pic" sz="quarter" idx="31" hasCustomPrompt="1"/>
          </p:nvPr>
        </p:nvSpPr>
        <p:spPr>
          <a:xfrm>
            <a:off x="7089648" y="0"/>
            <a:ext cx="5102352" cy="6858000"/>
          </a:xfrm>
          <a:prstGeom prst="rect">
            <a:avLst/>
          </a:prstGeom>
          <a:solidFill>
            <a:srgbClr val="D5D5D5"/>
          </a:solidFill>
        </p:spPr>
        <p:txBody>
          <a:bodyPr tIns="2412000"/>
          <a:lstStyle>
            <a:lvl1pPr marL="0" indent="0" algn="ctr">
              <a:lnSpc>
                <a:spcPct val="100000"/>
              </a:lnSpc>
              <a:spcBef>
                <a:spcPts val="0"/>
              </a:spcBef>
              <a:buNone/>
              <a:defRPr>
                <a:solidFill>
                  <a:schemeClr val="tx1"/>
                </a:solidFill>
              </a:defRPr>
            </a:lvl1pPr>
          </a:lstStyle>
          <a:p>
            <a:r>
              <a:rPr lang="en-US"/>
              <a:t>CLICK ICON </a:t>
            </a:r>
            <a:br>
              <a:rPr lang="en-US"/>
            </a:br>
            <a:r>
              <a:rPr lang="en-US"/>
              <a:t>to insert a picture</a:t>
            </a:r>
          </a:p>
        </p:txBody>
      </p:sp>
      <p:sp>
        <p:nvSpPr>
          <p:cNvPr id="14" name="Content Placeholder 7">
            <a:extLst>
              <a:ext uri="{FF2B5EF4-FFF2-40B4-BE49-F238E27FC236}">
                <a16:creationId xmlns:a16="http://schemas.microsoft.com/office/drawing/2014/main" id="{E7ED9563-55C1-93FA-3535-6CB203959771}"/>
              </a:ext>
            </a:extLst>
          </p:cNvPr>
          <p:cNvSpPr>
            <a:spLocks noGrp="1"/>
          </p:cNvSpPr>
          <p:nvPr>
            <p:ph sz="quarter" idx="22"/>
          </p:nvPr>
        </p:nvSpPr>
        <p:spPr>
          <a:xfrm>
            <a:off x="839786" y="1850682"/>
            <a:ext cx="582771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6">
            <a:extLst>
              <a:ext uri="{FF2B5EF4-FFF2-40B4-BE49-F238E27FC236}">
                <a16:creationId xmlns:a16="http://schemas.microsoft.com/office/drawing/2014/main" id="{1CFDB3A6-C411-0F13-83B5-1BFABDC20F41}"/>
              </a:ext>
            </a:extLst>
          </p:cNvPr>
          <p:cNvSpPr>
            <a:spLocks noGrp="1"/>
          </p:cNvSpPr>
          <p:nvPr>
            <p:ph type="body" sz="quarter" idx="42" hasCustomPrompt="1"/>
          </p:nvPr>
        </p:nvSpPr>
        <p:spPr>
          <a:xfrm>
            <a:off x="839786" y="1608869"/>
            <a:ext cx="5827714"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4" name="Text Placeholder 3">
            <a:extLst>
              <a:ext uri="{FF2B5EF4-FFF2-40B4-BE49-F238E27FC236}">
                <a16:creationId xmlns:a16="http://schemas.microsoft.com/office/drawing/2014/main" id="{D604D9E5-0B5F-DC52-C3D1-6FBDFA98C5E2}"/>
              </a:ext>
            </a:extLst>
          </p:cNvPr>
          <p:cNvSpPr>
            <a:spLocks noGrp="1"/>
          </p:cNvSpPr>
          <p:nvPr>
            <p:ph type="body" sz="quarter" idx="146" hasCustomPrompt="1"/>
          </p:nvPr>
        </p:nvSpPr>
        <p:spPr>
          <a:xfrm>
            <a:off x="839787" y="269874"/>
            <a:ext cx="5824728"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6" name="Text Placeholder 3">
            <a:extLst>
              <a:ext uri="{FF2B5EF4-FFF2-40B4-BE49-F238E27FC236}">
                <a16:creationId xmlns:a16="http://schemas.microsoft.com/office/drawing/2014/main" id="{64234410-7C01-D89F-44F0-EDD29D99B59D}"/>
              </a:ext>
            </a:extLst>
          </p:cNvPr>
          <p:cNvSpPr>
            <a:spLocks noGrp="1"/>
          </p:cNvSpPr>
          <p:nvPr>
            <p:ph type="body" sz="quarter" idx="147" hasCustomPrompt="1"/>
          </p:nvPr>
        </p:nvSpPr>
        <p:spPr>
          <a:xfrm>
            <a:off x="839787" y="1162440"/>
            <a:ext cx="5824728"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158761160"/>
      </p:ext>
    </p:extLst>
  </p:cSld>
  <p:clrMapOvr>
    <a:masterClrMapping/>
  </p:clrMapOvr>
  <p:hf sldNum="0" hdr="0" ftr="0" dt="0"/>
  <p:extLst>
    <p:ext uri="{DCECCB84-F9BA-43D5-87BE-67443E8EF086}">
      <p15:sldGuideLst xmlns:p15="http://schemas.microsoft.com/office/powerpoint/2012/main">
        <p15:guide id="2" pos="4203">
          <p15:clr>
            <a:srgbClr val="FBAE40"/>
          </p15:clr>
        </p15:guide>
        <p15:guide id="3" pos="4465">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icture (large) left">
    <p:spTree>
      <p:nvGrpSpPr>
        <p:cNvPr id="1" name=""/>
        <p:cNvGrpSpPr/>
        <p:nvPr/>
      </p:nvGrpSpPr>
      <p:grpSpPr>
        <a:xfrm>
          <a:off x="0" y="0"/>
          <a:ext cx="0" cy="0"/>
          <a:chOff x="0" y="0"/>
          <a:chExt cx="0" cy="0"/>
        </a:xfrm>
      </p:grpSpPr>
      <p:sp>
        <p:nvSpPr>
          <p:cNvPr id="5" name="Picture Placeholder 28">
            <a:extLst>
              <a:ext uri="{FF2B5EF4-FFF2-40B4-BE49-F238E27FC236}">
                <a16:creationId xmlns:a16="http://schemas.microsoft.com/office/drawing/2014/main" id="{237F5FB1-FF85-B9CA-EDD6-CE940434FF04}"/>
              </a:ext>
            </a:extLst>
          </p:cNvPr>
          <p:cNvSpPr>
            <a:spLocks noGrp="1"/>
          </p:cNvSpPr>
          <p:nvPr>
            <p:ph type="pic" sz="quarter" idx="31" hasCustomPrompt="1"/>
          </p:nvPr>
        </p:nvSpPr>
        <p:spPr>
          <a:xfrm>
            <a:off x="0" y="0"/>
            <a:ext cx="5102352" cy="6858000"/>
          </a:xfrm>
          <a:prstGeom prst="rect">
            <a:avLst/>
          </a:prstGeom>
          <a:solidFill>
            <a:srgbClr val="D5D5D5"/>
          </a:solidFill>
        </p:spPr>
        <p:txBody>
          <a:bodyPr tIns="2412000"/>
          <a:lstStyle>
            <a:lvl1pPr marL="0" indent="0" algn="ctr">
              <a:lnSpc>
                <a:spcPct val="100000"/>
              </a:lnSpc>
              <a:spcBef>
                <a:spcPts val="0"/>
              </a:spcBef>
              <a:buNone/>
              <a:defRPr>
                <a:solidFill>
                  <a:schemeClr val="tx1"/>
                </a:solidFill>
              </a:defRPr>
            </a:lvl1pPr>
          </a:lstStyle>
          <a:p>
            <a:r>
              <a:rPr lang="en-US"/>
              <a:t>CLICK ICON </a:t>
            </a:r>
            <a:br>
              <a:rPr lang="en-US"/>
            </a:br>
            <a:r>
              <a:rPr lang="en-US"/>
              <a:t>to insert a picture</a:t>
            </a:r>
          </a:p>
        </p:txBody>
      </p:sp>
      <p:sp>
        <p:nvSpPr>
          <p:cNvPr id="14" name="Content Placeholder 7">
            <a:extLst>
              <a:ext uri="{FF2B5EF4-FFF2-40B4-BE49-F238E27FC236}">
                <a16:creationId xmlns:a16="http://schemas.microsoft.com/office/drawing/2014/main" id="{E7ED9563-55C1-93FA-3535-6CB203959771}"/>
              </a:ext>
            </a:extLst>
          </p:cNvPr>
          <p:cNvSpPr>
            <a:spLocks noGrp="1"/>
          </p:cNvSpPr>
          <p:nvPr>
            <p:ph sz="quarter" idx="22"/>
          </p:nvPr>
        </p:nvSpPr>
        <p:spPr>
          <a:xfrm>
            <a:off x="5526086" y="1850682"/>
            <a:ext cx="582771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6">
            <a:extLst>
              <a:ext uri="{FF2B5EF4-FFF2-40B4-BE49-F238E27FC236}">
                <a16:creationId xmlns:a16="http://schemas.microsoft.com/office/drawing/2014/main" id="{1CFDB3A6-C411-0F13-83B5-1BFABDC20F41}"/>
              </a:ext>
            </a:extLst>
          </p:cNvPr>
          <p:cNvSpPr>
            <a:spLocks noGrp="1"/>
          </p:cNvSpPr>
          <p:nvPr>
            <p:ph type="body" sz="quarter" idx="42" hasCustomPrompt="1"/>
          </p:nvPr>
        </p:nvSpPr>
        <p:spPr>
          <a:xfrm>
            <a:off x="5526086" y="1608869"/>
            <a:ext cx="5827714"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2" name="Graphic 1">
            <a:extLst>
              <a:ext uri="{FF2B5EF4-FFF2-40B4-BE49-F238E27FC236}">
                <a16:creationId xmlns:a16="http://schemas.microsoft.com/office/drawing/2014/main" id="{BD3AB349-A30E-7391-EE92-54EE6EE5E98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04044" y="6323831"/>
            <a:ext cx="1149756" cy="228489"/>
          </a:xfrm>
          <a:prstGeom prst="rect">
            <a:avLst/>
          </a:prstGeom>
        </p:spPr>
      </p:pic>
      <p:sp>
        <p:nvSpPr>
          <p:cNvPr id="6" name="Text Placeholder 3">
            <a:extLst>
              <a:ext uri="{FF2B5EF4-FFF2-40B4-BE49-F238E27FC236}">
                <a16:creationId xmlns:a16="http://schemas.microsoft.com/office/drawing/2014/main" id="{2D33C56A-0EA6-F211-863A-1A46664128A0}"/>
              </a:ext>
            </a:extLst>
          </p:cNvPr>
          <p:cNvSpPr>
            <a:spLocks noGrp="1"/>
          </p:cNvSpPr>
          <p:nvPr>
            <p:ph type="body" sz="quarter" idx="146" hasCustomPrompt="1"/>
          </p:nvPr>
        </p:nvSpPr>
        <p:spPr>
          <a:xfrm>
            <a:off x="5528562" y="269874"/>
            <a:ext cx="5824728"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7" name="Text Placeholder 3">
            <a:extLst>
              <a:ext uri="{FF2B5EF4-FFF2-40B4-BE49-F238E27FC236}">
                <a16:creationId xmlns:a16="http://schemas.microsoft.com/office/drawing/2014/main" id="{AF82D212-E95A-E457-0A63-7CD47016EF48}"/>
              </a:ext>
            </a:extLst>
          </p:cNvPr>
          <p:cNvSpPr>
            <a:spLocks noGrp="1"/>
          </p:cNvSpPr>
          <p:nvPr>
            <p:ph type="body" sz="quarter" idx="147" hasCustomPrompt="1"/>
          </p:nvPr>
        </p:nvSpPr>
        <p:spPr>
          <a:xfrm>
            <a:off x="5528562" y="1162440"/>
            <a:ext cx="5824728"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480389804"/>
      </p:ext>
    </p:extLst>
  </p:cSld>
  <p:clrMapOvr>
    <a:masterClrMapping/>
  </p:clrMapOvr>
  <p:hf sldNum="0" hdr="0" ftr="0" dt="0"/>
  <p:extLst>
    <p:ext uri="{DCECCB84-F9BA-43D5-87BE-67443E8EF086}">
      <p15:sldGuideLst xmlns:p15="http://schemas.microsoft.com/office/powerpoint/2012/main">
        <p15:guide id="2" pos="4203">
          <p15:clr>
            <a:srgbClr val="FBAE40"/>
          </p15:clr>
        </p15:guide>
        <p15:guide id="3" pos="4465">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icture (small) right">
    <p:spTree>
      <p:nvGrpSpPr>
        <p:cNvPr id="1" name=""/>
        <p:cNvGrpSpPr/>
        <p:nvPr/>
      </p:nvGrpSpPr>
      <p:grpSpPr>
        <a:xfrm>
          <a:off x="0" y="0"/>
          <a:ext cx="0" cy="0"/>
          <a:chOff x="0" y="0"/>
          <a:chExt cx="0" cy="0"/>
        </a:xfrm>
      </p:grpSpPr>
      <p:sp>
        <p:nvSpPr>
          <p:cNvPr id="5" name="Picture Placeholder 28">
            <a:extLst>
              <a:ext uri="{FF2B5EF4-FFF2-40B4-BE49-F238E27FC236}">
                <a16:creationId xmlns:a16="http://schemas.microsoft.com/office/drawing/2014/main" id="{237F5FB1-FF85-B9CA-EDD6-CE940434FF04}"/>
              </a:ext>
            </a:extLst>
          </p:cNvPr>
          <p:cNvSpPr>
            <a:spLocks noGrp="1"/>
          </p:cNvSpPr>
          <p:nvPr>
            <p:ph type="pic" sz="quarter" idx="31" hasCustomPrompt="1"/>
          </p:nvPr>
        </p:nvSpPr>
        <p:spPr>
          <a:xfrm>
            <a:off x="8605222" y="0"/>
            <a:ext cx="3586777" cy="6857999"/>
          </a:xfrm>
          <a:prstGeom prst="rect">
            <a:avLst/>
          </a:prstGeom>
          <a:solidFill>
            <a:srgbClr val="D5D5D5"/>
          </a:solidFill>
        </p:spPr>
        <p:txBody>
          <a:bodyPr tIns="2412000"/>
          <a:lstStyle>
            <a:lvl1pPr marL="0" indent="0" algn="ctr">
              <a:lnSpc>
                <a:spcPct val="100000"/>
              </a:lnSpc>
              <a:spcBef>
                <a:spcPts val="0"/>
              </a:spcBef>
              <a:spcAft>
                <a:spcPts val="0"/>
              </a:spcAft>
              <a:buNone/>
              <a:defRPr>
                <a:solidFill>
                  <a:schemeClr val="tx1"/>
                </a:solidFill>
              </a:defRPr>
            </a:lvl1pPr>
          </a:lstStyle>
          <a:p>
            <a:r>
              <a:rPr lang="en-US"/>
              <a:t>CLICK ICON </a:t>
            </a:r>
            <a:br>
              <a:rPr lang="en-US"/>
            </a:br>
            <a:r>
              <a:rPr lang="en-US"/>
              <a:t>to insert a picture</a:t>
            </a:r>
          </a:p>
        </p:txBody>
      </p:sp>
      <p:sp>
        <p:nvSpPr>
          <p:cNvPr id="12" name="Content Placeholder 7">
            <a:extLst>
              <a:ext uri="{FF2B5EF4-FFF2-40B4-BE49-F238E27FC236}">
                <a16:creationId xmlns:a16="http://schemas.microsoft.com/office/drawing/2014/main" id="{936F5F2C-7AC4-D20C-0F56-57FE683DC7FA}"/>
              </a:ext>
            </a:extLst>
          </p:cNvPr>
          <p:cNvSpPr>
            <a:spLocks noGrp="1"/>
          </p:cNvSpPr>
          <p:nvPr>
            <p:ph sz="quarter" idx="22"/>
          </p:nvPr>
        </p:nvSpPr>
        <p:spPr>
          <a:xfrm>
            <a:off x="839786" y="1850682"/>
            <a:ext cx="7405437"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26C29CDE-0371-352A-B198-3B9EBDBDDAC5}"/>
              </a:ext>
            </a:extLst>
          </p:cNvPr>
          <p:cNvSpPr>
            <a:spLocks noGrp="1"/>
          </p:cNvSpPr>
          <p:nvPr>
            <p:ph type="body" sz="quarter" idx="42" hasCustomPrompt="1"/>
          </p:nvPr>
        </p:nvSpPr>
        <p:spPr>
          <a:xfrm>
            <a:off x="839786" y="1608869"/>
            <a:ext cx="7405437"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4" name="Text Placeholder 3">
            <a:extLst>
              <a:ext uri="{FF2B5EF4-FFF2-40B4-BE49-F238E27FC236}">
                <a16:creationId xmlns:a16="http://schemas.microsoft.com/office/drawing/2014/main" id="{59FE27E5-1166-BA0B-B392-2DBAEBE078A5}"/>
              </a:ext>
            </a:extLst>
          </p:cNvPr>
          <p:cNvSpPr>
            <a:spLocks noGrp="1"/>
          </p:cNvSpPr>
          <p:nvPr>
            <p:ph type="body" sz="quarter" idx="146" hasCustomPrompt="1"/>
          </p:nvPr>
        </p:nvSpPr>
        <p:spPr>
          <a:xfrm>
            <a:off x="839787" y="269874"/>
            <a:ext cx="740664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6" name="Text Placeholder 3">
            <a:extLst>
              <a:ext uri="{FF2B5EF4-FFF2-40B4-BE49-F238E27FC236}">
                <a16:creationId xmlns:a16="http://schemas.microsoft.com/office/drawing/2014/main" id="{ABE0BF8E-F216-7972-5577-7D6E0428F58C}"/>
              </a:ext>
            </a:extLst>
          </p:cNvPr>
          <p:cNvSpPr>
            <a:spLocks noGrp="1"/>
          </p:cNvSpPr>
          <p:nvPr>
            <p:ph type="body" sz="quarter" idx="147" hasCustomPrompt="1"/>
          </p:nvPr>
        </p:nvSpPr>
        <p:spPr>
          <a:xfrm>
            <a:off x="839787" y="1162440"/>
            <a:ext cx="740664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1682490797"/>
      </p:ext>
    </p:extLst>
  </p:cSld>
  <p:clrMapOvr>
    <a:masterClrMapping/>
  </p:clrMapOvr>
  <p:hf sldNum="0" hdr="0" ftr="0" dt="0"/>
  <p:extLst>
    <p:ext uri="{DCECCB84-F9BA-43D5-87BE-67443E8EF086}">
      <p15:sldGuideLst xmlns:p15="http://schemas.microsoft.com/office/powerpoint/2012/main">
        <p15:guide id="1" pos="5193">
          <p15:clr>
            <a:srgbClr val="FBAE40"/>
          </p15:clr>
        </p15:guide>
        <p15:guide id="2" pos="542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icture (small) left">
    <p:spTree>
      <p:nvGrpSpPr>
        <p:cNvPr id="1" name=""/>
        <p:cNvGrpSpPr/>
        <p:nvPr/>
      </p:nvGrpSpPr>
      <p:grpSpPr>
        <a:xfrm>
          <a:off x="0" y="0"/>
          <a:ext cx="0" cy="0"/>
          <a:chOff x="0" y="0"/>
          <a:chExt cx="0" cy="0"/>
        </a:xfrm>
      </p:grpSpPr>
      <p:sp>
        <p:nvSpPr>
          <p:cNvPr id="5" name="Picture Placeholder 28">
            <a:extLst>
              <a:ext uri="{FF2B5EF4-FFF2-40B4-BE49-F238E27FC236}">
                <a16:creationId xmlns:a16="http://schemas.microsoft.com/office/drawing/2014/main" id="{237F5FB1-FF85-B9CA-EDD6-CE940434FF04}"/>
              </a:ext>
            </a:extLst>
          </p:cNvPr>
          <p:cNvSpPr>
            <a:spLocks noGrp="1"/>
          </p:cNvSpPr>
          <p:nvPr>
            <p:ph type="pic" sz="quarter" idx="31" hasCustomPrompt="1"/>
          </p:nvPr>
        </p:nvSpPr>
        <p:spPr>
          <a:xfrm>
            <a:off x="0" y="0"/>
            <a:ext cx="3586777" cy="6857999"/>
          </a:xfrm>
          <a:prstGeom prst="rect">
            <a:avLst/>
          </a:prstGeom>
          <a:solidFill>
            <a:srgbClr val="D5D5D5"/>
          </a:solidFill>
        </p:spPr>
        <p:txBody>
          <a:bodyPr tIns="2412000"/>
          <a:lstStyle>
            <a:lvl1pPr marL="0" indent="0" algn="ctr">
              <a:lnSpc>
                <a:spcPct val="100000"/>
              </a:lnSpc>
              <a:spcBef>
                <a:spcPts val="0"/>
              </a:spcBef>
              <a:spcAft>
                <a:spcPts val="0"/>
              </a:spcAft>
              <a:buNone/>
              <a:defRPr>
                <a:solidFill>
                  <a:schemeClr val="tx1"/>
                </a:solidFill>
              </a:defRPr>
            </a:lvl1pPr>
          </a:lstStyle>
          <a:p>
            <a:r>
              <a:rPr lang="en-US"/>
              <a:t>CLICK ICON </a:t>
            </a:r>
            <a:br>
              <a:rPr lang="en-US"/>
            </a:br>
            <a:r>
              <a:rPr lang="en-US"/>
              <a:t>to insert a picture</a:t>
            </a:r>
          </a:p>
        </p:txBody>
      </p:sp>
      <p:sp>
        <p:nvSpPr>
          <p:cNvPr id="12" name="Content Placeholder 7">
            <a:extLst>
              <a:ext uri="{FF2B5EF4-FFF2-40B4-BE49-F238E27FC236}">
                <a16:creationId xmlns:a16="http://schemas.microsoft.com/office/drawing/2014/main" id="{936F5F2C-7AC4-D20C-0F56-57FE683DC7FA}"/>
              </a:ext>
            </a:extLst>
          </p:cNvPr>
          <p:cNvSpPr>
            <a:spLocks noGrp="1"/>
          </p:cNvSpPr>
          <p:nvPr>
            <p:ph sz="quarter" idx="22"/>
          </p:nvPr>
        </p:nvSpPr>
        <p:spPr>
          <a:xfrm>
            <a:off x="3948363" y="1850682"/>
            <a:ext cx="7405437"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26C29CDE-0371-352A-B198-3B9EBDBDDAC5}"/>
              </a:ext>
            </a:extLst>
          </p:cNvPr>
          <p:cNvSpPr>
            <a:spLocks noGrp="1"/>
          </p:cNvSpPr>
          <p:nvPr>
            <p:ph type="body" sz="quarter" idx="42" hasCustomPrompt="1"/>
          </p:nvPr>
        </p:nvSpPr>
        <p:spPr>
          <a:xfrm>
            <a:off x="3948363" y="1608869"/>
            <a:ext cx="7405437"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2" name="Graphic 1">
            <a:extLst>
              <a:ext uri="{FF2B5EF4-FFF2-40B4-BE49-F238E27FC236}">
                <a16:creationId xmlns:a16="http://schemas.microsoft.com/office/drawing/2014/main" id="{F10C0264-DB7C-81CC-219A-1A4CDD4F6F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04044" y="6323831"/>
            <a:ext cx="1149756" cy="228489"/>
          </a:xfrm>
          <a:prstGeom prst="rect">
            <a:avLst/>
          </a:prstGeom>
        </p:spPr>
      </p:pic>
      <p:sp>
        <p:nvSpPr>
          <p:cNvPr id="6" name="Text Placeholder 3">
            <a:extLst>
              <a:ext uri="{FF2B5EF4-FFF2-40B4-BE49-F238E27FC236}">
                <a16:creationId xmlns:a16="http://schemas.microsoft.com/office/drawing/2014/main" id="{F21C800D-4C64-D366-A796-8D271F329963}"/>
              </a:ext>
            </a:extLst>
          </p:cNvPr>
          <p:cNvSpPr>
            <a:spLocks noGrp="1"/>
          </p:cNvSpPr>
          <p:nvPr>
            <p:ph type="body" sz="quarter" idx="146" hasCustomPrompt="1"/>
          </p:nvPr>
        </p:nvSpPr>
        <p:spPr>
          <a:xfrm>
            <a:off x="3947160" y="269874"/>
            <a:ext cx="740664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7" name="Text Placeholder 3">
            <a:extLst>
              <a:ext uri="{FF2B5EF4-FFF2-40B4-BE49-F238E27FC236}">
                <a16:creationId xmlns:a16="http://schemas.microsoft.com/office/drawing/2014/main" id="{2D918107-BBBF-152F-C226-596981D7498D}"/>
              </a:ext>
            </a:extLst>
          </p:cNvPr>
          <p:cNvSpPr>
            <a:spLocks noGrp="1"/>
          </p:cNvSpPr>
          <p:nvPr>
            <p:ph type="body" sz="quarter" idx="147" hasCustomPrompt="1"/>
          </p:nvPr>
        </p:nvSpPr>
        <p:spPr>
          <a:xfrm>
            <a:off x="3947160" y="1162440"/>
            <a:ext cx="740664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768367519"/>
      </p:ext>
    </p:extLst>
  </p:cSld>
  <p:clrMapOvr>
    <a:masterClrMapping/>
  </p:clrMapOvr>
  <p:hf sldNum="0" hdr="0" ftr="0" dt="0"/>
  <p:extLst>
    <p:ext uri="{DCECCB84-F9BA-43D5-87BE-67443E8EF086}">
      <p15:sldGuideLst xmlns:p15="http://schemas.microsoft.com/office/powerpoint/2012/main">
        <p15:guide id="1" pos="5193">
          <p15:clr>
            <a:srgbClr val="FBAE40"/>
          </p15:clr>
        </p15:guide>
        <p15:guide id="2" pos="542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9366B1C9-D95E-382C-61CA-3E1C2C4C75AD}"/>
              </a:ext>
            </a:extLst>
          </p:cNvPr>
          <p:cNvSpPr>
            <a:spLocks noGrp="1"/>
          </p:cNvSpPr>
          <p:nvPr>
            <p:ph type="body" sz="quarter" idx="27" hasCustomPrompt="1"/>
          </p:nvPr>
        </p:nvSpPr>
        <p:spPr>
          <a:xfrm>
            <a:off x="1866000" y="266700"/>
            <a:ext cx="8460000" cy="3987445"/>
          </a:xfrm>
          <a:prstGeom prst="rect">
            <a:avLst/>
          </a:prstGeom>
        </p:spPr>
        <p:txBody>
          <a:bodyPr anchor="b">
            <a:noAutofit/>
          </a:bodyPr>
          <a:lstStyle>
            <a:lvl1pPr marL="0" indent="0" algn="ctr">
              <a:buNone/>
              <a:defRPr lang="en-US" sz="5000" kern="1200" cap="none" dirty="0">
                <a:ln w="0"/>
                <a:gradFill flip="none" rotWithShape="1">
                  <a:gsLst>
                    <a:gs pos="17000">
                      <a:srgbClr val="6A1DA1"/>
                    </a:gs>
                    <a:gs pos="66000">
                      <a:srgbClr val="EE424A"/>
                    </a:gs>
                  </a:gsLst>
                  <a:lin ang="2400000" scaled="0"/>
                  <a:tileRect/>
                </a:gradFill>
                <a:latin typeface="+mn-lt"/>
                <a:ea typeface="+mn-ea"/>
                <a:cs typeface="+mn-cs"/>
              </a:defRPr>
            </a:lvl1pPr>
          </a:lstStyle>
          <a:p>
            <a:pPr lvl="0"/>
            <a:r>
              <a:rPr lang="en-US"/>
              <a:t>Click to add quote – </a:t>
            </a:r>
            <a:r>
              <a:rPr lang="en-US" err="1"/>
              <a:t>fontsize</a:t>
            </a:r>
            <a:r>
              <a:rPr lang="en-US"/>
              <a:t>: max. 50 pt and min. 28 pt</a:t>
            </a:r>
          </a:p>
        </p:txBody>
      </p:sp>
      <p:sp>
        <p:nvSpPr>
          <p:cNvPr id="2" name="Text Placeholder 3">
            <a:extLst>
              <a:ext uri="{FF2B5EF4-FFF2-40B4-BE49-F238E27FC236}">
                <a16:creationId xmlns:a16="http://schemas.microsoft.com/office/drawing/2014/main" id="{B8C48276-D5E4-B27C-F498-76D8AF44B789}"/>
              </a:ext>
            </a:extLst>
          </p:cNvPr>
          <p:cNvSpPr>
            <a:spLocks noGrp="1"/>
          </p:cNvSpPr>
          <p:nvPr>
            <p:ph type="body" sz="quarter" idx="145" hasCustomPrompt="1"/>
          </p:nvPr>
        </p:nvSpPr>
        <p:spPr>
          <a:xfrm>
            <a:off x="3412732" y="4550077"/>
            <a:ext cx="5367528" cy="283464"/>
          </a:xfrm>
          <a:prstGeom prst="rect">
            <a:avLst/>
          </a:prstGeom>
        </p:spPr>
        <p:txBody>
          <a:bodyPr wrap="square" anchor="ctr" anchorCtr="0">
            <a:noAutofit/>
          </a:bodyPr>
          <a:lstStyle>
            <a:lvl1pPr marL="0" indent="0" algn="ctr" defTabSz="914400" rtl="0" eaLnBrk="1" latinLnBrk="0" hangingPunct="1">
              <a:lnSpc>
                <a:spcPct val="90000"/>
              </a:lnSpc>
              <a:spcBef>
                <a:spcPts val="1000"/>
              </a:spcBef>
              <a:spcAft>
                <a:spcPts val="400"/>
              </a:spcAft>
              <a:buFont typeface="Wingdings" pitchFamily="2" charset="2"/>
              <a:buNone/>
              <a:defRPr lang="en-US" sz="1600" b="1"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 name="Text Placeholder 3">
            <a:extLst>
              <a:ext uri="{FF2B5EF4-FFF2-40B4-BE49-F238E27FC236}">
                <a16:creationId xmlns:a16="http://schemas.microsoft.com/office/drawing/2014/main" id="{8AF41D23-A245-58E6-6592-B800954892E1}"/>
              </a:ext>
            </a:extLst>
          </p:cNvPr>
          <p:cNvSpPr>
            <a:spLocks noGrp="1"/>
          </p:cNvSpPr>
          <p:nvPr>
            <p:ph type="body" sz="quarter" idx="146" hasCustomPrompt="1"/>
          </p:nvPr>
        </p:nvSpPr>
        <p:spPr>
          <a:xfrm>
            <a:off x="3412732" y="4886206"/>
            <a:ext cx="5367528" cy="283464"/>
          </a:xfrm>
          <a:prstGeom prst="rect">
            <a:avLst/>
          </a:prstGeom>
        </p:spPr>
        <p:txBody>
          <a:bodyPr wrap="square" anchor="ctr" anchorCtr="0">
            <a:noAutofit/>
          </a:bodyPr>
          <a:lstStyle>
            <a:lvl1pPr marL="0" indent="0" algn="ctr"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Tree>
    <p:extLst>
      <p:ext uri="{BB962C8B-B14F-4D97-AF65-F5344CB8AC3E}">
        <p14:creationId xmlns:p14="http://schemas.microsoft.com/office/powerpoint/2010/main" val="3059134028"/>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Quote (w/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23BC3275-5D18-1ED2-A4B9-20DE23770E90}"/>
              </a:ext>
            </a:extLst>
          </p:cNvPr>
          <p:cNvPicPr>
            <a:picLocks noChangeAspect="1"/>
          </p:cNvPicPr>
          <p:nvPr userDrawn="1"/>
        </p:nvPicPr>
        <p:blipFill rotWithShape="1">
          <a:blip r:embed="rId2"/>
          <a:srcRect l="19791" t="1586" r="22186"/>
          <a:stretch/>
        </p:blipFill>
        <p:spPr>
          <a:xfrm>
            <a:off x="0" y="-11458"/>
            <a:ext cx="12192000" cy="6875113"/>
          </a:xfrm>
          <a:prstGeom prst="rect">
            <a:avLst/>
          </a:prstGeom>
        </p:spPr>
      </p:pic>
      <p:sp>
        <p:nvSpPr>
          <p:cNvPr id="7" name="Text Placeholder 5">
            <a:extLst>
              <a:ext uri="{FF2B5EF4-FFF2-40B4-BE49-F238E27FC236}">
                <a16:creationId xmlns:a16="http://schemas.microsoft.com/office/drawing/2014/main" id="{9366B1C9-D95E-382C-61CA-3E1C2C4C75AD}"/>
              </a:ext>
            </a:extLst>
          </p:cNvPr>
          <p:cNvSpPr>
            <a:spLocks noGrp="1"/>
          </p:cNvSpPr>
          <p:nvPr>
            <p:ph type="body" sz="quarter" idx="27" hasCustomPrompt="1"/>
          </p:nvPr>
        </p:nvSpPr>
        <p:spPr>
          <a:xfrm>
            <a:off x="1866000" y="266700"/>
            <a:ext cx="8460000" cy="3987445"/>
          </a:xfrm>
          <a:prstGeom prst="rect">
            <a:avLst/>
          </a:prstGeom>
        </p:spPr>
        <p:txBody>
          <a:bodyPr anchor="b">
            <a:noAutofit/>
          </a:bodyPr>
          <a:lstStyle>
            <a:lvl1pPr marL="0" indent="0" algn="ctr">
              <a:buNone/>
              <a:defRPr sz="5000"/>
            </a:lvl1pPr>
          </a:lstStyle>
          <a:p>
            <a:pPr lvl="0"/>
            <a:r>
              <a:rPr lang="en-US"/>
              <a:t>Click to add quote – </a:t>
            </a:r>
            <a:r>
              <a:rPr lang="en-US" err="1"/>
              <a:t>fontsize</a:t>
            </a:r>
            <a:r>
              <a:rPr lang="en-US"/>
              <a:t>: max. 50 pt and min. 28 pt</a:t>
            </a:r>
          </a:p>
        </p:txBody>
      </p:sp>
      <p:pic>
        <p:nvPicPr>
          <p:cNvPr id="3" name="Graphic 2">
            <a:extLst>
              <a:ext uri="{FF2B5EF4-FFF2-40B4-BE49-F238E27FC236}">
                <a16:creationId xmlns:a16="http://schemas.microsoft.com/office/drawing/2014/main" id="{EE4C54A9-FE4A-CF9A-84DA-67AAE5515F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4" name="Text Placeholder 3">
            <a:extLst>
              <a:ext uri="{FF2B5EF4-FFF2-40B4-BE49-F238E27FC236}">
                <a16:creationId xmlns:a16="http://schemas.microsoft.com/office/drawing/2014/main" id="{E20B702C-FB12-83BF-F4E2-91F5D9F49BD2}"/>
              </a:ext>
            </a:extLst>
          </p:cNvPr>
          <p:cNvSpPr>
            <a:spLocks noGrp="1"/>
          </p:cNvSpPr>
          <p:nvPr>
            <p:ph type="body" sz="quarter" idx="145" hasCustomPrompt="1"/>
          </p:nvPr>
        </p:nvSpPr>
        <p:spPr>
          <a:xfrm>
            <a:off x="3412732" y="4550077"/>
            <a:ext cx="5367528" cy="283464"/>
          </a:xfrm>
          <a:prstGeom prst="rect">
            <a:avLst/>
          </a:prstGeom>
        </p:spPr>
        <p:txBody>
          <a:bodyPr wrap="square" anchor="ctr" anchorCtr="0">
            <a:noAutofit/>
          </a:bodyPr>
          <a:lstStyle>
            <a:lvl1pPr marL="0" indent="0" algn="ctr" defTabSz="914400" rtl="0" eaLnBrk="1" latinLnBrk="0" hangingPunct="1">
              <a:lnSpc>
                <a:spcPct val="90000"/>
              </a:lnSpc>
              <a:spcBef>
                <a:spcPts val="1000"/>
              </a:spcBef>
              <a:spcAft>
                <a:spcPts val="400"/>
              </a:spcAft>
              <a:buFont typeface="Wingdings" pitchFamily="2" charset="2"/>
              <a:buNone/>
              <a:defRPr lang="en-US" sz="1600" b="1"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 name="Text Placeholder 3">
            <a:extLst>
              <a:ext uri="{FF2B5EF4-FFF2-40B4-BE49-F238E27FC236}">
                <a16:creationId xmlns:a16="http://schemas.microsoft.com/office/drawing/2014/main" id="{5705149E-6982-F886-E34A-8791F693794F}"/>
              </a:ext>
            </a:extLst>
          </p:cNvPr>
          <p:cNvSpPr>
            <a:spLocks noGrp="1"/>
          </p:cNvSpPr>
          <p:nvPr>
            <p:ph type="body" sz="quarter" idx="146" hasCustomPrompt="1"/>
          </p:nvPr>
        </p:nvSpPr>
        <p:spPr>
          <a:xfrm>
            <a:off x="3412732" y="4886206"/>
            <a:ext cx="5367528" cy="283464"/>
          </a:xfrm>
          <a:prstGeom prst="rect">
            <a:avLst/>
          </a:prstGeom>
        </p:spPr>
        <p:txBody>
          <a:bodyPr wrap="square" anchor="ctr" anchorCtr="0">
            <a:noAutofit/>
          </a:bodyPr>
          <a:lstStyle>
            <a:lvl1pPr marL="0" indent="0" algn="ctr"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Tree>
    <p:extLst>
      <p:ext uri="{BB962C8B-B14F-4D97-AF65-F5344CB8AC3E}">
        <p14:creationId xmlns:p14="http://schemas.microsoft.com/office/powerpoint/2010/main" val="3495201016"/>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slide with disclaimer 1">
    <p:spTree>
      <p:nvGrpSpPr>
        <p:cNvPr id="1" name=""/>
        <p:cNvGrpSpPr/>
        <p:nvPr/>
      </p:nvGrpSpPr>
      <p:grpSpPr>
        <a:xfrm>
          <a:off x="0" y="0"/>
          <a:ext cx="0" cy="0"/>
          <a:chOff x="0" y="0"/>
          <a:chExt cx="0" cy="0"/>
        </a:xfrm>
      </p:grpSpPr>
      <p:pic>
        <p:nvPicPr>
          <p:cNvPr id="3" name="Picture 2" descr="A colorful gradient of squares&#10;&#10;Description automatically generated with medium confidence">
            <a:extLst>
              <a:ext uri="{FF2B5EF4-FFF2-40B4-BE49-F238E27FC236}">
                <a16:creationId xmlns:a16="http://schemas.microsoft.com/office/drawing/2014/main" id="{334EFC3A-5C72-60BC-E29C-9858F7369F28}"/>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 name="Graphic 1">
            <a:extLst>
              <a:ext uri="{FF2B5EF4-FFF2-40B4-BE49-F238E27FC236}">
                <a16:creationId xmlns:a16="http://schemas.microsoft.com/office/drawing/2014/main" id="{1924593E-99ED-FAE1-2706-3FA040357ED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57189" y="5157116"/>
            <a:ext cx="2170219" cy="431283"/>
          </a:xfrm>
          <a:prstGeom prst="rect">
            <a:avLst/>
          </a:prstGeom>
        </p:spPr>
      </p:pic>
      <p:sp>
        <p:nvSpPr>
          <p:cNvPr id="6" name="TextBox 5">
            <a:extLst>
              <a:ext uri="{FF2B5EF4-FFF2-40B4-BE49-F238E27FC236}">
                <a16:creationId xmlns:a16="http://schemas.microsoft.com/office/drawing/2014/main" id="{C78A028D-4E43-9D46-40FE-48A0FB521753}"/>
              </a:ext>
            </a:extLst>
          </p:cNvPr>
          <p:cNvSpPr txBox="1">
            <a:spLocks/>
          </p:cNvSpPr>
          <p:nvPr userDrawn="1"/>
        </p:nvSpPr>
        <p:spPr>
          <a:xfrm>
            <a:off x="357189" y="5886044"/>
            <a:ext cx="11476036" cy="674311"/>
          </a:xfrm>
          <a:prstGeom prst="rect">
            <a:avLst/>
          </a:prstGeom>
          <a:noFill/>
          <a:ln>
            <a:noFill/>
          </a:ln>
        </p:spPr>
        <p:txBody>
          <a:bodyPr vert="horz" wrap="square" lIns="0" tIns="0" rIns="0" bIns="0" rtlCol="0" anchor="b">
            <a:spAutoFit/>
          </a:bodyPr>
          <a:lstStyle>
            <a:lvl1pPr marL="179388" indent="-1793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1pPr>
            <a:lvl2pPr marL="36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2pPr>
            <a:lvl3pPr marL="54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3pPr>
            <a:lvl4pPr marL="720000" indent="-180000"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90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800" b="1" noProof="0">
                <a:solidFill>
                  <a:schemeClr val="bg1"/>
                </a:solidFill>
              </a:rPr>
              <a:t>Legal notice</a:t>
            </a:r>
          </a:p>
          <a:p>
            <a:pPr marL="0" marR="0" lvl="0" indent="0" algn="just" defTabSz="914400" rtl="0" eaLnBrk="1" fontAlgn="auto" latinLnBrk="0" hangingPunct="1">
              <a:lnSpc>
                <a:spcPct val="90000"/>
              </a:lnSpc>
              <a:spcBef>
                <a:spcPts val="600"/>
              </a:spcBef>
              <a:spcAft>
                <a:spcPts val="0"/>
              </a:spcAft>
              <a:buClrTx/>
              <a:buSzTx/>
              <a:buFont typeface="Arial" pitchFamily="34" charset="0"/>
              <a:buNone/>
              <a:tabLst/>
              <a:defRPr/>
            </a:pPr>
            <a:r>
              <a:rPr lang="en-US" sz="800" noProof="0">
                <a:solidFill>
                  <a:schemeClr val="bg1"/>
                </a:solidFill>
                <a:latin typeface="+mn-lt"/>
              </a:rPr>
              <a:t>The contents of this publication are for general information and illustrative purposes only and are used at the reader’s own risk. SimCorp uses all reasonable endeavors to ensure the accuracy of the information. However, SimCorp does not guarantee or warrant the accuracy, completeness, factual correctness, or reliability of any information in this publication and does not accept liability for errors, omissions, inaccuracies, or typographical errors. The views and opinions expressed in this publication are not necessarily those of SimCorp. © 2024 SimCorp A/S. All rights reserved. Without limiting rights under copyright, no part of this document may be reproduced, stored in, or introduced into a retrieval system, or transmitted in any form, by any means (electronic, mechanical, photocopying, recording, or otherwise), or for any purpose without the express written permission of SimCorp A/S. SimCorp, the SimCorp logo, SimCorp</a:t>
            </a:r>
            <a:r>
              <a:rPr lang="en-US" sz="800" baseline="30000" noProof="0">
                <a:solidFill>
                  <a:schemeClr val="bg1"/>
                </a:solidFill>
                <a:latin typeface="+mn-lt"/>
              </a:rPr>
              <a:t> ®, </a:t>
            </a:r>
            <a:r>
              <a:rPr lang="en-US" sz="800" noProof="0">
                <a:solidFill>
                  <a:schemeClr val="bg1"/>
                </a:solidFill>
                <a:latin typeface="+mn-lt"/>
              </a:rPr>
              <a:t>and SimCorp Services are either registered trademarks or trademarks of SimCorp A/S in Denmark and/or other countries. Refer to www.simcorp.com/trademarks for a full list of SimCorp A/S trademarks. Other trademarks referred to in this document are the property of their respective owners.</a:t>
            </a:r>
            <a:endParaRPr lang="en-US" sz="800" b="0" noProof="0">
              <a:solidFill>
                <a:schemeClr val="bg1"/>
              </a:solidFill>
            </a:endParaRPr>
          </a:p>
        </p:txBody>
      </p:sp>
      <p:sp>
        <p:nvSpPr>
          <p:cNvPr id="7" name="Text Placeholder 5">
            <a:extLst>
              <a:ext uri="{FF2B5EF4-FFF2-40B4-BE49-F238E27FC236}">
                <a16:creationId xmlns:a16="http://schemas.microsoft.com/office/drawing/2014/main" id="{3C633310-3E85-E315-7991-5513A27ADB9F}"/>
              </a:ext>
            </a:extLst>
          </p:cNvPr>
          <p:cNvSpPr>
            <a:spLocks noGrp="1"/>
          </p:cNvSpPr>
          <p:nvPr>
            <p:ph type="body" sz="quarter" idx="28" hasCustomPrompt="1"/>
          </p:nvPr>
        </p:nvSpPr>
        <p:spPr>
          <a:xfrm>
            <a:off x="1034796" y="2655654"/>
            <a:ext cx="10122408" cy="1792224"/>
          </a:xfrm>
          <a:prstGeom prst="rect">
            <a:avLst/>
          </a:prstGeom>
        </p:spPr>
        <p:txBody>
          <a:bodyPr anchor="ctr">
            <a:noAutofit/>
          </a:bodyPr>
          <a:lstStyle>
            <a:lvl1pPr marL="0" indent="0" algn="ctr">
              <a:buNone/>
              <a:defRPr sz="6600">
                <a:solidFill>
                  <a:schemeClr val="bg1"/>
                </a:solidFill>
              </a:defRPr>
            </a:lvl1pPr>
          </a:lstStyle>
          <a:p>
            <a:pPr lvl="0"/>
            <a:r>
              <a:rPr lang="en-US"/>
              <a:t>Text here</a:t>
            </a:r>
          </a:p>
        </p:txBody>
      </p:sp>
    </p:spTree>
    <p:extLst>
      <p:ext uri="{BB962C8B-B14F-4D97-AF65-F5344CB8AC3E}">
        <p14:creationId xmlns:p14="http://schemas.microsoft.com/office/powerpoint/2010/main" val="1531861916"/>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with disclaimer 2">
    <p:spTree>
      <p:nvGrpSpPr>
        <p:cNvPr id="1" name=""/>
        <p:cNvGrpSpPr/>
        <p:nvPr/>
      </p:nvGrpSpPr>
      <p:grpSpPr>
        <a:xfrm>
          <a:off x="0" y="0"/>
          <a:ext cx="0" cy="0"/>
          <a:chOff x="0" y="0"/>
          <a:chExt cx="0" cy="0"/>
        </a:xfrm>
      </p:grpSpPr>
      <p:pic>
        <p:nvPicPr>
          <p:cNvPr id="7" name="Gradient 4 - LOOP">
            <a:hlinkClick r:id="" action="ppaction://media"/>
            <a:extLst>
              <a:ext uri="{FF2B5EF4-FFF2-40B4-BE49-F238E27FC236}">
                <a16:creationId xmlns:a16="http://schemas.microsoft.com/office/drawing/2014/main" id="{83ED7213-FAD8-6169-1D5C-2579EE065D0C}"/>
              </a:ext>
            </a:extLst>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p:spPr>
      </p:pic>
      <p:pic>
        <p:nvPicPr>
          <p:cNvPr id="2" name="Graphic 1">
            <a:extLst>
              <a:ext uri="{FF2B5EF4-FFF2-40B4-BE49-F238E27FC236}">
                <a16:creationId xmlns:a16="http://schemas.microsoft.com/office/drawing/2014/main" id="{1924593E-99ED-FAE1-2706-3FA040357ED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57189" y="5157116"/>
            <a:ext cx="2170219" cy="431283"/>
          </a:xfrm>
          <a:prstGeom prst="rect">
            <a:avLst/>
          </a:prstGeom>
        </p:spPr>
      </p:pic>
      <p:sp>
        <p:nvSpPr>
          <p:cNvPr id="6" name="TextBox 5">
            <a:extLst>
              <a:ext uri="{FF2B5EF4-FFF2-40B4-BE49-F238E27FC236}">
                <a16:creationId xmlns:a16="http://schemas.microsoft.com/office/drawing/2014/main" id="{C78A028D-4E43-9D46-40FE-48A0FB521753}"/>
              </a:ext>
            </a:extLst>
          </p:cNvPr>
          <p:cNvSpPr txBox="1">
            <a:spLocks/>
          </p:cNvSpPr>
          <p:nvPr userDrawn="1"/>
        </p:nvSpPr>
        <p:spPr>
          <a:xfrm>
            <a:off x="357189" y="5886044"/>
            <a:ext cx="11476036" cy="674311"/>
          </a:xfrm>
          <a:prstGeom prst="rect">
            <a:avLst/>
          </a:prstGeom>
          <a:noFill/>
          <a:ln>
            <a:noFill/>
          </a:ln>
        </p:spPr>
        <p:txBody>
          <a:bodyPr vert="horz" wrap="square" lIns="0" tIns="0" rIns="0" bIns="0" rtlCol="0" anchor="b">
            <a:spAutoFit/>
          </a:bodyPr>
          <a:lstStyle>
            <a:lvl1pPr marL="179388" indent="-1793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1pPr>
            <a:lvl2pPr marL="36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2pPr>
            <a:lvl3pPr marL="54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3pPr>
            <a:lvl4pPr marL="720000" indent="-180000"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90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800" b="1" noProof="0">
                <a:solidFill>
                  <a:schemeClr val="bg1"/>
                </a:solidFill>
              </a:rPr>
              <a:t>Legal notice</a:t>
            </a:r>
          </a:p>
          <a:p>
            <a:pPr marL="0" marR="0" lvl="0" indent="0" algn="just" defTabSz="914400" rtl="0" eaLnBrk="1" fontAlgn="auto" latinLnBrk="0" hangingPunct="1">
              <a:lnSpc>
                <a:spcPct val="90000"/>
              </a:lnSpc>
              <a:spcBef>
                <a:spcPts val="600"/>
              </a:spcBef>
              <a:spcAft>
                <a:spcPts val="0"/>
              </a:spcAft>
              <a:buClrTx/>
              <a:buSzTx/>
              <a:buFont typeface="Arial" pitchFamily="34" charset="0"/>
              <a:buNone/>
              <a:tabLst/>
              <a:defRPr/>
            </a:pPr>
            <a:r>
              <a:rPr lang="en-US" sz="800" noProof="0">
                <a:solidFill>
                  <a:schemeClr val="bg1"/>
                </a:solidFill>
                <a:latin typeface="+mn-lt"/>
              </a:rPr>
              <a:t>The contents of this publication are for general information and illustrative purposes only and are used at the reader’s own risk. SimCorp uses all reasonable endeavors to ensure the accuracy of the information. However, SimCorp does not guarantee or warrant the accuracy, completeness, factual correctness, or reliability of any information in this publication and does not accept liability for errors, omissions, inaccuracies, or typographical errors. The views and opinions expressed in this publication are not necessarily those of SimCorp. © 2024 SimCorp A/S. All rights reserved. Without limiting rights under copyright, no part of this document may be reproduced, stored in, or introduced into a retrieval system, or transmitted in any form, by any means (electronic, mechanical, photocopying, recording, or otherwise), or for any purpose without the express written permission of SimCorp A/S. SimCorp, the SimCorp logo, SimCorp</a:t>
            </a:r>
            <a:r>
              <a:rPr lang="en-US" sz="800" baseline="30000" noProof="0">
                <a:solidFill>
                  <a:schemeClr val="bg1"/>
                </a:solidFill>
                <a:latin typeface="+mn-lt"/>
              </a:rPr>
              <a:t> ®, </a:t>
            </a:r>
            <a:r>
              <a:rPr lang="en-US" sz="800" noProof="0">
                <a:solidFill>
                  <a:schemeClr val="bg1"/>
                </a:solidFill>
                <a:latin typeface="+mn-lt"/>
              </a:rPr>
              <a:t>and SimCorp Services are either registered trademarks or trademarks of SimCorp A/S in Denmark and/or other countries. Refer to www.simcorp.com/trademarks for a full list of SimCorp A/S trademarks. Other trademarks referred to in this document are the property of their respective owners.</a:t>
            </a:r>
            <a:endParaRPr lang="en-US" sz="800" b="0" noProof="0">
              <a:solidFill>
                <a:schemeClr val="bg1"/>
              </a:solidFill>
            </a:endParaRPr>
          </a:p>
        </p:txBody>
      </p:sp>
      <p:sp>
        <p:nvSpPr>
          <p:cNvPr id="3" name="Text Placeholder 5">
            <a:extLst>
              <a:ext uri="{FF2B5EF4-FFF2-40B4-BE49-F238E27FC236}">
                <a16:creationId xmlns:a16="http://schemas.microsoft.com/office/drawing/2014/main" id="{00BF095A-D73C-9C17-CEFE-B1AD18EDBF62}"/>
              </a:ext>
            </a:extLst>
          </p:cNvPr>
          <p:cNvSpPr>
            <a:spLocks noGrp="1"/>
          </p:cNvSpPr>
          <p:nvPr>
            <p:ph type="body" sz="quarter" idx="28" hasCustomPrompt="1"/>
          </p:nvPr>
        </p:nvSpPr>
        <p:spPr>
          <a:xfrm>
            <a:off x="1034796" y="2655654"/>
            <a:ext cx="10122408" cy="1792224"/>
          </a:xfrm>
          <a:prstGeom prst="rect">
            <a:avLst/>
          </a:prstGeom>
        </p:spPr>
        <p:txBody>
          <a:bodyPr anchor="ctr">
            <a:noAutofit/>
          </a:bodyPr>
          <a:lstStyle>
            <a:lvl1pPr marL="0" indent="0" algn="ctr">
              <a:buNone/>
              <a:defRPr sz="6600">
                <a:solidFill>
                  <a:schemeClr val="bg1"/>
                </a:solidFill>
              </a:defRPr>
            </a:lvl1pPr>
          </a:lstStyle>
          <a:p>
            <a:pPr lvl="0"/>
            <a:r>
              <a:rPr lang="en-US"/>
              <a:t>Text here</a:t>
            </a:r>
          </a:p>
        </p:txBody>
      </p:sp>
    </p:spTree>
    <p:extLst>
      <p:ext uri="{BB962C8B-B14F-4D97-AF65-F5344CB8AC3E}">
        <p14:creationId xmlns:p14="http://schemas.microsoft.com/office/powerpoint/2010/main" val="2960227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34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vol="80000">
                <p:cTn id="12" repeatCount="indefinite" fill="hold" display="0">
                  <p:stCondLst>
                    <p:cond delay="indefinite"/>
                  </p:stCondLst>
                </p:cTn>
                <p:tgtEl>
                  <p:spTgt spid="7"/>
                </p:tgtEl>
              </p:cMediaNode>
            </p:video>
          </p:childTnLst>
        </p:cTn>
      </p:par>
    </p:tnLst>
  </p:timing>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3">
            <a:extLst>
              <a:ext uri="{FF2B5EF4-FFF2-40B4-BE49-F238E27FC236}">
                <a16:creationId xmlns:a16="http://schemas.microsoft.com/office/drawing/2014/main" id="{D3D8D834-4010-7C1D-5E18-6B738E75FD51}"/>
              </a:ext>
            </a:extLst>
          </p:cNvPr>
          <p:cNvSpPr>
            <a:spLocks noGrp="1"/>
          </p:cNvSpPr>
          <p:nvPr>
            <p:ph type="title" hasCustomPrompt="1"/>
          </p:nvPr>
        </p:nvSpPr>
        <p:spPr>
          <a:xfrm>
            <a:off x="839787" y="269874"/>
            <a:ext cx="10512788" cy="835025"/>
          </a:xfrm>
          <a:prstGeom prst="rect">
            <a:avLst/>
          </a:prstGeom>
        </p:spPr>
        <p:txBody>
          <a:bodyPr anchor="b"/>
          <a:lstStyle>
            <a:lvl1pPr>
              <a:defRPr sz="2900"/>
            </a:lvl1pPr>
          </a:lstStyle>
          <a:p>
            <a:r>
              <a:rPr lang="en-US"/>
              <a:t>Click to ADD TITLE</a:t>
            </a:r>
          </a:p>
        </p:txBody>
      </p:sp>
      <p:sp>
        <p:nvSpPr>
          <p:cNvPr id="3" name="Text Placeholder 9">
            <a:extLst>
              <a:ext uri="{FF2B5EF4-FFF2-40B4-BE49-F238E27FC236}">
                <a16:creationId xmlns:a16="http://schemas.microsoft.com/office/drawing/2014/main" id="{313B9E46-FFE0-0F0B-B7CD-723F4EA38B4A}"/>
              </a:ext>
            </a:extLst>
          </p:cNvPr>
          <p:cNvSpPr>
            <a:spLocks noGrp="1"/>
          </p:cNvSpPr>
          <p:nvPr>
            <p:ph type="body" sz="quarter" idx="23" hasCustomPrompt="1"/>
          </p:nvPr>
        </p:nvSpPr>
        <p:spPr>
          <a:xfrm>
            <a:off x="839424" y="1162440"/>
            <a:ext cx="10512786" cy="193899"/>
          </a:xfrm>
          <a:prstGeom prst="rect">
            <a:avLst/>
          </a:prstGeom>
        </p:spPr>
        <p:txBody>
          <a:bodyPr wrap="square" lIns="0" tIns="0" rIns="0" bIns="0">
            <a:spAutoFit/>
          </a:bodyPr>
          <a:lstStyle>
            <a:lvl1pPr marL="0" indent="0">
              <a:buNone/>
              <a:defRPr sz="1400" cap="all" baseline="0">
                <a:latin typeface="+mj-lt"/>
              </a:defRPr>
            </a:lvl1pPr>
            <a:lvl2pPr marL="178775" indent="0">
              <a:buNone/>
              <a:defRPr cap="all" baseline="0"/>
            </a:lvl2pPr>
            <a:lvl3pPr marL="360000" indent="0">
              <a:buNone/>
              <a:defRPr cap="all" baseline="0"/>
            </a:lvl3pPr>
            <a:lvl4pPr marL="539138" indent="0">
              <a:buNone/>
              <a:defRPr cap="all" baseline="0"/>
            </a:lvl4pPr>
            <a:lvl5pPr marL="720000" indent="0">
              <a:buNone/>
              <a:defRPr cap="all" baseline="0"/>
            </a:lvl5pPr>
          </a:lstStyle>
          <a:p>
            <a:pPr lvl="0"/>
            <a:r>
              <a:rPr lang="en-US"/>
              <a:t>Click to add subtitle</a:t>
            </a:r>
          </a:p>
        </p:txBody>
      </p:sp>
    </p:spTree>
    <p:extLst>
      <p:ext uri="{BB962C8B-B14F-4D97-AF65-F5344CB8AC3E}">
        <p14:creationId xmlns:p14="http://schemas.microsoft.com/office/powerpoint/2010/main" val="2994606278"/>
      </p:ext>
    </p:extLst>
  </p:cSld>
  <p:clrMapOvr>
    <a:masterClrMapping/>
  </p:clrMapOvr>
  <p:hf sldNum="0" hdr="0" ftr="0" dt="0"/>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theme" Target="../theme/theme1.xml"/><Relationship Id="rId36" Type="http://schemas.openxmlformats.org/officeDocument/2006/relationships/image" Target="../media/image1.png"/><Relationship Id="rId37"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59601648-525C-EEDB-6958-14BBD0D2A803}"/>
              </a:ext>
            </a:extLst>
          </p:cNvPr>
          <p:cNvSpPr txBox="1">
            <a:spLocks/>
          </p:cNvSpPr>
          <p:nvPr/>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2" name="Title Placeholder 1">
            <a:extLst>
              <a:ext uri="{FF2B5EF4-FFF2-40B4-BE49-F238E27FC236}">
                <a16:creationId xmlns:a16="http://schemas.microsoft.com/office/drawing/2014/main" id="{43E2F12F-86BB-5982-0A48-2379ABF5C921}"/>
              </a:ext>
            </a:extLst>
          </p:cNvPr>
          <p:cNvSpPr>
            <a:spLocks noGrp="1"/>
          </p:cNvSpPr>
          <p:nvPr>
            <p:ph type="title"/>
          </p:nvPr>
        </p:nvSpPr>
        <p:spPr>
          <a:xfrm>
            <a:off x="836975" y="269874"/>
            <a:ext cx="10515600" cy="832104"/>
          </a:xfrm>
          <a:prstGeom prst="rect">
            <a:avLst/>
          </a:prstGeom>
        </p:spPr>
        <p:txBody>
          <a:bodyPr vert="horz" wrap="square" lIns="0" tIns="0" rIns="0" bIns="0" rtlCol="0" anchor="b" anchorCtr="0">
            <a:noAutofit/>
          </a:bodyPr>
          <a:lstStyle/>
          <a:p>
            <a:pPr marL="0" lvl="0" indent="0">
              <a:spcBef>
                <a:spcPts val="1000"/>
              </a:spcBef>
              <a:spcAft>
                <a:spcPts val="400"/>
              </a:spcAft>
              <a:buFont typeface="Wingdings" pitchFamily="2" charset="2"/>
            </a:pPr>
            <a:r>
              <a:rPr lang="en-US"/>
              <a:t>Click to add title</a:t>
            </a:r>
          </a:p>
        </p:txBody>
      </p:sp>
      <p:sp>
        <p:nvSpPr>
          <p:cNvPr id="3" name="Text Placeholder 2">
            <a:extLst>
              <a:ext uri="{FF2B5EF4-FFF2-40B4-BE49-F238E27FC236}">
                <a16:creationId xmlns:a16="http://schemas.microsoft.com/office/drawing/2014/main" id="{1D0F23DB-3FBD-343C-39BF-D36668E5BBE4}"/>
              </a:ext>
            </a:extLst>
          </p:cNvPr>
          <p:cNvSpPr>
            <a:spLocks noGrp="1"/>
          </p:cNvSpPr>
          <p:nvPr>
            <p:ph type="body" idx="1"/>
          </p:nvPr>
        </p:nvSpPr>
        <p:spPr>
          <a:xfrm>
            <a:off x="839424" y="1607771"/>
            <a:ext cx="10515600" cy="457712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17A07310-264A-C0B4-4A60-9DB66C14910E}"/>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6" name="Slide Number Placeholder 5">
            <a:extLst>
              <a:ext uri="{FF2B5EF4-FFF2-40B4-BE49-F238E27FC236}">
                <a16:creationId xmlns:a16="http://schemas.microsoft.com/office/drawing/2014/main" id="{99D6D354-117E-1912-7F5F-4EA96472024E}"/>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pic>
        <p:nvPicPr>
          <p:cNvPr id="4" name="Graphic 3">
            <a:extLst>
              <a:ext uri="{FF2B5EF4-FFF2-40B4-BE49-F238E27FC236}">
                <a16:creationId xmlns:a16="http://schemas.microsoft.com/office/drawing/2014/main" id="{12954059-E802-AB0A-C2FA-9E92AD21720B}"/>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a:xfrm>
            <a:off x="839788" y="6323831"/>
            <a:ext cx="1149756" cy="228489"/>
          </a:xfrm>
          <a:prstGeom prst="rect">
            <a:avLst/>
          </a:prstGeom>
        </p:spPr>
      </p:pic>
    </p:spTree>
    <p:extLst>
      <p:ext uri="{BB962C8B-B14F-4D97-AF65-F5344CB8AC3E}">
        <p14:creationId xmlns:p14="http://schemas.microsoft.com/office/powerpoint/2010/main" val="2827153021"/>
      </p:ext>
    </p:extLst>
  </p:cSld>
  <p:clrMap bg1="lt1" tx1="dk1" bg2="lt2" tx2="dk2" accent1="accent1" accent2="accent2" accent3="accent3" accent4="accent4" accent5="accent5" accent6="accent6" hlink="hlink" folHlink="folHlink"/>
  <p:sldLayoutIdLst>
    <p:sldLayoutId id="2147484327" r:id="rId1"/>
    <p:sldLayoutId id="2147484287" r:id="rId2"/>
    <p:sldLayoutId id="2147484291" r:id="rId3"/>
    <p:sldLayoutId id="2147484292" r:id="rId4"/>
    <p:sldLayoutId id="2147484294" r:id="rId5"/>
    <p:sldLayoutId id="2147484295" r:id="rId6"/>
    <p:sldLayoutId id="2147484297" r:id="rId7"/>
    <p:sldLayoutId id="2147484298" r:id="rId8"/>
    <p:sldLayoutId id="2147484299" r:id="rId9"/>
    <p:sldLayoutId id="2147484300" r:id="rId10"/>
    <p:sldLayoutId id="2147484315" r:id="rId11"/>
    <p:sldLayoutId id="2147484314" r:id="rId12"/>
    <p:sldLayoutId id="2147484316" r:id="rId13"/>
    <p:sldLayoutId id="2147484317" r:id="rId14"/>
    <p:sldLayoutId id="2147484312" r:id="rId15"/>
    <p:sldLayoutId id="2147484320" r:id="rId16"/>
    <p:sldLayoutId id="2147484321" r:id="rId17"/>
    <p:sldLayoutId id="2147484322" r:id="rId18"/>
    <p:sldLayoutId id="2147484323" r:id="rId19"/>
    <p:sldLayoutId id="2147484324" r:id="rId20"/>
    <p:sldLayoutId id="2147484325" r:id="rId21"/>
    <p:sldLayoutId id="2147484326" r:id="rId22"/>
    <p:sldLayoutId id="2147484328" r:id="rId23"/>
    <p:sldLayoutId id="2147484301" r:id="rId24"/>
    <p:sldLayoutId id="2147484302" r:id="rId25"/>
    <p:sldLayoutId id="2147484304" r:id="rId26"/>
    <p:sldLayoutId id="2147484318" r:id="rId27"/>
    <p:sldLayoutId id="2147484305" r:id="rId28"/>
    <p:sldLayoutId id="2147484319" r:id="rId29"/>
    <p:sldLayoutId id="2147484307" r:id="rId30"/>
    <p:sldLayoutId id="2147484311" r:id="rId31"/>
    <p:sldLayoutId id="2147484310" r:id="rId32"/>
    <p:sldLayoutId id="2147484309" r:id="rId33"/>
    <p:sldLayoutId id="2147484329" r:id="rId34"/>
  </p:sldLayoutIdLst>
  <p:hf sldNum="0" hdr="0" ftr="0" dt="0"/>
  <p:txStyles>
    <p:titleStyle>
      <a:lvl1pPr algn="l" defTabSz="914400" rtl="0" eaLnBrk="1" latinLnBrk="0" hangingPunct="1">
        <a:lnSpc>
          <a:spcPct val="90000"/>
        </a:lnSpc>
        <a:spcBef>
          <a:spcPct val="0"/>
        </a:spcBef>
        <a:buNone/>
        <a:defRPr lang="en-US" sz="2900" b="0" kern="1200" cap="none" baseline="0" dirty="0">
          <a:solidFill>
            <a:schemeClr val="tx1"/>
          </a:solidFill>
          <a:latin typeface="Microsoft Sans Serif" panose="020B0604020202020204" pitchFamily="34" charset="0"/>
          <a:ea typeface="+mn-ea"/>
          <a:cs typeface="Microsoft Sans Serif" panose="020B0604020202020204" pitchFamily="34" charset="0"/>
        </a:defRPr>
      </a:lvl1pPr>
    </p:titleStyle>
    <p:bodyStyle>
      <a:lvl1pPr marL="180000"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1pPr>
      <a:lvl2pPr marL="358775"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2pPr>
      <a:lvl3pPr marL="540000"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3pPr>
      <a:lvl4pPr marL="719138"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4pPr>
      <a:lvl5pPr marL="900000"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4" pos="525">
          <p15:clr>
            <a:srgbClr val="F26B43"/>
          </p15:clr>
        </p15:guide>
        <p15:guide id="35" orient="horz" pos="639">
          <p15:clr>
            <a:srgbClr val="F26B43"/>
          </p15:clr>
        </p15:guide>
        <p15:guide id="36" orient="horz" pos="751">
          <p15:clr>
            <a:srgbClr val="F26B43"/>
          </p15:clr>
        </p15:guide>
        <p15:guide id="37" orient="horz" pos="3896">
          <p15:clr>
            <a:srgbClr val="F26B43"/>
          </p15:clr>
        </p15:guide>
        <p15:guide id="38" pos="7488">
          <p15:clr>
            <a:srgbClr val="F26B43"/>
          </p15:clr>
        </p15:guide>
        <p15:guide id="39" orient="horz" pos="218">
          <p15:clr>
            <a:srgbClr val="F26B43"/>
          </p15:clr>
        </p15:guide>
        <p15:guide id="40" orient="horz" pos="168">
          <p15:clr>
            <a:srgbClr val="FFFFFF"/>
          </p15:clr>
        </p15:guide>
        <p15:guide id="41" pos="7152">
          <p15:clr>
            <a:srgbClr val="F26B43"/>
          </p15:clr>
        </p15:guide>
        <p15:guide id="42" orient="horz" pos="1007">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a:r>
              <a:t>{period} LAND review · {scope_label}</a:t>
            </a:r>
          </a:p>
        </p:txBody>
      </p:sp>
      <p:sp>
        <p:nvSpPr>
          <p:cNvPr id="3" name="Text Placeholder 2"/>
          <p:cNvSpPr>
            <a:spLocks noGrp="1"/>
          </p:cNvSpPr>
          <p:nvPr>
            <p:ph type="body" idx="22" sz="quarter"/>
          </p:nvPr>
        </p:nvSpPr>
        <p:spPr/>
        <p:txBody>
          <a:bodyPr/>
          <a:lstStyle/>
          <a:p/>
        </p:txBody>
      </p:sp>
      <p:sp>
        <p:nvSpPr>
          <p:cNvPr id="4" name="Text Placeholder 3"/>
          <p:cNvSpPr>
            <a:spLocks noGrp="1"/>
          </p:cNvSpPr>
          <p:nvPr>
            <p:ph type="body" idx="24" sz="quarter"/>
          </p:nvPr>
        </p:nvSpPr>
        <p:spPr/>
        <p:txBody>
          <a:bodyPr/>
          <a:lstStyle/>
          <a:p>
            <a:r>
              <a:t>{director_name}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Highlights and risks — {period}</a:t>
            </a:r>
          </a:p>
        </p:txBody>
      </p:sp>
      <p:sp>
        <p:nvSpPr>
          <p:cNvPr id="4" name="Content Placeholder 3"/>
          <p:cNvSpPr>
            <a:spLocks noGrp="1"/>
          </p:cNvSpPr>
          <p:nvPr>
            <p:ph idx="55" sz="quarter"/>
          </p:nvPr>
        </p:nvSpPr>
        <p:spPr/>
        <p:txBody>
          <a:bodyPr/>
          <a:lstStyle/>
          <a:p/>
        </p:txBody>
      </p:sp>
      <p:sp>
        <p:nvSpPr>
          <p:cNvPr id="5" name="Text Placeholder 4"/>
          <p:cNvSpPr>
            <a:spLocks noGrp="1"/>
          </p:cNvSpPr>
          <p:nvPr>
            <p:ph type="body" idx="56" sz="quarter"/>
          </p:nvPr>
        </p:nvSpPr>
        <p:spPr/>
        <p:txBody>
          <a:bodyPr/>
          <a:lstStyle/>
          <a:p/>
        </p:txBody>
      </p:sp>
      <p:sp>
        <p:nvSpPr>
          <p:cNvPr id="6" name="Text Placeholder 5"/>
          <p:cNvSpPr>
            <a:spLocks noGrp="1"/>
          </p:cNvSpPr>
          <p:nvPr>
            <p:ph type="body" idx="61" sz="quarter"/>
          </p:nvPr>
        </p:nvSpPr>
        <p:spPr/>
        <p:txBody>
          <a:bodyPr/>
          <a:lstStyle/>
          <a:p/>
        </p:txBody>
      </p:sp>
      <p:sp>
        <p:nvSpPr>
          <p:cNvPr id="7" name="Text Placeholder 6"/>
          <p:cNvSpPr>
            <a:spLocks noGrp="1"/>
          </p:cNvSpPr>
          <p:nvPr>
            <p:ph type="body" idx="62" sz="quarter"/>
          </p:nvPr>
        </p:nvSpPr>
        <p:spPr/>
        <p:txBody>
          <a:bodyPr/>
          <a:lstStyle/>
          <a:p/>
        </p:txBody>
      </p:sp>
      <p:sp>
        <p:nvSpPr>
          <p:cNvPr id="8" name="Text Placeholder 7"/>
          <p:cNvSpPr>
            <a:spLocks noGrp="1"/>
          </p:cNvSpPr>
          <p:nvPr>
            <p:ph type="body" idx="144" sz="quarter"/>
          </p:nvPr>
        </p:nvSpPr>
        <p:spPr/>
        <p:txBody>
          <a:bodyPr/>
          <a:lstStyle/>
          <a:p>
            <a:r>
              <a:t>Exec summary</a:t>
            </a:r>
          </a:p>
        </p:txBody>
      </p:sp>
      <p:sp>
        <p:nvSpPr>
          <p:cNvPr id="9" name="Text Placeholder 8"/>
          <p:cNvSpPr>
            <a:spLocks noGrp="1"/>
          </p:cNvSpPr>
          <p:nvPr>
            <p:ph type="body" idx="145" sz="quarter"/>
          </p:nvPr>
        </p:nvSpPr>
        <p:spPr/>
        <p:txBody>
          <a:bodyPr/>
          <a:lstStyle/>
          <a:p/>
        </p:txBody>
      </p:sp>
      <p:sp>
        <p:nvSpPr>
          <p:cNvPr id="10" name="Rectangle 9"/>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[Exec summary — manual paste for Phase 1]</a:t>
            </a:r>
          </a:p>
          <a:p>
            <a:r>
              <a:rPr sz="1100" b="0">
                <a:solidFill>
                  <a:srgbClr val="1A1D31"/>
                </a:solidFill>
                <a:latin typeface="Arial"/>
              </a:rPr>
              <a:t>Source: state/&lt;period&gt;/&lt;director&gt;/trends.json</a:t>
            </a:r>
          </a:p>
          <a:p>
            <a:r>
              <a:rPr sz="1100" b="0">
                <a:solidFill>
                  <a:srgbClr val="1A1D31"/>
                </a:solidFill>
                <a:latin typeface="Arial"/>
              </a:rPr>
              <a:t>  highlights[] (each: claim + rule_id)</a:t>
            </a:r>
          </a:p>
          <a:p>
            <a:r>
              <a:rPr sz="1100" b="0">
                <a:solidFill>
                  <a:srgbClr val="1A1D31"/>
                </a:solidFill>
                <a:latin typeface="Arial"/>
              </a:rPr>
              <a:t>  risks[]      (each: claim + rule_id)</a:t>
            </a:r>
          </a:p>
          <a:p>
            <a:r>
              <a:rPr sz="1100" b="0">
                <a:solidFill>
                  <a:srgbClr val="1A1D31"/>
                </a:solidFill>
                <a:latin typeface="Arial"/>
              </a:rPr>
              <a:t>Phase 1: copy/paste from state/&lt;period&gt;/&lt;director&gt;/brief.md</a:t>
            </a:r>
          </a:p>
          <a:p>
            <a:r>
              <a:rPr sz="1100" b="0">
                <a:solidFill>
                  <a:srgbClr val="1A1D31"/>
                </a:solidFill>
                <a:latin typeface="Arial"/>
              </a:rPr>
              <a:t>  '## Highlights' bullets into the LEFT content column</a:t>
            </a:r>
          </a:p>
          <a:p>
            <a:r>
              <a:rPr sz="1100" b="0">
                <a:solidFill>
                  <a:srgbClr val="1A1D31"/>
                </a:solidFill>
                <a:latin typeface="Arial"/>
              </a:rPr>
              <a:t>  '## Risks' bullets into the RIGHT content column.</a:t>
            </a:r>
          </a:p>
          <a:p>
            <a:r>
              <a:rPr sz="1100" b="0">
                <a:solidFill>
                  <a:srgbClr val="1A1D31"/>
                </a:solidFill>
                <a:latin typeface="Arial"/>
              </a:rPr>
              <a:t>Phase 2: build a HighlightsSummary sheet in model.xlsx that</a:t>
            </a:r>
          </a:p>
          <a:p>
            <a:r>
              <a:rPr sz="1100" b="0">
                <a:solidFill>
                  <a:srgbClr val="1A1D31"/>
                </a:solidFill>
                <a:latin typeface="Arial"/>
              </a:rPr>
              <a:t>materializes the envelope arrays into bindable cells, then</a:t>
            </a:r>
          </a:p>
          <a:p>
            <a:r>
              <a:rPr sz="1100" b="0">
                <a:solidFill>
                  <a:srgbClr val="1A1D31"/>
                </a:solidFill>
                <a:latin typeface="Arial"/>
              </a:rPr>
              <a:t>wire two think-cell 'Text Linked to Excel' bindings here</a:t>
            </a:r>
          </a:p>
          <a:p>
            <a:r>
              <a:rPr sz="1100" b="0">
                <a:solidFill>
                  <a:srgbClr val="1A1D31"/>
                </a:solidFill>
                <a:latin typeface="Arial"/>
              </a:rPr>
              <a:t>(one per column) pointing at HighlightsSummary!A:A and</a:t>
            </a:r>
          </a:p>
          <a:p>
            <a:r>
              <a:rPr sz="1100" b="0">
                <a:solidFill>
                  <a:srgbClr val="1A1D31"/>
                </a:solidFill>
                <a:latin typeface="Arial"/>
              </a:rPr>
              <a:t>HighlightsSummary!B:B.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p:txBody>
      </p:sp>
      <p:sp>
        <p:nvSpPr>
          <p:cNvPr id="3" name="Text Placeholder 2"/>
          <p:cNvSpPr>
            <a:spLocks noGrp="1"/>
          </p:cNvSpPr>
          <p:nvPr>
            <p:ph type="body" idx="20" sz="quarter"/>
          </p:nvPr>
        </p:nvSpPr>
        <p:spPr/>
        <p:txBody>
          <a:bodyPr/>
          <a:lstStyle/>
          <a:p>
            <a:r>
              <a:t>Pipeline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What moved this quarter — opening + new − won − lost = closing</a:t>
            </a:r>
          </a:p>
        </p:txBody>
      </p:sp>
      <p:sp>
        <p:nvSpPr>
          <p:cNvPr id="4" name="Text Placeholder 3"/>
          <p:cNvSpPr>
            <a:spLocks noGrp="1"/>
          </p:cNvSpPr>
          <p:nvPr>
            <p:ph type="body" idx="144" sz="quarter"/>
          </p:nvPr>
        </p:nvSpPr>
        <p:spPr/>
        <p:txBody>
          <a:bodyPr/>
          <a:lstStyle/>
          <a:p>
            <a:r>
              <a:t>Pipe-movement bridge</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WATERFALL chart — datalinked]</a:t>
            </a:r>
          </a:p>
          <a:p>
            <a:r>
              <a:rPr sz="1100" b="0">
                <a:solidFill>
                  <a:srgbClr val="1A1D31"/>
                </a:solidFill>
                <a:latin typeface="Arial"/>
              </a:rPr>
              <a:t>Range: Pipe_Movement!A2:B6</a:t>
            </a:r>
          </a:p>
          <a:p>
            <a:r>
              <a:rPr sz="1100" b="0">
                <a:solidFill>
                  <a:srgbClr val="1A1D31"/>
                </a:solidFill>
                <a:latin typeface="Arial"/>
              </a:rPr>
              <a:t>  Categories  = Bucket label (col A)</a:t>
            </a:r>
          </a:p>
          <a:p>
            <a:r>
              <a:rPr sz="1100" b="0">
                <a:solidFill>
                  <a:srgbClr val="1A1D31"/>
                </a:solidFill>
                <a:latin typeface="Arial"/>
              </a:rPr>
              <a:t>  Values      = ARR EUR (col B)</a:t>
            </a:r>
          </a:p>
          <a:p>
            <a:r>
              <a:rPr sz="1100" b="0">
                <a:solidFill>
                  <a:srgbClr val="1A1D31"/>
                </a:solidFill>
                <a:latin typeface="Arial"/>
              </a:rPr>
              <a:t>Use 'e' (subtotal) on Closing pipe row. Connectors on by default.</a:t>
            </a:r>
          </a:p>
          <a:p>
            <a:r>
              <a:rPr sz="1100" b="0">
                <a:solidFill>
                  <a:srgbClr val="1A1D31"/>
                </a:solidFill>
                <a:latin typeface="Arial"/>
              </a:rPr>
              <a:t>New+Advanced is currently a residual bucket — Phase 2 will</a:t>
            </a:r>
          </a:p>
          <a:p>
            <a:r>
              <a:rPr sz="1100" b="0">
                <a:solidFill>
                  <a:srgbClr val="1A1D31"/>
                </a:solidFill>
                <a:latin typeface="Arial"/>
              </a:rPr>
              <a:t>decompose via OpportunityFieldHistory.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8-stage SimCorp sales process — open Land+Expand ARR, {period}</a:t>
            </a:r>
          </a:p>
        </p:txBody>
      </p:sp>
      <p:sp>
        <p:nvSpPr>
          <p:cNvPr id="4" name="Text Placeholder 3"/>
          <p:cNvSpPr>
            <a:spLocks noGrp="1"/>
          </p:cNvSpPr>
          <p:nvPr>
            <p:ph type="body" idx="144" sz="quarter"/>
          </p:nvPr>
        </p:nvSpPr>
        <p:spPr/>
        <p:txBody>
          <a:bodyPr/>
          <a:lstStyle/>
          <a:p>
            <a:r>
              <a:t>Pipeline by stage</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BAR or COLUMN chart]</a:t>
            </a:r>
          </a:p>
          <a:p>
            <a:r>
              <a:rPr sz="1100" b="0">
                <a:solidFill>
                  <a:srgbClr val="1A1D31"/>
                </a:solidFill>
                <a:latin typeface="Arial"/>
              </a:rPr>
              <a:t>Range: Pipeline_By_Stage!A2:B9</a:t>
            </a:r>
          </a:p>
          <a:p>
            <a:r>
              <a:rPr sz="1100" b="0">
                <a:solidFill>
                  <a:srgbClr val="1A1D31"/>
                </a:solidFill>
                <a:latin typeface="Arial"/>
              </a:rPr>
              <a:t>  X-axis = Stage label  (col A)</a:t>
            </a:r>
          </a:p>
          <a:p>
            <a:r>
              <a:rPr sz="1100" b="0">
                <a:solidFill>
                  <a:srgbClr val="1A1D31"/>
                </a:solidFill>
                <a:latin typeface="Arial"/>
              </a:rPr>
              <a:t>  Y-axis = ARR (EUR)    (col B)</a:t>
            </a:r>
          </a:p>
          <a:p>
            <a:r>
              <a:rPr sz="1100" b="0">
                <a:solidFill>
                  <a:srgbClr val="1A1D31"/>
                </a:solidFill>
                <a:latin typeface="Arial"/>
              </a:rPr>
              <a:t>Optional 2nd series: # Opps from Pipeline_By_Stage!D2:D9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Open Land+Expand ARR by days since CreatedDate</a:t>
            </a:r>
          </a:p>
        </p:txBody>
      </p:sp>
      <p:sp>
        <p:nvSpPr>
          <p:cNvPr id="4" name="Text Placeholder 3"/>
          <p:cNvSpPr>
            <a:spLocks noGrp="1"/>
          </p:cNvSpPr>
          <p:nvPr>
            <p:ph type="body" idx="144" sz="quarter"/>
          </p:nvPr>
        </p:nvSpPr>
        <p:spPr/>
        <p:txBody>
          <a:bodyPr/>
          <a:lstStyle/>
          <a:p>
            <a:r>
              <a:t>Pipeline aging</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STACKED BAR or 100% chart]</a:t>
            </a:r>
          </a:p>
          <a:p>
            <a:r>
              <a:rPr sz="1100" b="0">
                <a:solidFill>
                  <a:srgbClr val="1A1D31"/>
                </a:solidFill>
                <a:latin typeface="Arial"/>
              </a:rPr>
              <a:t>Range: Pipeline_Aging!A2:E7</a:t>
            </a:r>
          </a:p>
          <a:p>
            <a:r>
              <a:rPr sz="1100" b="0">
                <a:solidFill>
                  <a:srgbClr val="1A1D31"/>
                </a:solidFill>
                <a:latin typeface="Arial"/>
              </a:rPr>
              <a:t>  Categories  = Age bucket (col A)</a:t>
            </a:r>
          </a:p>
          <a:p>
            <a:r>
              <a:rPr sz="1100" b="0">
                <a:solidFill>
                  <a:srgbClr val="1A1D31"/>
                </a:solidFill>
                <a:latin typeface="Arial"/>
              </a:rPr>
              <a:t>  Series      = ARR EUR (col D), # Opps (col E)</a:t>
            </a:r>
          </a:p>
          <a:p>
            <a:r>
              <a:rPr sz="1100" b="0">
                <a:solidFill>
                  <a:srgbClr val="1A1D31"/>
                </a:solidFill>
                <a:latin typeface="Arial"/>
              </a:rPr>
              <a:t>Highlight zombie (&gt;730d) bar in coral (#EF3E4A)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Top-10 open Land deals by ARR (named accounts, owners, ages)</a:t>
            </a:r>
          </a:p>
        </p:txBody>
      </p:sp>
      <p:sp>
        <p:nvSpPr>
          <p:cNvPr id="4" name="Text Placeholder 3"/>
          <p:cNvSpPr>
            <a:spLocks noGrp="1"/>
          </p:cNvSpPr>
          <p:nvPr>
            <p:ph type="body" idx="144" sz="quarter"/>
          </p:nvPr>
        </p:nvSpPr>
        <p:spPr/>
        <p:txBody>
          <a:bodyPr/>
          <a:lstStyle/>
          <a:p>
            <a:r>
              <a:t>Top deals — Land</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datalinked]</a:t>
            </a:r>
          </a:p>
          <a:p>
            <a:r>
              <a:rPr sz="1100" b="0">
                <a:solidFill>
                  <a:srgbClr val="1A1D31"/>
                </a:solidFill>
                <a:latin typeface="Arial"/>
              </a:rPr>
              <a:t>Source: legacy land.xlsx (NOT model.xlsx)</a:t>
            </a:r>
          </a:p>
          <a:p>
            <a:r>
              <a:rPr sz="1100" b="0">
                <a:solidFill>
                  <a:srgbClr val="1A1D31"/>
                </a:solidFill>
                <a:latin typeface="Arial"/>
              </a:rPr>
              <a:t>Range: Top_Deals_Land!A1:H11</a:t>
            </a:r>
          </a:p>
          <a:p>
            <a:r>
              <a:rPr sz="1100" b="0">
                <a:solidFill>
                  <a:srgbClr val="1A1D31"/>
                </a:solidFill>
                <a:latin typeface="Arial"/>
              </a:rPr>
              <a:t>  Columns: # / Account / Opportunity / Owner / Stage /</a:t>
            </a:r>
          </a:p>
          <a:p>
            <a:r>
              <a:rPr sz="1100" b="0">
                <a:solidFill>
                  <a:srgbClr val="1A1D31"/>
                </a:solidFill>
                <a:latin typeface="Arial"/>
              </a:rPr>
              <a:t>           Close Date / Age (days) / ARR (EUR)</a:t>
            </a:r>
          </a:p>
          <a:p>
            <a:r>
              <a:rPr sz="1100" b="0">
                <a:solidFill>
                  <a:srgbClr val="1A1D31"/>
                </a:solidFill>
                <a:latin typeface="Arial"/>
              </a:rPr>
              <a:t>Highlight Stage 5+ rows in pale green; flag Age &gt; 365d in coral.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Top-10 open Expand deals by ARR (existing accounts being grown)</a:t>
            </a:r>
          </a:p>
        </p:txBody>
      </p:sp>
      <p:sp>
        <p:nvSpPr>
          <p:cNvPr id="4" name="Text Placeholder 3"/>
          <p:cNvSpPr>
            <a:spLocks noGrp="1"/>
          </p:cNvSpPr>
          <p:nvPr>
            <p:ph type="body" idx="144" sz="quarter"/>
          </p:nvPr>
        </p:nvSpPr>
        <p:spPr/>
        <p:txBody>
          <a:bodyPr/>
          <a:lstStyle/>
          <a:p>
            <a:r>
              <a:t>Top deals — Expand</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datalinked]</a:t>
            </a:r>
          </a:p>
          <a:p>
            <a:r>
              <a:rPr sz="1100" b="0">
                <a:solidFill>
                  <a:srgbClr val="1A1D31"/>
                </a:solidFill>
                <a:latin typeface="Arial"/>
              </a:rPr>
              <a:t>Source: legacy land.xlsx (NOT model.xlsx)</a:t>
            </a:r>
          </a:p>
          <a:p>
            <a:r>
              <a:rPr sz="1100" b="0">
                <a:solidFill>
                  <a:srgbClr val="1A1D31"/>
                </a:solidFill>
                <a:latin typeface="Arial"/>
              </a:rPr>
              <a:t>Range: Top_Deals_Expand!A1:H11</a:t>
            </a:r>
          </a:p>
          <a:p>
            <a:r>
              <a:rPr sz="1100" b="0">
                <a:solidFill>
                  <a:srgbClr val="1A1D31"/>
                </a:solidFill>
                <a:latin typeface="Arial"/>
              </a:rPr>
              <a:t>Same columns as Top deals — Land slide.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Stage 3+ Land/Expand deals missing the SimCorp Commercial Approval gate</a:t>
            </a:r>
          </a:p>
        </p:txBody>
      </p:sp>
      <p:sp>
        <p:nvSpPr>
          <p:cNvPr id="4" name="Text Placeholder 3"/>
          <p:cNvSpPr>
            <a:spLocks noGrp="1"/>
          </p:cNvSpPr>
          <p:nvPr>
            <p:ph type="body" idx="144" sz="quarter"/>
          </p:nvPr>
        </p:nvSpPr>
        <p:spPr/>
        <p:txBody>
          <a:bodyPr/>
          <a:lstStyle/>
          <a:p>
            <a:r>
              <a:t>Pending Commercial Approval</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datalinked]</a:t>
            </a:r>
          </a:p>
          <a:p>
            <a:r>
              <a:rPr sz="1100" b="0">
                <a:solidFill>
                  <a:srgbClr val="1A1D31"/>
                </a:solidFill>
                <a:latin typeface="Arial"/>
              </a:rPr>
              <a:t>Source: legacy land.xlsx (NOT model.xlsx)</a:t>
            </a:r>
          </a:p>
          <a:p>
            <a:r>
              <a:rPr sz="1100" b="0">
                <a:solidFill>
                  <a:srgbClr val="1A1D31"/>
                </a:solidFill>
                <a:latin typeface="Arial"/>
              </a:rPr>
              <a:t>Range: Pending_Commercial_Approval!A3:H&lt;last&gt;</a:t>
            </a:r>
          </a:p>
          <a:p>
            <a:r>
              <a:rPr sz="1100" b="0">
                <a:solidFill>
                  <a:srgbClr val="1A1D31"/>
                </a:solidFill>
                <a:latin typeface="Arial"/>
              </a:rPr>
              <a:t>  Columns: # / Account / Opportunity / Owner / Stage /</a:t>
            </a:r>
          </a:p>
          <a:p>
            <a:r>
              <a:rPr sz="1100" b="0">
                <a:solidFill>
                  <a:srgbClr val="1A1D31"/>
                </a:solidFill>
                <a:latin typeface="Arial"/>
              </a:rPr>
              <a:t>           Close Date / Type / ARR (EUR)</a:t>
            </a:r>
          </a:p>
          <a:p>
            <a:r>
              <a:rPr sz="1100" b="0">
                <a:solidFill>
                  <a:srgbClr val="1A1D31"/>
                </a:solidFill>
                <a:latin typeface="Arial"/>
              </a:rPr>
              <a:t>Per Commercial Handbook: Land = ALL deals require approval,</a:t>
            </a:r>
          </a:p>
          <a:p>
            <a:r>
              <a:rPr sz="1100" b="0">
                <a:solidFill>
                  <a:srgbClr val="1A1D31"/>
                </a:solidFill>
                <a:latin typeface="Arial"/>
              </a:rPr>
              <a:t>Expand triggers at AER &gt;= EUR 500k. Flag any rows here for the</a:t>
            </a:r>
          </a:p>
          <a:p>
            <a:r>
              <a:rPr sz="1100" b="0">
                <a:solidFill>
                  <a:srgbClr val="1A1D31"/>
                </a:solidFill>
                <a:latin typeface="Arial"/>
              </a:rPr>
              <a:t>next Commercial Approval committee.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p:txBody>
      </p:sp>
      <p:sp>
        <p:nvSpPr>
          <p:cNvPr id="3" name="Text Placeholder 2"/>
          <p:cNvSpPr>
            <a:spLocks noGrp="1"/>
          </p:cNvSpPr>
          <p:nvPr>
            <p:ph type="body" idx="20" sz="quarter"/>
          </p:nvPr>
        </p:nvSpPr>
        <p:spPr/>
        <p:txBody>
          <a:bodyPr/>
          <a:lstStyle/>
          <a:p>
            <a:r>
              <a:t>Retention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Open Renewal opps in scope — risk-of-termination flagged</a:t>
            </a:r>
          </a:p>
        </p:txBody>
      </p:sp>
      <p:sp>
        <p:nvSpPr>
          <p:cNvPr id="4" name="Text Placeholder 3"/>
          <p:cNvSpPr>
            <a:spLocks noGrp="1"/>
          </p:cNvSpPr>
          <p:nvPr>
            <p:ph type="body" idx="144" sz="quarter"/>
          </p:nvPr>
        </p:nvSpPr>
        <p:spPr/>
        <p:txBody>
          <a:bodyPr/>
          <a:lstStyle/>
          <a:p>
            <a:r>
              <a:t>Renewal Pipeline</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HARVEY BALLS]</a:t>
            </a:r>
          </a:p>
          <a:p>
            <a:r>
              <a:rPr sz="1100" b="0">
                <a:solidFill>
                  <a:srgbClr val="1A1D31"/>
                </a:solidFill>
                <a:latin typeface="Arial"/>
              </a:rPr>
              <a:t>Source: legacy land.xlsx (NOT model.xlsx)</a:t>
            </a:r>
          </a:p>
          <a:p>
            <a:r>
              <a:rPr sz="1100" b="0">
                <a:solidFill>
                  <a:srgbClr val="1A1D31"/>
                </a:solidFill>
                <a:latin typeface="Arial"/>
              </a:rPr>
              <a:t>Range: At_Risk_Renewals!A1:H&lt;last&gt;</a:t>
            </a:r>
          </a:p>
          <a:p>
            <a:r>
              <a:rPr sz="1100" b="0">
                <a:solidFill>
                  <a:srgbClr val="1A1D31"/>
                </a:solidFill>
                <a:latin typeface="Arial"/>
              </a:rPr>
              <a:t>  Columns: # / Account / Owner / Stage / Close Date / ACV /</a:t>
            </a:r>
          </a:p>
          <a:p>
            <a:r>
              <a:rPr sz="1100" b="0">
                <a:solidFill>
                  <a:srgbClr val="1A1D31"/>
                </a:solidFill>
                <a:latin typeface="Arial"/>
              </a:rPr>
              <a:t>           Risk / Risk score (0-4)</a:t>
            </a:r>
          </a:p>
          <a:p>
            <a:r>
              <a:rPr sz="1100" b="0">
                <a:solidFill>
                  <a:srgbClr val="1A1D31"/>
                </a:solidFill>
                <a:latin typeface="Arial"/>
              </a:rPr>
              <a:t>Insert a think-cell HARVEY BALL (Insert &gt; think-cell &gt; Elements &gt;</a:t>
            </a:r>
          </a:p>
          <a:p>
            <a:r>
              <a:rPr sz="1100" b="0">
                <a:solidFill>
                  <a:srgbClr val="1A1D31"/>
                </a:solidFill>
                <a:latin typeface="Arial"/>
              </a:rPr>
              <a:t>Harvey ball) in a new column to the right of Risk score. Bind the</a:t>
            </a:r>
          </a:p>
          <a:p>
            <a:r>
              <a:rPr sz="1100" b="0">
                <a:solidFill>
                  <a:srgbClr val="1A1D31"/>
                </a:solidFill>
                <a:latin typeface="Arial"/>
              </a:rPr>
              <a:t>ball value to the Risk score column (0=empty, 4=full).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{period} renewal save rate — proxy from closed Renewal opps last 12mo</a:t>
            </a:r>
          </a:p>
        </p:txBody>
      </p:sp>
      <p:sp>
        <p:nvSpPr>
          <p:cNvPr id="4" name="Text Placeholder 3"/>
          <p:cNvSpPr>
            <a:spLocks noGrp="1"/>
          </p:cNvSpPr>
          <p:nvPr>
            <p:ph type="body" idx="144" sz="quarter"/>
          </p:nvPr>
        </p:nvSpPr>
        <p:spPr/>
        <p:txBody>
          <a:bodyPr/>
          <a:lstStyle/>
          <a:p>
            <a:r>
              <a:t>GRR proxy</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datalinked]</a:t>
            </a:r>
          </a:p>
          <a:p>
            <a:r>
              <a:rPr sz="1100" b="0">
                <a:solidFill>
                  <a:srgbClr val="1A1D31"/>
                </a:solidFill>
                <a:latin typeface="Arial"/>
              </a:rPr>
              <a:t>Source: model.xlsx</a:t>
            </a:r>
          </a:p>
          <a:p>
            <a:r>
              <a:rPr sz="1100" b="0">
                <a:solidFill>
                  <a:srgbClr val="1A1D31"/>
                </a:solidFill>
                <a:latin typeface="Arial"/>
              </a:rPr>
              <a:t>Range: Retention!A1:B4</a:t>
            </a:r>
          </a:p>
          <a:p>
            <a:r>
              <a:rPr sz="1100" b="0">
                <a:solidFill>
                  <a:srgbClr val="1A1D31"/>
                </a:solidFill>
                <a:latin typeface="Arial"/>
              </a:rPr>
              <a:t>  Cols: Metric / Value</a:t>
            </a:r>
          </a:p>
          <a:p>
            <a:r>
              <a:rPr sz="1100" b="0">
                <a:solidFill>
                  <a:srgbClr val="1A1D31"/>
                </a:solidFill>
                <a:latin typeface="Arial"/>
              </a:rPr>
              <a:t>  Rows: Won Renewal ACV (last 12mo), Lost Renewal ACV (last 12mo),</a:t>
            </a:r>
          </a:p>
          <a:p>
            <a:r>
              <a:rPr sz="1100" b="0">
                <a:solidFill>
                  <a:srgbClr val="1A1D31"/>
                </a:solidFill>
                <a:latin typeface="Arial"/>
              </a:rPr>
              <a:t>        GRR proxy %</a:t>
            </a:r>
          </a:p>
          <a:p>
            <a:r>
              <a:rPr sz="1100" b="0">
                <a:solidFill>
                  <a:srgbClr val="1A1D31"/>
                </a:solidFill>
                <a:latin typeface="Arial"/>
              </a:rPr>
              <a:t>Bind cell A5 separately as a footnote text element to surface</a:t>
            </a:r>
          </a:p>
          <a:p>
            <a:r>
              <a:rPr sz="1100" b="0">
                <a:solidFill>
                  <a:srgbClr val="1A1D31"/>
                </a:solidFill>
                <a:latin typeface="Arial"/>
              </a:rPr>
              <a:t>the PROXY caveat (auto-renewals excluded, etc.).</a:t>
            </a:r>
          </a:p>
          <a:p>
            <a:r>
              <a:rPr sz="1100" b="0">
                <a:solidFill>
                  <a:srgbClr val="1A1D31"/>
                </a:solidFill>
                <a:latin typeface="Arial"/>
              </a:rPr>
              <a:t>CAVEAT: this is GRR-proxy-only today. True NRR + churn ACV +</a:t>
            </a:r>
          </a:p>
          <a:p>
            <a:r>
              <a:rPr sz="1100" b="0">
                <a:solidFill>
                  <a:srgbClr val="1A1D31"/>
                </a:solidFill>
                <a:latin typeface="Arial"/>
              </a:rPr>
              <a:t>expansion ACV require Pipeline_Snapshot__c history — Phase 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CFQ Land+Expand pipeline by SF ForecastCategoryName</a:t>
            </a:r>
          </a:p>
        </p:txBody>
      </p:sp>
      <p:sp>
        <p:nvSpPr>
          <p:cNvPr id="4" name="Text Placeholder 3"/>
          <p:cNvSpPr>
            <a:spLocks noGrp="1"/>
          </p:cNvSpPr>
          <p:nvPr>
            <p:ph type="body" idx="144" sz="quarter"/>
          </p:nvPr>
        </p:nvSpPr>
        <p:spPr/>
        <p:txBody>
          <a:bodyPr/>
          <a:lstStyle/>
          <a:p>
            <a:r>
              <a:t>Forecast Category breakdown</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COLUMN chart or table — datalinked]</a:t>
            </a:r>
          </a:p>
          <a:p>
            <a:r>
              <a:rPr sz="1100" b="0">
                <a:solidFill>
                  <a:srgbClr val="1A1D31"/>
                </a:solidFill>
                <a:latin typeface="Arial"/>
              </a:rPr>
              <a:t>Source: legacy land.xlsx (NOT model.xlsx)</a:t>
            </a:r>
          </a:p>
          <a:p>
            <a:r>
              <a:rPr sz="1100" b="0">
                <a:solidFill>
                  <a:srgbClr val="1A1D31"/>
                </a:solidFill>
                <a:latin typeface="Arial"/>
              </a:rPr>
              <a:t>Range: Forecast_Category!A4:C&lt;last&gt;</a:t>
            </a:r>
          </a:p>
          <a:p>
            <a:r>
              <a:rPr sz="1100" b="0">
                <a:solidFill>
                  <a:srgbClr val="1A1D31"/>
                </a:solidFill>
                <a:latin typeface="Arial"/>
              </a:rPr>
              <a:t>  Columns: Category / # Opps / ARR (EUR)</a:t>
            </a:r>
          </a:p>
          <a:p>
            <a:r>
              <a:rPr sz="1100" b="0">
                <a:solidFill>
                  <a:srgbClr val="1A1D31"/>
                </a:solidFill>
                <a:latin typeface="Arial"/>
              </a:rPr>
              <a:t>Categories: Pipeline / Best Case / Commit / Closed / Omitted.</a:t>
            </a:r>
          </a:p>
          <a:p>
            <a:r>
              <a:rPr sz="1100" b="0">
                <a:solidFill>
                  <a:srgbClr val="1A1D31"/>
                </a:solidFill>
                <a:latin typeface="Arial"/>
              </a:rPr>
              <a:t>Stakeholder framing: Commit is the floor; Best Case + Pipeline</a:t>
            </a:r>
          </a:p>
          <a:p>
            <a:r>
              <a:rPr sz="1100" b="0">
                <a:solidFill>
                  <a:srgbClr val="1A1D31"/>
                </a:solidFill>
                <a:latin typeface="Arial"/>
              </a:rPr>
              <a:t>is the upside.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p:txBody>
      </p:sp>
      <p:sp>
        <p:nvSpPr>
          <p:cNvPr id="3" name="Text Placeholder 2"/>
          <p:cNvSpPr>
            <a:spLocks noGrp="1"/>
          </p:cNvSpPr>
          <p:nvPr>
            <p:ph type="body" idx="20" sz="quarter"/>
          </p:nvPr>
        </p:nvSpPr>
        <p:spPr/>
        <p:txBody>
          <a:bodyPr/>
          <a:lstStyle/>
          <a:p>
            <a:r>
              <a:t>Territory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Open Land+Expand ARR by rep within director scope</a:t>
            </a:r>
          </a:p>
        </p:txBody>
      </p:sp>
      <p:sp>
        <p:nvSpPr>
          <p:cNvPr id="4" name="Text Placeholder 3"/>
          <p:cNvSpPr>
            <a:spLocks noGrp="1"/>
          </p:cNvSpPr>
          <p:nvPr>
            <p:ph type="body" idx="144" sz="quarter"/>
          </p:nvPr>
        </p:nvSpPr>
        <p:spPr/>
        <p:txBody>
          <a:bodyPr/>
          <a:lstStyle/>
          <a:p>
            <a:r>
              <a:t>By owner</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horizontal BAR chart]</a:t>
            </a:r>
          </a:p>
          <a:p>
            <a:r>
              <a:rPr sz="1100" b="0">
                <a:solidFill>
                  <a:srgbClr val="1A1D31"/>
                </a:solidFill>
                <a:latin typeface="Arial"/>
              </a:rPr>
              <a:t>Range: By_Owner!A2:B&lt;last&gt;</a:t>
            </a:r>
          </a:p>
          <a:p>
            <a:r>
              <a:rPr sz="1100" b="0">
                <a:solidFill>
                  <a:srgbClr val="1A1D31"/>
                </a:solidFill>
                <a:latin typeface="Arial"/>
              </a:rPr>
              <a:t>  Y-axis  = Owner name (col A)</a:t>
            </a:r>
          </a:p>
          <a:p>
            <a:r>
              <a:rPr sz="1100" b="0">
                <a:solidFill>
                  <a:srgbClr val="1A1D31"/>
                </a:solidFill>
                <a:latin typeface="Arial"/>
              </a:rPr>
              <a:t>  X-axis  = ARR (col B)</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Where the pipeline lives — cross-tab heat map</a:t>
            </a:r>
          </a:p>
        </p:txBody>
      </p:sp>
      <p:sp>
        <p:nvSpPr>
          <p:cNvPr id="4" name="Text Placeholder 3"/>
          <p:cNvSpPr>
            <a:spLocks noGrp="1"/>
          </p:cNvSpPr>
          <p:nvPr>
            <p:ph type="body" idx="144" sz="quarter"/>
          </p:nvPr>
        </p:nvSpPr>
        <p:spPr/>
        <p:txBody>
          <a:bodyPr/>
          <a:lstStyle/>
          <a:p>
            <a:r>
              <a:t>Stage × Industry</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MEKKO chart — variable-width 100%-stacked]</a:t>
            </a:r>
          </a:p>
          <a:p>
            <a:r>
              <a:rPr sz="1100" b="0">
                <a:solidFill>
                  <a:srgbClr val="1A1D31"/>
                </a:solidFill>
                <a:latin typeface="Arial"/>
              </a:rPr>
              <a:t>Range: Pivots — find 'Stage × Industry' block on the Pivots sheet</a:t>
            </a:r>
          </a:p>
          <a:p>
            <a:r>
              <a:rPr sz="1100" b="0">
                <a:solidFill>
                  <a:srgbClr val="1A1D31"/>
                </a:solidFill>
                <a:latin typeface="Arial"/>
              </a:rPr>
              <a:t>  Bar width  = total ARR per industry (column totals)</a:t>
            </a:r>
          </a:p>
          <a:p>
            <a:r>
              <a:rPr sz="1100" b="0">
                <a:solidFill>
                  <a:srgbClr val="1A1D31"/>
                </a:solidFill>
                <a:latin typeface="Arial"/>
              </a:rPr>
              <a:t>  Bar height = stage mix % within each industry</a:t>
            </a:r>
          </a:p>
          <a:p>
            <a:r>
              <a:rPr sz="1100" b="0">
                <a:solidFill>
                  <a:srgbClr val="1A1D31"/>
                </a:solidFill>
                <a:latin typeface="Arial"/>
              </a:rPr>
              <a:t>Mekko encodes ARR weight in bar width — heavier-pipe industries</a:t>
            </a:r>
          </a:p>
          <a:p>
            <a:r>
              <a:rPr sz="1100" b="0">
                <a:solidFill>
                  <a:srgbClr val="1A1D31"/>
                </a:solidFill>
                <a:latin typeface="Arial"/>
              </a:rPr>
              <a:t>appear visually larger, replacing the heat-map workaround.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Open ARR by Account.BillingCountry within director scope</a:t>
            </a:r>
          </a:p>
        </p:txBody>
      </p:sp>
      <p:sp>
        <p:nvSpPr>
          <p:cNvPr id="4" name="Text Placeholder 3"/>
          <p:cNvSpPr>
            <a:spLocks noGrp="1"/>
          </p:cNvSpPr>
          <p:nvPr>
            <p:ph type="body" idx="144" sz="quarter"/>
          </p:nvPr>
        </p:nvSpPr>
        <p:spPr/>
        <p:txBody>
          <a:bodyPr/>
          <a:lstStyle/>
          <a:p>
            <a:r>
              <a:t>Per-territory pipeline mix</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BAR chart — datalinked]</a:t>
            </a:r>
          </a:p>
          <a:p>
            <a:r>
              <a:rPr sz="1100" b="0">
                <a:solidFill>
                  <a:srgbClr val="1A1D31"/>
                </a:solidFill>
                <a:latin typeface="Arial"/>
              </a:rPr>
              <a:t>Source: model.xlsx</a:t>
            </a:r>
          </a:p>
          <a:p>
            <a:r>
              <a:rPr sz="1100" b="0">
                <a:solidFill>
                  <a:srgbClr val="1A1D31"/>
                </a:solidFill>
                <a:latin typeface="Arial"/>
              </a:rPr>
              <a:t>Range: Territory_Performance!A1:D&lt;last&gt;</a:t>
            </a:r>
          </a:p>
          <a:p>
            <a:r>
              <a:rPr sz="1100" b="0">
                <a:solidFill>
                  <a:srgbClr val="1A1D31"/>
                </a:solidFill>
                <a:latin typeface="Arial"/>
              </a:rPr>
              <a:t>  Cols: # / Country / # Opps / Open ARR (EUR)</a:t>
            </a:r>
          </a:p>
          <a:p>
            <a:r>
              <a:rPr sz="1100" b="0">
                <a:solidFill>
                  <a:srgbClr val="1A1D31"/>
                </a:solidFill>
                <a:latin typeface="Arial"/>
              </a:rPr>
              <a:t>  Pre-sorted descending by ARR (Top-N seed)</a:t>
            </a:r>
          </a:p>
          <a:p>
            <a:r>
              <a:rPr sz="1100" b="0">
                <a:solidFill>
                  <a:srgbClr val="1A1D31"/>
                </a:solidFill>
                <a:latin typeface="Arial"/>
              </a:rPr>
              <a:t>X-axis = Country (col B), Y-axis = ARR (col D). Optional 2nd</a:t>
            </a:r>
          </a:p>
          <a:p>
            <a:r>
              <a:rPr sz="1100" b="0">
                <a:solidFill>
                  <a:srgbClr val="1A1D31"/>
                </a:solidFill>
                <a:latin typeface="Arial"/>
              </a:rPr>
              <a:t>series: # Opps (col C) on a secondary axis. % of book is NOT</a:t>
            </a:r>
          </a:p>
          <a:p>
            <a:r>
              <a:rPr sz="1100" b="0">
                <a:solidFill>
                  <a:srgbClr val="1A1D31"/>
                </a:solidFill>
                <a:latin typeface="Arial"/>
              </a:rPr>
              <a:t>in this sheet today — compute it as a deck-side derived field</a:t>
            </a:r>
          </a:p>
          <a:p>
            <a:r>
              <a:rPr sz="1100" b="0">
                <a:solidFill>
                  <a:srgbClr val="1A1D31"/>
                </a:solidFill>
                <a:latin typeface="Arial"/>
              </a:rPr>
              <a:t>(=ARR / Pipeline_Total!B2+B3) if needed.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Closed-won and closed-lost ARR — quarter-to-date</a:t>
            </a:r>
          </a:p>
        </p:txBody>
      </p:sp>
      <p:sp>
        <p:nvSpPr>
          <p:cNvPr id="4" name="Text Placeholder 3"/>
          <p:cNvSpPr>
            <a:spLocks noGrp="1"/>
          </p:cNvSpPr>
          <p:nvPr>
            <p:ph type="body" idx="144" sz="quarter"/>
          </p:nvPr>
        </p:nvSpPr>
        <p:spPr/>
        <p:txBody>
          <a:bodyPr/>
          <a:lstStyle/>
          <a:p>
            <a:r>
              <a:t>QTD wins and losses</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GROUPED COLUMN chart or table — datalinked]</a:t>
            </a:r>
          </a:p>
          <a:p>
            <a:r>
              <a:rPr sz="1100" b="0">
                <a:solidFill>
                  <a:srgbClr val="1A1D31"/>
                </a:solidFill>
                <a:latin typeface="Arial"/>
              </a:rPr>
              <a:t>Source: model.xlsx</a:t>
            </a:r>
          </a:p>
          <a:p>
            <a:r>
              <a:rPr sz="1100" b="0">
                <a:solidFill>
                  <a:srgbClr val="1A1D31"/>
                </a:solidFill>
                <a:latin typeface="Arial"/>
              </a:rPr>
              <a:t>Range: Wins_Losses_QTD!A1:D3</a:t>
            </a:r>
          </a:p>
          <a:p>
            <a:r>
              <a:rPr sz="1100" b="0">
                <a:solidFill>
                  <a:srgbClr val="1A1D31"/>
                </a:solidFill>
                <a:latin typeface="Arial"/>
              </a:rPr>
              <a:t>  Cols: Outcome / # / ARR (Land+Expand, EUR) / ACV (Renewal, EUR)</a:t>
            </a:r>
          </a:p>
          <a:p>
            <a:r>
              <a:rPr sz="1100" b="0">
                <a:solidFill>
                  <a:srgbClr val="1A1D31"/>
                </a:solidFill>
                <a:latin typeface="Arial"/>
              </a:rPr>
              <a:t>  Rows: Won, Lost</a:t>
            </a:r>
          </a:p>
          <a:p>
            <a:r>
              <a:rPr sz="1100" b="0">
                <a:solidFill>
                  <a:srgbClr val="1A1D31"/>
                </a:solidFill>
                <a:latin typeface="Arial"/>
              </a:rPr>
              <a:t>Render as 2-row table OR grouped column (Won vs Lost). Highlight</a:t>
            </a:r>
          </a:p>
          <a:p>
            <a:r>
              <a:rPr sz="1100" b="0">
                <a:solidFill>
                  <a:srgbClr val="1A1D31"/>
                </a:solidFill>
                <a:latin typeface="Arial"/>
              </a:rPr>
              <a:t>Won row in brand-blue (#083EA7); Lost row in coral (#EF3E4A).</a:t>
            </a:r>
          </a:p>
          <a:p>
            <a:r>
              <a:rPr sz="1100" b="0">
                <a:solidFill>
                  <a:srgbClr val="1A1D31"/>
                </a:solidFill>
                <a:latin typeface="Arial"/>
              </a:rPr>
              <a:t>Cycle days is on the Sales_Velocity slide, not here.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Stage age (proxy via CreatedDate) — caveat in cell F1</a:t>
            </a:r>
          </a:p>
        </p:txBody>
      </p:sp>
      <p:sp>
        <p:nvSpPr>
          <p:cNvPr id="4" name="Text Placeholder 3"/>
          <p:cNvSpPr>
            <a:spLocks noGrp="1"/>
          </p:cNvSpPr>
          <p:nvPr>
            <p:ph type="body" idx="144" sz="quarter"/>
          </p:nvPr>
        </p:nvSpPr>
        <p:spPr/>
        <p:txBody>
          <a:bodyPr/>
          <a:lstStyle/>
          <a:p>
            <a:r>
              <a:t>Velocity</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COMBO chart — bar + line]</a:t>
            </a:r>
          </a:p>
          <a:p>
            <a:r>
              <a:rPr sz="1100" b="0">
                <a:solidFill>
                  <a:srgbClr val="1A1D31"/>
                </a:solidFill>
                <a:latin typeface="Arial"/>
              </a:rPr>
              <a:t>Range: Velocity!A3:E10</a:t>
            </a:r>
          </a:p>
          <a:p>
            <a:r>
              <a:rPr sz="1100" b="0">
                <a:solidFill>
                  <a:srgbClr val="1A1D31"/>
                </a:solidFill>
                <a:latin typeface="Arial"/>
              </a:rPr>
              <a:t>  Bars (left axis)  = # Open opps (col B)</a:t>
            </a:r>
          </a:p>
          <a:p>
            <a:r>
              <a:rPr sz="1100" b="0">
                <a:solidFill>
                  <a:srgbClr val="1A1D31"/>
                </a:solidFill>
                <a:latin typeface="Arial"/>
              </a:rPr>
              <a:t>  Line (right axis) = Avg age days (col C)</a:t>
            </a:r>
          </a:p>
          <a:p>
            <a:r>
              <a:rPr sz="1100" b="0">
                <a:solidFill>
                  <a:srgbClr val="1A1D31"/>
                </a:solidFill>
                <a:latin typeface="Arial"/>
              </a:rPr>
              <a:t>  Annotate stages where &gt;180d count (col E) &gt; 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p:txBody>
      </p:sp>
      <p:sp>
        <p:nvSpPr>
          <p:cNvPr id="3" name="Text Placeholder 2"/>
          <p:cNvSpPr>
            <a:spLocks noGrp="1"/>
          </p:cNvSpPr>
          <p:nvPr>
            <p:ph type="body" idx="20" sz="quarter"/>
          </p:nvPr>
        </p:nvSpPr>
        <p:spPr/>
        <p:txBody>
          <a:bodyPr/>
          <a:lstStyle/>
          <a:p>
            <a:r>
              <a:t>Risks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Top-N share of total open pipeline + single-deal flag</a:t>
            </a:r>
          </a:p>
        </p:txBody>
      </p:sp>
      <p:sp>
        <p:nvSpPr>
          <p:cNvPr id="4" name="Text Placeholder 3"/>
          <p:cNvSpPr>
            <a:spLocks noGrp="1"/>
          </p:cNvSpPr>
          <p:nvPr>
            <p:ph type="body" idx="144" sz="quarter"/>
          </p:nvPr>
        </p:nvSpPr>
        <p:spPr/>
        <p:txBody>
          <a:bodyPr/>
          <a:lstStyle/>
          <a:p>
            <a:r>
              <a:t>Concentration risk</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text + 100%-stacked column]</a:t>
            </a:r>
          </a:p>
          <a:p>
            <a:r>
              <a:rPr sz="1100" b="0">
                <a:solidFill>
                  <a:srgbClr val="1A1D31"/>
                </a:solidFill>
                <a:latin typeface="Arial"/>
              </a:rPr>
              <a:t>Cell binds:</a:t>
            </a:r>
          </a:p>
          <a:p>
            <a:r>
              <a:rPr sz="1100" b="0">
                <a:solidFill>
                  <a:srgbClr val="1A1D31"/>
                </a:solidFill>
                <a:latin typeface="Arial"/>
              </a:rPr>
              <a:t>  Concentration!B5  →  largest deal account</a:t>
            </a:r>
          </a:p>
          <a:p>
            <a:r>
              <a:rPr sz="1100" b="0">
                <a:solidFill>
                  <a:srgbClr val="1A1D31"/>
                </a:solidFill>
                <a:latin typeface="Arial"/>
              </a:rPr>
              <a:t>  Concentration!B6  →  largest deal ARR</a:t>
            </a:r>
          </a:p>
          <a:p>
            <a:r>
              <a:rPr sz="1100" b="0">
                <a:solidFill>
                  <a:srgbClr val="1A1D31"/>
                </a:solidFill>
                <a:latin typeface="Arial"/>
              </a:rPr>
              <a:t>  Concentration!B7  →  share of total pipeline (%)</a:t>
            </a:r>
          </a:p>
          <a:p>
            <a:r>
              <a:rPr sz="1100" b="0">
                <a:solidFill>
                  <a:srgbClr val="1A1D31"/>
                </a:solidFill>
                <a:latin typeface="Arial"/>
              </a:rPr>
              <a:t>  Concentration!B8  →  '25% threshold tripped?' flag</a:t>
            </a:r>
          </a:p>
          <a:p>
            <a:r>
              <a:rPr sz="1100" b="0">
                <a:solidFill>
                  <a:srgbClr val="1A1D31"/>
                </a:solidFill>
                <a:latin typeface="Arial"/>
              </a:rPr>
              <a:t>Top-N column: Concentration!A12:C15 (Top 1/3/5/10 account share)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Open late-stage opps older than 60 days by CreatedDate</a:t>
            </a:r>
          </a:p>
        </p:txBody>
      </p:sp>
      <p:sp>
        <p:nvSpPr>
          <p:cNvPr id="4" name="Text Placeholder 3"/>
          <p:cNvSpPr>
            <a:spLocks noGrp="1"/>
          </p:cNvSpPr>
          <p:nvPr>
            <p:ph type="body" idx="144" sz="quarter"/>
          </p:nvPr>
        </p:nvSpPr>
        <p:spPr/>
        <p:txBody>
          <a:bodyPr/>
          <a:lstStyle/>
          <a:p>
            <a:r>
              <a:t>Stage 3+ stale activity (CreatedDate proxy)</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BAR chart — datalinked]</a:t>
            </a:r>
          </a:p>
          <a:p>
            <a:r>
              <a:rPr sz="1100" b="0">
                <a:solidFill>
                  <a:srgbClr val="1A1D31"/>
                </a:solidFill>
                <a:latin typeface="Arial"/>
              </a:rPr>
              <a:t>Source: model.xlsx</a:t>
            </a:r>
          </a:p>
          <a:p>
            <a:r>
              <a:rPr sz="1100" b="0">
                <a:solidFill>
                  <a:srgbClr val="1A1D31"/>
                </a:solidFill>
                <a:latin typeface="Arial"/>
              </a:rPr>
              <a:t>Range: Stale_Activity!A1:C5</a:t>
            </a:r>
          </a:p>
          <a:p>
            <a:r>
              <a:rPr sz="1100" b="0">
                <a:solidFill>
                  <a:srgbClr val="1A1D31"/>
                </a:solidFill>
                <a:latin typeface="Arial"/>
              </a:rPr>
              <a:t>  Cols: Stage / # Stale opps / ARR (EUR)</a:t>
            </a:r>
          </a:p>
          <a:p>
            <a:r>
              <a:rPr sz="1100" b="0">
                <a:solidFill>
                  <a:srgbClr val="1A1D31"/>
                </a:solidFill>
                <a:latin typeface="Arial"/>
              </a:rPr>
              <a:t>  Rows: Stage 3 / Stage 4 / Stage 5 / Stage 6 (header in row 1)</a:t>
            </a:r>
          </a:p>
          <a:p>
            <a:r>
              <a:rPr sz="1100" b="0">
                <a:solidFill>
                  <a:srgbClr val="1A1D31"/>
                </a:solidFill>
                <a:latin typeface="Arial"/>
              </a:rPr>
              <a:t>Bars: X-axis = Stage, Y-axis = ARR. Highlight bars where</a:t>
            </a:r>
          </a:p>
          <a:p>
            <a:r>
              <a:rPr sz="1100" b="0">
                <a:solidFill>
                  <a:srgbClr val="1A1D31"/>
                </a:solidFill>
                <a:latin typeface="Arial"/>
              </a:rPr>
              <a:t># stale opps &gt; 5 in coral (#EF3E4A).</a:t>
            </a:r>
          </a:p>
          <a:p>
            <a:r>
              <a:rPr sz="1100" b="0">
                <a:solidFill>
                  <a:srgbClr val="1A1D31"/>
                </a:solidFill>
                <a:latin typeface="Arial"/>
              </a:rPr>
              <a:t>CAVEAT: 'stale' is currently a CreatedDate-age proxy (&gt;60d).</a:t>
            </a:r>
          </a:p>
          <a:p>
            <a:r>
              <a:rPr sz="1100" b="0">
                <a:solidFill>
                  <a:srgbClr val="1A1D31"/>
                </a:solidFill>
                <a:latin typeface="Arial"/>
              </a:rPr>
              <a:t>True LastActivityDate-based staleness needs Account.</a:t>
            </a:r>
          </a:p>
          <a:p>
            <a:r>
              <a:rPr sz="1100" b="0">
                <a:solidFill>
                  <a:srgbClr val="1A1D31"/>
                </a:solidFill>
                <a:latin typeface="Arial"/>
              </a:rPr>
              <a:t>LastActivityDate in tblData — Phase 3. Bind cell A7 separately</a:t>
            </a:r>
          </a:p>
          <a:p>
            <a:r>
              <a:rPr sz="1100" b="0">
                <a:solidFill>
                  <a:srgbClr val="1A1D31"/>
                </a:solidFill>
                <a:latin typeface="Arial"/>
              </a:rPr>
              <a:t>as a footnote to surface this caveat.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 opps × win rate × avg deal) ÷ cycle days — {period}</a:t>
            </a:r>
          </a:p>
        </p:txBody>
      </p:sp>
      <p:sp>
        <p:nvSpPr>
          <p:cNvPr id="4" name="Text Placeholder 3"/>
          <p:cNvSpPr>
            <a:spLocks noGrp="1"/>
          </p:cNvSpPr>
          <p:nvPr>
            <p:ph type="body" idx="144" sz="quarter"/>
          </p:nvPr>
        </p:nvSpPr>
        <p:spPr/>
        <p:txBody>
          <a:bodyPr/>
          <a:lstStyle/>
          <a:p>
            <a:r>
              <a:t>Sales velocity</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text + single-cell bindings]</a:t>
            </a:r>
          </a:p>
          <a:p>
            <a:r>
              <a:rPr sz="1100" b="0">
                <a:solidFill>
                  <a:srgbClr val="1A1D31"/>
                </a:solidFill>
                <a:latin typeface="Arial"/>
              </a:rPr>
              <a:t>Source: model.xlsx</a:t>
            </a:r>
          </a:p>
          <a:p>
            <a:r>
              <a:rPr sz="1100" b="0">
                <a:solidFill>
                  <a:srgbClr val="1A1D31"/>
                </a:solidFill>
                <a:latin typeface="Arial"/>
              </a:rPr>
              <a:t>Range: Sales_Velocity!A1:C6</a:t>
            </a:r>
          </a:p>
          <a:p>
            <a:r>
              <a:rPr sz="1100" b="0">
                <a:solidFill>
                  <a:srgbClr val="1A1D31"/>
                </a:solidFill>
                <a:latin typeface="Arial"/>
              </a:rPr>
              <a:t>  Single-cell text bindings, in formula order:</a:t>
            </a:r>
          </a:p>
          <a:p>
            <a:r>
              <a:rPr sz="1100" b="0">
                <a:solidFill>
                  <a:srgbClr val="1A1D31"/>
                </a:solidFill>
                <a:latin typeface="Arial"/>
              </a:rPr>
              <a:t>    Sales_Velocity!B2  →  # Open L+E opps</a:t>
            </a:r>
          </a:p>
          <a:p>
            <a:r>
              <a:rPr sz="1100" b="0">
                <a:solidFill>
                  <a:srgbClr val="1A1D31"/>
                </a:solidFill>
                <a:latin typeface="Arial"/>
              </a:rPr>
              <a:t>    Sales_Velocity!B3  →  Win rate (CFQ Land+Expand closed)</a:t>
            </a:r>
          </a:p>
          <a:p>
            <a:r>
              <a:rPr sz="1100" b="0">
                <a:solidFill>
                  <a:srgbClr val="1A1D31"/>
                </a:solidFill>
                <a:latin typeface="Arial"/>
              </a:rPr>
              <a:t>    Sales_Velocity!B4  →  Avg deal size (won, last 6mo, EUR)</a:t>
            </a:r>
          </a:p>
          <a:p>
            <a:r>
              <a:rPr sz="1100" b="0">
                <a:solidFill>
                  <a:srgbClr val="1A1D31"/>
                </a:solidFill>
                <a:latin typeface="Arial"/>
              </a:rPr>
              <a:t>    Sales_Velocity!B5  →  Avg cycle days (won, last 6mo)</a:t>
            </a:r>
          </a:p>
          <a:p>
            <a:r>
              <a:rPr sz="1100" b="0">
                <a:solidFill>
                  <a:srgbClr val="1A1D31"/>
                </a:solidFill>
                <a:latin typeface="Arial"/>
              </a:rPr>
              <a:t>    Sales_Velocity!B6  →  Velocity (EUR / day)</a:t>
            </a:r>
          </a:p>
          <a:p>
            <a:r>
              <a:rPr sz="1100" b="0">
                <a:solidFill>
                  <a:srgbClr val="1A1D31"/>
                </a:solidFill>
                <a:latin typeface="Arial"/>
              </a:rPr>
              <a:t>Render 4 component KPI tiles across the slide; B6 (velocity)</a:t>
            </a:r>
          </a:p>
          <a:p>
            <a:r>
              <a:rPr sz="1100" b="0">
                <a:solidFill>
                  <a:srgbClr val="1A1D31"/>
                </a:solidFill>
                <a:latin typeface="Arial"/>
              </a:rPr>
              <a:t>sits center-large. The 'Note' column on each row (col C) is the</a:t>
            </a:r>
          </a:p>
          <a:p>
            <a:r>
              <a:rPr sz="1100" b="0">
                <a:solidFill>
                  <a:srgbClr val="1A1D31"/>
                </a:solidFill>
                <a:latin typeface="Arial"/>
              </a:rPr>
              <a:t>stakeholder-facing methodology — bind as italic-gray footnote.</a:t>
            </a:r>
          </a:p>
          <a:p>
            <a:r>
              <a:rPr sz="1100" b="0">
                <a:solidFill>
                  <a:srgbClr val="1A1D31"/>
                </a:solidFill>
                <a:latin typeface="Arial"/>
              </a:rPr>
              <a:t>No Δ-vs-prior cell exists today; QoQ delta is a Phase 2 ask.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Top-15 accounts × motions (Land / Expand / Renewal)</a:t>
            </a:r>
          </a:p>
        </p:txBody>
      </p:sp>
      <p:sp>
        <p:nvSpPr>
          <p:cNvPr id="4" name="Text Placeholder 3"/>
          <p:cNvSpPr>
            <a:spLocks noGrp="1"/>
          </p:cNvSpPr>
          <p:nvPr>
            <p:ph type="body" idx="144" sz="quarter"/>
          </p:nvPr>
        </p:nvSpPr>
        <p:spPr/>
        <p:txBody>
          <a:bodyPr/>
          <a:lstStyle/>
          <a:p>
            <a:r>
              <a:t>Account expansion</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datalinked]</a:t>
            </a:r>
          </a:p>
          <a:p>
            <a:r>
              <a:rPr sz="1100" b="0">
                <a:solidFill>
                  <a:srgbClr val="1A1D31"/>
                </a:solidFill>
                <a:latin typeface="Arial"/>
              </a:rPr>
              <a:t>Source: model.xlsx</a:t>
            </a:r>
          </a:p>
          <a:p>
            <a:r>
              <a:rPr sz="1100" b="0">
                <a:solidFill>
                  <a:srgbClr val="1A1D31"/>
                </a:solidFill>
                <a:latin typeface="Arial"/>
              </a:rPr>
              <a:t>Range: Account_Expansion!A1:F16</a:t>
            </a:r>
          </a:p>
          <a:p>
            <a:r>
              <a:rPr sz="1100" b="0">
                <a:solidFill>
                  <a:srgbClr val="1A1D31"/>
                </a:solidFill>
                <a:latin typeface="Arial"/>
              </a:rPr>
              <a:t>  Cols: # / Account / Land ARR / Expand ARR / Renewal ACV / # Motions</a:t>
            </a:r>
          </a:p>
          <a:p>
            <a:r>
              <a:rPr sz="1100" b="0">
                <a:solidFill>
                  <a:srgbClr val="1A1D31"/>
                </a:solidFill>
                <a:latin typeface="Arial"/>
              </a:rPr>
              <a:t>  Rows: Top-15 accounts by total open pipeline</a:t>
            </a:r>
          </a:p>
          <a:p>
            <a:r>
              <a:rPr sz="1100" b="0">
                <a:solidFill>
                  <a:srgbClr val="1A1D31"/>
                </a:solidFill>
                <a:latin typeface="Arial"/>
              </a:rPr>
              <a:t>Highlight rows where # Motions (col F) = 3 in pale aqua (#DCEEF5) —</a:t>
            </a:r>
          </a:p>
          <a:p>
            <a:r>
              <a:rPr sz="1100" b="0">
                <a:solidFill>
                  <a:srgbClr val="1A1D31"/>
                </a:solidFill>
                <a:latin typeface="Arial"/>
              </a:rPr>
              <a:t>these are full-stack expansion candidates. Conditional fill on</a:t>
            </a:r>
          </a:p>
          <a:p>
            <a:r>
              <a:rPr sz="1100" b="0">
                <a:solidFill>
                  <a:srgbClr val="1A1D31"/>
                </a:solidFill>
                <a:latin typeface="Arial"/>
              </a:rPr>
              <a:t>ARR cells (cols C/D/E): zero = light gray, &gt; EUR 500k = brand-blue tint.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12-week rolling — # new opps and ARR added</a:t>
            </a:r>
          </a:p>
        </p:txBody>
      </p:sp>
      <p:sp>
        <p:nvSpPr>
          <p:cNvPr id="4" name="Text Placeholder 3"/>
          <p:cNvSpPr>
            <a:spLocks noGrp="1"/>
          </p:cNvSpPr>
          <p:nvPr>
            <p:ph type="body" idx="144" sz="quarter"/>
          </p:nvPr>
        </p:nvSpPr>
        <p:spPr/>
        <p:txBody>
          <a:bodyPr/>
          <a:lstStyle/>
          <a:p>
            <a:r>
              <a:t>Pipeline creation velocity</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COMBO chart — bar + line, datalinked]</a:t>
            </a:r>
          </a:p>
          <a:p>
            <a:r>
              <a:rPr sz="1100" b="0">
                <a:solidFill>
                  <a:srgbClr val="1A1D31"/>
                </a:solidFill>
                <a:latin typeface="Arial"/>
              </a:rPr>
              <a:t>Source: model.xlsx</a:t>
            </a:r>
          </a:p>
          <a:p>
            <a:r>
              <a:rPr sz="1100" b="0">
                <a:solidFill>
                  <a:srgbClr val="1A1D31"/>
                </a:solidFill>
                <a:latin typeface="Arial"/>
              </a:rPr>
              <a:t>Range: Pipeline_Creation_Velocity!A1:C13</a:t>
            </a:r>
          </a:p>
          <a:p>
            <a:r>
              <a:rPr sz="1100" b="0">
                <a:solidFill>
                  <a:srgbClr val="1A1D31"/>
                </a:solidFill>
                <a:latin typeface="Arial"/>
              </a:rPr>
              <a:t>  Cols: Week-ending / # new opps / ARR added (EUR)</a:t>
            </a:r>
          </a:p>
          <a:p>
            <a:r>
              <a:rPr sz="1100" b="0">
                <a:solidFill>
                  <a:srgbClr val="1A1D31"/>
                </a:solidFill>
                <a:latin typeface="Arial"/>
              </a:rPr>
              <a:t>  Rows: 12 weekly buckets, oldest first</a:t>
            </a:r>
          </a:p>
          <a:p>
            <a:r>
              <a:rPr sz="1100" b="0">
                <a:solidFill>
                  <a:srgbClr val="1A1D31"/>
                </a:solidFill>
                <a:latin typeface="Arial"/>
              </a:rPr>
              <a:t>Bars (left axis)  = # new opps (col B)</a:t>
            </a:r>
          </a:p>
          <a:p>
            <a:r>
              <a:rPr sz="1100" b="0">
                <a:solidFill>
                  <a:srgbClr val="1A1D31"/>
                </a:solidFill>
                <a:latin typeface="Arial"/>
              </a:rPr>
              <a:t>Line (right axis) = ARR added (col C)</a:t>
            </a:r>
          </a:p>
          <a:p>
            <a:r>
              <a:rPr sz="1100" b="0">
                <a:solidFill>
                  <a:srgbClr val="1A1D31"/>
                </a:solidFill>
                <a:latin typeface="Arial"/>
              </a:rPr>
              <a:t>Annotate weeks where # new opps = 0 (creation drought) and</a:t>
            </a:r>
          </a:p>
          <a:p>
            <a:r>
              <a:rPr sz="1100" b="0">
                <a:solidFill>
                  <a:srgbClr val="1A1D31"/>
                </a:solidFill>
                <a:latin typeface="Arial"/>
              </a:rPr>
              <a:t>weeks where ARR added is in the top quartile of the window.</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{period} ranked actions for the director</a:t>
            </a:r>
          </a:p>
        </p:txBody>
      </p:sp>
      <p:sp>
        <p:nvSpPr>
          <p:cNvPr id="4" name="Text Placeholder 3"/>
          <p:cNvSpPr>
            <a:spLocks noGrp="1"/>
          </p:cNvSpPr>
          <p:nvPr>
            <p:ph type="body" idx="144" sz="quarter"/>
          </p:nvPr>
        </p:nvSpPr>
        <p:spPr/>
        <p:txBody>
          <a:bodyPr/>
          <a:lstStyle/>
          <a:p>
            <a:r>
              <a:t>Action items</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 datalinked]</a:t>
            </a:r>
          </a:p>
          <a:p>
            <a:r>
              <a:rPr sz="1100" b="0">
                <a:solidFill>
                  <a:srgbClr val="1A1D31"/>
                </a:solidFill>
                <a:latin typeface="Arial"/>
              </a:rPr>
              <a:t>Range: Action_Items!A1:G&lt;last&gt;  (in legacy land.xlsx, NOT model)</a:t>
            </a:r>
          </a:p>
          <a:p>
            <a:r>
              <a:rPr sz="1100" b="0">
                <a:solidFill>
                  <a:srgbClr val="1A1D31"/>
                </a:solidFill>
                <a:latin typeface="Arial"/>
              </a:rPr>
              <a:t>  Cols: # / Priority / Rule / Claim / Suggested action / Due / Owner</a:t>
            </a:r>
          </a:p>
          <a:p>
            <a:r>
              <a:rPr sz="1100" b="0">
                <a:solidFill>
                  <a:srgbClr val="1A1D31"/>
                </a:solidFill>
                <a:latin typeface="Arial"/>
              </a:rPr>
              <a:t>Conditional fill on Priority col (HIGH=coral, MEDIUM=orange, LOW=gray)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Narrative — pulled from brief.md</a:t>
            </a:r>
          </a:p>
        </p:txBody>
      </p:sp>
      <p:sp>
        <p:nvSpPr>
          <p:cNvPr id="4" name="Text Placeholder 3"/>
          <p:cNvSpPr>
            <a:spLocks noGrp="1"/>
          </p:cNvSpPr>
          <p:nvPr>
            <p:ph type="body" idx="144" sz="quarter"/>
          </p:nvPr>
        </p:nvSpPr>
        <p:spPr/>
        <p:txBody>
          <a:bodyPr/>
          <a:lstStyle/>
          <a:p>
            <a:r>
              <a:t>Risks &amp; outlook</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[plain text — paste from brief.md '## Risks' section]</a:t>
            </a:r>
          </a:p>
          <a:p>
            <a:r>
              <a:rPr sz="1100" b="0">
                <a:solidFill>
                  <a:srgbClr val="1A1D31"/>
                </a:solidFill>
                <a:latin typeface="Arial"/>
              </a:rPr>
              <a:t>No think-cell binding here; this slide stays narrative.</a:t>
            </a:r>
          </a:p>
          <a:p>
            <a:r>
              <a:rPr sz="1100" b="0">
                <a:solidFill>
                  <a:srgbClr val="1A1D31"/>
                </a:solidFill>
                <a:latin typeface="Arial"/>
              </a:rPr>
              <a:t>Replace per director by copying brief.md ## Risks bullets.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8" sz="quarter"/>
          </p:nvPr>
        </p:nvSpPr>
        <p:spPr/>
        <p:txBody>
          <a:bodyPr/>
          <a:lstStyle/>
          <a:p>
            <a:r>
              <a:t>Thank you</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heme/theme1.xml><?xml version="1.0" encoding="utf-8"?>
<a:theme xmlns:a="http://schemas.openxmlformats.org/drawingml/2006/main" name="1_Simcorp">
  <a:themeElements>
    <a:clrScheme name="240306 Simcorp">
      <a:dk1>
        <a:sysClr val="windowText" lastClr="000000"/>
      </a:dk1>
      <a:lt1>
        <a:srgbClr val="FFFFFF"/>
      </a:lt1>
      <a:dk2>
        <a:srgbClr val="000000"/>
      </a:dk2>
      <a:lt2>
        <a:srgbClr val="E3E3E3"/>
      </a:lt2>
      <a:accent1>
        <a:srgbClr val="083EA7"/>
      </a:accent1>
      <a:accent2>
        <a:srgbClr val="1A1D31"/>
      </a:accent2>
      <a:accent3>
        <a:srgbClr val="4B17B6"/>
      </a:accent3>
      <a:accent4>
        <a:srgbClr val="EF3E4A"/>
      </a:accent4>
      <a:accent5>
        <a:srgbClr val="FB9B2A"/>
      </a:accent5>
      <a:accent6>
        <a:srgbClr val="F0CF61"/>
      </a:accent6>
      <a:hlink>
        <a:srgbClr val="0A7BD7"/>
      </a:hlink>
      <a:folHlink>
        <a:srgbClr val="E3E3E3"/>
      </a:folHlink>
    </a:clrScheme>
    <a:fontScheme name="GS2024">
      <a:majorFont>
        <a:latin typeface="Microsoft Sans Serif"/>
        <a:ea typeface=""/>
        <a:cs typeface=""/>
      </a:majorFont>
      <a:minorFont>
        <a:latin typeface="Microsoft Sans Serif"/>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tx1"/>
          </a:solidFill>
        </a:ln>
      </a:spPr>
      <a:bodyPr wrap="square" lIns="72000" tIns="72000" rIns="72000" bIns="72000" rtlCol="0" anchor="t">
        <a:noAutofit/>
      </a:bodyPr>
      <a:lstStyle>
        <a:defPPr algn="l">
          <a:defRPr sz="1400" smtClean="0">
            <a:solidFill>
              <a:schemeClr val="tx1"/>
            </a:solidFill>
          </a:defRPr>
        </a:defPPr>
      </a:lst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square" lIns="0" tIns="0" rIns="0" bIns="0" rtlCol="0">
        <a:spAutoFit/>
      </a:bodyPr>
      <a:lstStyle>
        <a:defPPr algn="l">
          <a:defRPr sz="1400" smtClean="0"/>
        </a:defPPr>
      </a:lstStyle>
    </a:txDef>
  </a:objectDefaults>
  <a:extraClrSchemeLst/>
  <a:custClrLst>
    <a:custClr name="AQUA">
      <a:srgbClr val="7DE6E0"/>
    </a:custClr>
    <a:custClr name="AQUA Lighter 80%">
      <a:srgbClr val="E5FAF9"/>
    </a:custClr>
    <a:custClr name="AQUA Lighter 60%">
      <a:srgbClr val="CBF5F3"/>
    </a:custClr>
    <a:custClr name="AQUA Lighter 40%">
      <a:srgbClr val="B1F0EC"/>
    </a:custClr>
    <a:custClr name="AQUA Darker 25%">
      <a:srgbClr val="33D8CE"/>
    </a:custClr>
    <a:custClr name="AQUA Darker 50%">
      <a:srgbClr val="1D958E"/>
    </a:custClr>
    <a:custClr name="Customcolor7">
      <a:srgbClr val="FFFFFF"/>
    </a:custClr>
    <a:custClr name="Customcolor8">
      <a:srgbClr val="FFFFFF"/>
    </a:custClr>
    <a:custClr name="Customcolor9">
      <a:srgbClr val="FFFFFF"/>
    </a:custClr>
    <a:custClr name="Customcolor10">
      <a:srgbClr val="FFFFFF"/>
    </a:custClr>
    <a:custClr name="BLUE">
      <a:srgbClr val="0A7BD7"/>
    </a:custClr>
    <a:custClr name="BLUE Lighter 80%">
      <a:srgbClr val="C9E5FC"/>
    </a:custClr>
    <a:custClr name="BLUE Lighter 60%">
      <a:srgbClr val="92CBFA"/>
    </a:custClr>
    <a:custClr name="BLUE Lighter 40%">
      <a:srgbClr val="5CB1F7"/>
    </a:custClr>
    <a:custClr name="BLUE Darker 25%">
      <a:srgbClr val="085CA1"/>
    </a:custClr>
    <a:custClr name="BLUE Darker 50%">
      <a:srgbClr val="053D6C"/>
    </a:custClr>
    <a:custClr name="Customcolor17">
      <a:srgbClr val="FFFFFF"/>
    </a:custClr>
    <a:custClr name="Customcolor18">
      <a:srgbClr val="FFFFFF"/>
    </a:custClr>
    <a:custClr name="Customcolor19">
      <a:srgbClr val="FFFFFF"/>
    </a:custClr>
    <a:custClr name="Customcolor20">
      <a:srgbClr val="FFFFFF"/>
    </a:custClr>
    <a:custClr name="Customcolor21">
      <a:srgbClr val="FFFFFF"/>
    </a:custClr>
    <a:custClr name="Customcolor22">
      <a:srgbClr val="FFFFFF"/>
    </a:custClr>
    <a:custClr name="Customcolor23">
      <a:srgbClr val="FFFFFF"/>
    </a:custClr>
    <a:custClr name="Customcolor24">
      <a:srgbClr val="FFFFFF"/>
    </a:custClr>
    <a:custClr name="Customcolor25">
      <a:srgbClr val="FFFFFF"/>
    </a:custClr>
    <a:custClr name="Customcolor26">
      <a:srgbClr val="FFFFFF"/>
    </a:custClr>
    <a:custClr name="Customcolor27">
      <a:srgbClr val="FFFFFF"/>
    </a:custClr>
    <a:custClr name="Customcolor28">
      <a:srgbClr val="FFFFFF"/>
    </a:custClr>
    <a:custClr name="Customcolor29">
      <a:srgbClr val="FFFFFF"/>
    </a:custClr>
    <a:custClr name="Customcolor30">
      <a:srgbClr val="FFFFFF"/>
    </a:custClr>
    <a:custClr name="Customcolor31">
      <a:srgbClr val="FFFFFF"/>
    </a:custClr>
    <a:custClr name="Customcolor32">
      <a:srgbClr val="FFFFFF"/>
    </a:custClr>
    <a:custClr name="Customcolor33">
      <a:srgbClr val="FFFFFF"/>
    </a:custClr>
    <a:custClr name="Customcolor34">
      <a:srgbClr val="FFFFFF"/>
    </a:custClr>
    <a:custClr name="Customcolor35">
      <a:srgbClr val="FFFFFF"/>
    </a:custClr>
    <a:custClr name="Customcolor36">
      <a:srgbClr val="FFFFFF"/>
    </a:custClr>
    <a:custClr name="Customcolor37">
      <a:srgbClr val="FFFFFF"/>
    </a:custClr>
    <a:custClr name="Customcolor38">
      <a:srgbClr val="FFFFFF"/>
    </a:custClr>
    <a:custClr name="Customcolor39">
      <a:srgbClr val="FFFFFF"/>
    </a:custClr>
    <a:custClr name="Customcolor40">
      <a:srgbClr val="FFFFFF"/>
    </a:custClr>
    <a:custClr name="Customcolor41">
      <a:srgbClr val="FFFFFF"/>
    </a:custClr>
    <a:custClr name="Customcolor42">
      <a:srgbClr val="FFFFFF"/>
    </a:custClr>
    <a:custClr name="Customcolor43">
      <a:srgbClr val="FFFFFF"/>
    </a:custClr>
    <a:custClr name="Customcolor44">
      <a:srgbClr val="FFFFFF"/>
    </a:custClr>
    <a:custClr name="Customcolor45">
      <a:srgbClr val="FFFFFF"/>
    </a:custClr>
    <a:custClr name="Customcolor46">
      <a:srgbClr val="FFFFFF"/>
    </a:custClr>
    <a:custClr name="Customcolor47">
      <a:srgbClr val="FFFFFF"/>
    </a:custClr>
    <a:custClr name="Customcolor48">
      <a:srgbClr val="FFFFFF"/>
    </a:custClr>
    <a:custClr name="Customcolor49">
      <a:srgbClr val="FFFFFF"/>
    </a:custClr>
    <a:custClr name="Customcolor50">
      <a:srgbClr val="FFFFFF"/>
    </a:custClr>
  </a:custClrLst>
  <a:extLst>
    <a:ext uri="{05A4C25C-085E-4340-85A3-A5531E510DB2}">
      <thm15:themeFamily xmlns:thm15="http://schemas.microsoft.com/office/thememl/2012/main" name="240322_Simcorp template.pptx" id="{614D6A21-5BE5-43D2-9652-23DB397FED5F}" vid="{23F2C06F-EF06-453F-9B30-F945690915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240301">
      <a:majorFont>
        <a:latin typeface="GT America Light"/>
        <a:ea typeface=""/>
        <a:cs typeface=""/>
      </a:majorFont>
      <a:minorFont>
        <a:latin typeface="GT Amer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QUA">
      <a:srgbClr val="7DE6E0"/>
    </a:custClr>
    <a:custClr name="AQUA Lighter 80%">
      <a:srgbClr val="E5FAF9"/>
    </a:custClr>
    <a:custClr name="AQUA Lighter 60%">
      <a:srgbClr val="CBF5F3"/>
    </a:custClr>
    <a:custClr name="AQUA Lighter 40%">
      <a:srgbClr val="B1F0EC"/>
    </a:custClr>
    <a:custClr name="AQUA Darker 25%">
      <a:srgbClr val="33D8CE"/>
    </a:custClr>
    <a:custClr name="AQUA Darker 50%">
      <a:srgbClr val="1D958E"/>
    </a:custClr>
    <a:custClr name="Customcolor7">
      <a:srgbClr val="FFFFFF"/>
    </a:custClr>
    <a:custClr name="Customcolor8">
      <a:srgbClr val="FFFFFF"/>
    </a:custClr>
    <a:custClr name="Customcolor9">
      <a:srgbClr val="FFFFFF"/>
    </a:custClr>
    <a:custClr name="Customcolor10">
      <a:srgbClr val="FFFFFF"/>
    </a:custClr>
    <a:custClr name="BLUE">
      <a:srgbClr val="0A7BD7"/>
    </a:custClr>
    <a:custClr name="BLUE Lighter 80%">
      <a:srgbClr val="C9E5FC"/>
    </a:custClr>
    <a:custClr name="BLUE Lighter 60%">
      <a:srgbClr val="92CBFA"/>
    </a:custClr>
    <a:custClr name="BLUE Lighter 40%">
      <a:srgbClr val="5CB1F7"/>
    </a:custClr>
    <a:custClr name="BLUE Darker 25%">
      <a:srgbClr val="085CA1"/>
    </a:custClr>
    <a:custClr name="BLUE Darker 50%">
      <a:srgbClr val="053D6C"/>
    </a:custClr>
    <a:custClr name="Customcolor17">
      <a:srgbClr val="FFFFFF"/>
    </a:custClr>
    <a:custClr name="Customcolor18">
      <a:srgbClr val="FFFFFF"/>
    </a:custClr>
    <a:custClr name="Customcolor19">
      <a:srgbClr val="FFFFFF"/>
    </a:custClr>
    <a:custClr name="Customcolor20">
      <a:srgbClr val="FFFFFF"/>
    </a:custClr>
    <a:custClr name="Customcolor21">
      <a:srgbClr val="FFFFFF"/>
    </a:custClr>
    <a:custClr name="Customcolor22">
      <a:srgbClr val="FFFFFF"/>
    </a:custClr>
    <a:custClr name="Customcolor23">
      <a:srgbClr val="FFFFFF"/>
    </a:custClr>
    <a:custClr name="Customcolor24">
      <a:srgbClr val="FFFFFF"/>
    </a:custClr>
    <a:custClr name="Customcolor25">
      <a:srgbClr val="FFFFFF"/>
    </a:custClr>
    <a:custClr name="Customcolor26">
      <a:srgbClr val="FFFFFF"/>
    </a:custClr>
    <a:custClr name="Customcolor27">
      <a:srgbClr val="FFFFFF"/>
    </a:custClr>
    <a:custClr name="Customcolor28">
      <a:srgbClr val="FFFFFF"/>
    </a:custClr>
    <a:custClr name="Customcolor29">
      <a:srgbClr val="FFFFFF"/>
    </a:custClr>
    <a:custClr name="Customcolor30">
      <a:srgbClr val="FFFFFF"/>
    </a:custClr>
    <a:custClr name="Customcolor31">
      <a:srgbClr val="FFFFFF"/>
    </a:custClr>
    <a:custClr name="Customcolor32">
      <a:srgbClr val="FFFFFF"/>
    </a:custClr>
    <a:custClr name="Customcolor33">
      <a:srgbClr val="FFFFFF"/>
    </a:custClr>
    <a:custClr name="Customcolor34">
      <a:srgbClr val="FFFFFF"/>
    </a:custClr>
    <a:custClr name="Customcolor35">
      <a:srgbClr val="FFFFFF"/>
    </a:custClr>
    <a:custClr name="Customcolor36">
      <a:srgbClr val="FFFFFF"/>
    </a:custClr>
    <a:custClr name="Customcolor37">
      <a:srgbClr val="FFFFFF"/>
    </a:custClr>
    <a:custClr name="Customcolor38">
      <a:srgbClr val="FFFFFF"/>
    </a:custClr>
    <a:custClr name="Customcolor39">
      <a:srgbClr val="FFFFFF"/>
    </a:custClr>
    <a:custClr name="Customcolor40">
      <a:srgbClr val="FFFFFF"/>
    </a:custClr>
    <a:custClr name="Customcolor41">
      <a:srgbClr val="FFFFFF"/>
    </a:custClr>
    <a:custClr name="Customcolor42">
      <a:srgbClr val="FFFFFF"/>
    </a:custClr>
    <a:custClr name="Customcolor43">
      <a:srgbClr val="FFFFFF"/>
    </a:custClr>
    <a:custClr name="Customcolor44">
      <a:srgbClr val="FFFFFF"/>
    </a:custClr>
    <a:custClr name="Customcolor45">
      <a:srgbClr val="FFFFFF"/>
    </a:custClr>
    <a:custClr name="Customcolor46">
      <a:srgbClr val="FFFFFF"/>
    </a:custClr>
    <a:custClr name="Customcolor47">
      <a:srgbClr val="FFFFFF"/>
    </a:custClr>
    <a:custClr name="Customcolor48">
      <a:srgbClr val="FFFFFF"/>
    </a:custClr>
    <a:custClr name="Customcolor49">
      <a:srgbClr val="FFFFFF"/>
    </a:custClr>
    <a:custClr name="Customcolor50">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240301">
      <a:majorFont>
        <a:latin typeface="GT America Light"/>
        <a:ea typeface=""/>
        <a:cs typeface=""/>
      </a:majorFont>
      <a:minorFont>
        <a:latin typeface="GT Amer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QUA">
      <a:srgbClr val="7DE6E0"/>
    </a:custClr>
    <a:custClr name="AQUA Lighter 80%">
      <a:srgbClr val="E5FAF9"/>
    </a:custClr>
    <a:custClr name="AQUA Lighter 60%">
      <a:srgbClr val="CBF5F3"/>
    </a:custClr>
    <a:custClr name="AQUA Lighter 40%">
      <a:srgbClr val="B1F0EC"/>
    </a:custClr>
    <a:custClr name="AQUA Darker 25%">
      <a:srgbClr val="33D8CE"/>
    </a:custClr>
    <a:custClr name="AQUA Darker 50%">
      <a:srgbClr val="1D958E"/>
    </a:custClr>
    <a:custClr name="Customcolor7">
      <a:srgbClr val="FFFFFF"/>
    </a:custClr>
    <a:custClr name="Customcolor8">
      <a:srgbClr val="FFFFFF"/>
    </a:custClr>
    <a:custClr name="Customcolor9">
      <a:srgbClr val="FFFFFF"/>
    </a:custClr>
    <a:custClr name="Customcolor10">
      <a:srgbClr val="FFFFFF"/>
    </a:custClr>
    <a:custClr name="BLUE">
      <a:srgbClr val="0A7BD7"/>
    </a:custClr>
    <a:custClr name="BLUE Lighter 80%">
      <a:srgbClr val="C9E5FC"/>
    </a:custClr>
    <a:custClr name="BLUE Lighter 60%">
      <a:srgbClr val="92CBFA"/>
    </a:custClr>
    <a:custClr name="BLUE Lighter 40%">
      <a:srgbClr val="5CB1F7"/>
    </a:custClr>
    <a:custClr name="BLUE Darker 25%">
      <a:srgbClr val="085CA1"/>
    </a:custClr>
    <a:custClr name="BLUE Darker 50%">
      <a:srgbClr val="053D6C"/>
    </a:custClr>
    <a:custClr name="Customcolor17">
      <a:srgbClr val="FFFFFF"/>
    </a:custClr>
    <a:custClr name="Customcolor18">
      <a:srgbClr val="FFFFFF"/>
    </a:custClr>
    <a:custClr name="Customcolor19">
      <a:srgbClr val="FFFFFF"/>
    </a:custClr>
    <a:custClr name="Customcolor20">
      <a:srgbClr val="FFFFFF"/>
    </a:custClr>
    <a:custClr name="Customcolor21">
      <a:srgbClr val="FFFFFF"/>
    </a:custClr>
    <a:custClr name="Customcolor22">
      <a:srgbClr val="FFFFFF"/>
    </a:custClr>
    <a:custClr name="Customcolor23">
      <a:srgbClr val="FFFFFF"/>
    </a:custClr>
    <a:custClr name="Customcolor24">
      <a:srgbClr val="FFFFFF"/>
    </a:custClr>
    <a:custClr name="Customcolor25">
      <a:srgbClr val="FFFFFF"/>
    </a:custClr>
    <a:custClr name="Customcolor26">
      <a:srgbClr val="FFFFFF"/>
    </a:custClr>
    <a:custClr name="Customcolor27">
      <a:srgbClr val="FFFFFF"/>
    </a:custClr>
    <a:custClr name="Customcolor28">
      <a:srgbClr val="FFFFFF"/>
    </a:custClr>
    <a:custClr name="Customcolor29">
      <a:srgbClr val="FFFFFF"/>
    </a:custClr>
    <a:custClr name="Customcolor30">
      <a:srgbClr val="FFFFFF"/>
    </a:custClr>
    <a:custClr name="Customcolor31">
      <a:srgbClr val="FFFFFF"/>
    </a:custClr>
    <a:custClr name="Customcolor32">
      <a:srgbClr val="FFFFFF"/>
    </a:custClr>
    <a:custClr name="Customcolor33">
      <a:srgbClr val="FFFFFF"/>
    </a:custClr>
    <a:custClr name="Customcolor34">
      <a:srgbClr val="FFFFFF"/>
    </a:custClr>
    <a:custClr name="Customcolor35">
      <a:srgbClr val="FFFFFF"/>
    </a:custClr>
    <a:custClr name="Customcolor36">
      <a:srgbClr val="FFFFFF"/>
    </a:custClr>
    <a:custClr name="Customcolor37">
      <a:srgbClr val="FFFFFF"/>
    </a:custClr>
    <a:custClr name="Customcolor38">
      <a:srgbClr val="FFFFFF"/>
    </a:custClr>
    <a:custClr name="Customcolor39">
      <a:srgbClr val="FFFFFF"/>
    </a:custClr>
    <a:custClr name="Customcolor40">
      <a:srgbClr val="FFFFFF"/>
    </a:custClr>
    <a:custClr name="Customcolor41">
      <a:srgbClr val="FFFFFF"/>
    </a:custClr>
    <a:custClr name="Customcolor42">
      <a:srgbClr val="FFFFFF"/>
    </a:custClr>
    <a:custClr name="Customcolor43">
      <a:srgbClr val="FFFFFF"/>
    </a:custClr>
    <a:custClr name="Customcolor44">
      <a:srgbClr val="FFFFFF"/>
    </a:custClr>
    <a:custClr name="Customcolor45">
      <a:srgbClr val="FFFFFF"/>
    </a:custClr>
    <a:custClr name="Customcolor46">
      <a:srgbClr val="FFFFFF"/>
    </a:custClr>
    <a:custClr name="Customcolor47">
      <a:srgbClr val="FFFFFF"/>
    </a:custClr>
    <a:custClr name="Customcolor48">
      <a:srgbClr val="FFFFFF"/>
    </a:custClr>
    <a:custClr name="Customcolor49">
      <a:srgbClr val="FFFFFF"/>
    </a:custClr>
    <a:custClr name="Customcolor50">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AA9CF1BD7AEC4428038192B45E774E8" ma:contentTypeVersion="20" ma:contentTypeDescription="Create a new document." ma:contentTypeScope="" ma:versionID="5acf7a73752997569d40d771d02716de">
  <xsd:schema xmlns:xsd="http://www.w3.org/2001/XMLSchema" xmlns:xs="http://www.w3.org/2001/XMLSchema" xmlns:p="http://schemas.microsoft.com/office/2006/metadata/properties" xmlns:ns2="6da775cf-d1f5-4eae-929f-a72b3114fcbe" xmlns:ns3="3c9e1ff2-808f-4178-9638-05e4d28a9b67" targetNamespace="http://schemas.microsoft.com/office/2006/metadata/properties" ma:root="true" ma:fieldsID="55583e675e4a983720f512c5d65d7baf" ns2:_="" ns3:_="">
    <xsd:import namespace="6da775cf-d1f5-4eae-929f-a72b3114fcbe"/>
    <xsd:import namespace="3c9e1ff2-808f-4178-9638-05e4d28a9b67"/>
    <xsd:element name="properties">
      <xsd:complexType>
        <xsd:sequence>
          <xsd:element name="documentManagement">
            <xsd:complexType>
              <xsd:all>
                <xsd:element ref="ns2:SharedWithUsers" minOccurs="0"/>
                <xsd:element ref="ns2:SharedWithDetails" minOccurs="0"/>
                <xsd:element ref="ns3:lcf76f155ced4ddcb4097134ff3c332f" minOccurs="0"/>
                <xsd:element ref="ns2:TaxCatchAll" minOccurs="0"/>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a775cf-d1f5-4eae-929f-a72b3114fcb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2" nillable="true" ma:displayName="Taxonomy Catch All Column" ma:hidden="true" ma:list="{79887e05-2253-48ac-976d-d22a002877a9}" ma:internalName="TaxCatchAll" ma:showField="CatchAllData" ma:web="6da775cf-d1f5-4eae-929f-a72b3114fcb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c9e1ff2-808f-4178-9638-05e4d28a9b67" elementFormDefault="qualified">
    <xsd:import namespace="http://schemas.microsoft.com/office/2006/documentManagement/types"/>
    <xsd:import namespace="http://schemas.microsoft.com/office/infopath/2007/PartnerControls"/>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89d5cb5c-2c06-4b03-a7a5-e31b4af0ef7e" ma:termSetId="09814cd3-568e-fe90-9814-8d621ff8fb84" ma:anchorId="fba54fb3-c3e1-fe81-a776-ca4b69148c4d" ma:open="true" ma:isKeyword="false">
      <xsd:complexType>
        <xsd:sequence>
          <xsd:element ref="pc:Terms" minOccurs="0" maxOccurs="1"/>
        </xsd:sequence>
      </xsd:complex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c9e1ff2-808f-4178-9638-05e4d28a9b67">
      <Terms xmlns="http://schemas.microsoft.com/office/infopath/2007/PartnerControls"/>
    </lcf76f155ced4ddcb4097134ff3c332f>
    <TaxCatchAll xmlns="6da775cf-d1f5-4eae-929f-a72b3114fcbe" xsi:nil="true"/>
  </documentManagement>
</p:properties>
</file>

<file path=customXml/itemProps1.xml><?xml version="1.0" encoding="utf-8"?>
<ds:datastoreItem xmlns:ds="http://schemas.openxmlformats.org/officeDocument/2006/customXml" ds:itemID="{A8E5017B-E149-4287-BF71-2B76ACBD058E}">
  <ds:schemaRefs>
    <ds:schemaRef ds:uri="http://schemas.microsoft.com/sharepoint/v3/contenttype/forms"/>
  </ds:schemaRefs>
</ds:datastoreItem>
</file>

<file path=customXml/itemProps2.xml><?xml version="1.0" encoding="utf-8"?>
<ds:datastoreItem xmlns:ds="http://schemas.openxmlformats.org/officeDocument/2006/customXml" ds:itemID="{A0069F94-D1E1-4860-BAFE-10FE744055CE}">
  <ds:schemaRefs>
    <ds:schemaRef ds:uri="3c9e1ff2-808f-4178-9638-05e4d28a9b67"/>
    <ds:schemaRef ds:uri="6da775cf-d1f5-4eae-929f-a72b3114fcb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B44F83A-07EB-48D2-9842-5998DA6117F3}">
  <ds:schemaRefs>
    <ds:schemaRef ds:uri="http://schemas.microsoft.com/office/2006/documentManagement/types"/>
    <ds:schemaRef ds:uri="http://purl.org/dc/elements/1.1/"/>
    <ds:schemaRef ds:uri="http://purl.org/dc/terms/"/>
    <ds:schemaRef ds:uri="http://purl.org/dc/dcmitype/"/>
    <ds:schemaRef ds:uri="http://schemas.microsoft.com/office/infopath/2007/PartnerControls"/>
    <ds:schemaRef ds:uri="3c9e1ff2-808f-4178-9638-05e4d28a9b67"/>
    <ds:schemaRef ds:uri="http://schemas.microsoft.com/office/2006/metadata/properties"/>
    <ds:schemaRef ds:uri="http://schemas.openxmlformats.org/package/2006/metadata/core-properties"/>
    <ds:schemaRef ds:uri="6da775cf-d1f5-4eae-929f-a72b3114fcbe"/>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240322_Simcorp template - GS2024</Template>
  <TotalTime>158</TotalTime>
  <Words>740</Words>
  <Application>Microsoft Office PowerPoint</Application>
  <PresentationFormat>Widescreen</PresentationFormat>
  <Paragraphs>223</Paragraphs>
  <Slides>14</Slides>
  <Notes>4</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1_Simcorp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Paulo De Leon Diaz</dc:creator>
  <cp:lastModifiedBy>Oleksandr Sharapov</cp:lastModifiedBy>
  <cp:revision>3</cp:revision>
  <dcterms:created xsi:type="dcterms:W3CDTF">2024-04-03T01:15:23Z</dcterms:created>
  <dcterms:modified xsi:type="dcterms:W3CDTF">2025-12-04T13:21:13Z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0x0101009AA9CF1BD7AEC4428038192B45E774E8</vt:lpwstr>
  </property>
  <property fmtid="{D5CDD505-2E9C-101B-9397-08002B2CF9AE}" pid="3" name="MediaServiceImageTags">
    <vt:lpwstr/>
  </property>
  <property fmtid="{D5CDD505-2E9C-101B-9397-08002B2CF9AE}" pid="4" name="MSIP_Label_de25a6c2-9b83-489b-8989-e5857e8e62e7_Enabled">
    <vt:lpwstr>true</vt:lpwstr>
  </property>
  <property fmtid="{D5CDD505-2E9C-101B-9397-08002B2CF9AE}" pid="5" name="MSIP_Label_de25a6c2-9b83-489b-8989-e5857e8e62e7_SetDate">
    <vt:lpwstr>2025-11-24T08:19:51Z</vt:lpwstr>
  </property>
  <property fmtid="{D5CDD505-2E9C-101B-9397-08002B2CF9AE}" pid="6" name="MSIP_Label_de25a6c2-9b83-489b-8989-e5857e8e62e7_Method">
    <vt:lpwstr>Standard</vt:lpwstr>
  </property>
  <property fmtid="{D5CDD505-2E9C-101B-9397-08002B2CF9AE}" pid="7" name="MSIP_Label_de25a6c2-9b83-489b-8989-e5857e8e62e7_Name">
    <vt:lpwstr>Internal</vt:lpwstr>
  </property>
  <property fmtid="{D5CDD505-2E9C-101B-9397-08002B2CF9AE}" pid="8" name="MSIP_Label_de25a6c2-9b83-489b-8989-e5857e8e62e7_SiteId">
    <vt:lpwstr>aa81b43f-3969-4fd4-80c9-84c411508d82</vt:lpwstr>
  </property>
  <property fmtid="{D5CDD505-2E9C-101B-9397-08002B2CF9AE}" pid="9" name="MSIP_Label_de25a6c2-9b83-489b-8989-e5857e8e62e7_ActionId">
    <vt:lpwstr>fa8ef2fa-5f83-4f78-8923-63b09d839146</vt:lpwstr>
  </property>
  <property fmtid="{D5CDD505-2E9C-101B-9397-08002B2CF9AE}" pid="10" name="MSIP_Label_de25a6c2-9b83-489b-8989-e5857e8e62e7_ContentBits">
    <vt:lpwstr>0</vt:lpwstr>
  </property>
  <property fmtid="{D5CDD505-2E9C-101B-9397-08002B2CF9AE}" pid="11" name="MSIP_Label_de25a6c2-9b83-489b-8989-e5857e8e62e7_Tag">
    <vt:lpwstr>10, 3, 0, 1</vt:lpwstr>
  </property>
</Properties>
</file>