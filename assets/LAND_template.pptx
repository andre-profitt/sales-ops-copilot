
<file path=[Content_Types].xml><?xml version="1.0" encoding="utf-8"?>
<Types xmlns="http://schemas.openxmlformats.org/package/2006/content-types">
  <Default Extension="fntdata" ContentType="application/x-fontdata"/>
  <Default Extension="jpeg" ContentType="image/jpeg"/>
  <Default Extension="mp4" ContentType="video/mp4"/>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media/image11.svg" ContentType="image/svg+xml"/>
  <Override PartName="/ppt/media/image2.svg" ContentType="image/svg+xml"/>
  <Override PartName="/ppt/media/image7.svg" ContentType="image/svg+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embedTrueTypeFonts="1" autoCompressPictures="0">
  <p:sldMasterIdLst>
    <p:sldMasterId id="2147484285" r:id="rId4"/>
  </p:sldMasterIdLst>
  <p:notesMasterIdLst>
    <p:notesMasterId r:id="rId19"/>
  </p:notesMasterIdLst>
  <p:handoutMasterIdLst>
    <p:handoutMasterId r:id="rId20"/>
  </p:handoutMasterIdLst>
  <p:sldIdLst>
    <p:sldId id="256" r:id="rId18"/>
    <p:sldId id="257" r:id="rId17"/>
    <p:sldId id="258" r:id="rId16"/>
    <p:sldId id="259" r:id="rId15"/>
    <p:sldId id="260" r:id="rId14"/>
    <p:sldId id="261" r:id="rId13"/>
    <p:sldId id="262" r:id="rId12"/>
    <p:sldId id="263" r:id="rId11"/>
    <p:sldId id="264" r:id="rId10"/>
    <p:sldId id="265" r:id="rId9"/>
    <p:sldId id="266" r:id="rId8"/>
    <p:sldId id="267" r:id="rId7"/>
    <p:sldId id="268" r:id="rId6"/>
    <p:sldId id="269" r:id="rId5"/>
    <p:sldId id="270" r:id="rId32"/>
    <p:sldId id="271" r:id="rId33"/>
    <p:sldId id="272" r:id="rId34"/>
  </p:sldIdLst>
  <p:sldSz cx="12192000" cy="6858000"/>
  <p:notesSz cx="6858000" cy="9144000"/>
  <p:embeddedFontLst>
    <p:embeddedFont>
      <p:font typeface="GT America" panose="020B0604020202020204" charset="0"/>
      <p:regular r:id="rId21"/>
      <p:bold r:id="rId22"/>
      <p:italic r:id="rId23"/>
      <p:boldItalic r:id="rId24"/>
    </p:embeddedFont>
    <p:embeddedFont>
      <p:font typeface="Microsoft Sans Serif" panose="020B0604020202020204" pitchFamily="34" charset="0"/>
      <p:regular r:id="rId25"/>
    </p:embeddedFont>
  </p:embeddedFontLst>
  <p:custDataLst>
    <p:tags r:id="rId26"/>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981" userDrawn="1">
          <p15:clr>
            <a:srgbClr val="A4A3A4"/>
          </p15:clr>
        </p15:guide>
        <p15:guide id="2" pos="384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451C8D"/>
    <a:srgbClr val="A83167"/>
    <a:srgbClr val="EA5362"/>
    <a:srgbClr val="E5BFC2"/>
    <a:srgbClr val="BFBFB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88EA2D5-60CF-4FE8-A1F9-D513E0BF9A9B}" v="165" dt="2025-11-24T09:46:27.657"/>
  </p1510:revLst>
</p1510:revInfo>
</file>

<file path=ppt/tableStyles.xml><?xml version="1.0" encoding="utf-8"?>
<a:tblStyleLst xmlns:a="http://schemas.openxmlformats.org/drawingml/2006/main" def="{9DCAF9ED-07DC-4A11-8D7F-57B35C25682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9DCAF9ED-07DC-4A11-8D7F-57B35C25682E}" styleName="Medium Style 1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5" d="100"/>
          <a:sy n="105" d="100"/>
        </p:scale>
        <p:origin x="798" y="114"/>
      </p:cViewPr>
      <p:guideLst>
        <p:guide orient="horz" pos="981"/>
        <p:guide pos="3840"/>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4.xml"/><Relationship Id="rId6" Type="http://schemas.openxmlformats.org/officeDocument/2006/relationships/slide" Target="slides/slide13.xml"/><Relationship Id="rId7" Type="http://schemas.openxmlformats.org/officeDocument/2006/relationships/slide" Target="slides/slide12.xml"/><Relationship Id="rId8" Type="http://schemas.openxmlformats.org/officeDocument/2006/relationships/slide" Target="slides/slide11.xml"/><Relationship Id="rId9" Type="http://schemas.openxmlformats.org/officeDocument/2006/relationships/slide" Target="slides/slide10.xml"/><Relationship Id="rId10" Type="http://schemas.openxmlformats.org/officeDocument/2006/relationships/slide" Target="slides/slide9.xml"/><Relationship Id="rId11" Type="http://schemas.openxmlformats.org/officeDocument/2006/relationships/slide" Target="slides/slide8.xml"/><Relationship Id="rId12" Type="http://schemas.openxmlformats.org/officeDocument/2006/relationships/slide" Target="slides/slide7.xml"/><Relationship Id="rId13" Type="http://schemas.openxmlformats.org/officeDocument/2006/relationships/slide" Target="slides/slide6.xml"/><Relationship Id="rId14" Type="http://schemas.openxmlformats.org/officeDocument/2006/relationships/slide" Target="slides/slide5.xml"/><Relationship Id="rId15" Type="http://schemas.openxmlformats.org/officeDocument/2006/relationships/slide" Target="slides/slide4.xml"/><Relationship Id="rId16" Type="http://schemas.openxmlformats.org/officeDocument/2006/relationships/slide" Target="slides/slide3.xml"/><Relationship Id="rId17" Type="http://schemas.openxmlformats.org/officeDocument/2006/relationships/slide" Target="slides/slide2.xml"/><Relationship Id="rId18" Type="http://schemas.openxmlformats.org/officeDocument/2006/relationships/slide" Target="slides/slide1.xml"/><Relationship Id="rId19" Type="http://schemas.openxmlformats.org/officeDocument/2006/relationships/notesMaster" Target="notesMasters/notesMaster1.xml"/><Relationship Id="rId20" Type="http://schemas.openxmlformats.org/officeDocument/2006/relationships/handoutMaster" Target="handoutMasters/handoutMaster1.xml"/><Relationship Id="rId21" Type="http://schemas.openxmlformats.org/officeDocument/2006/relationships/font" Target="fonts/font1.fntdata"/><Relationship Id="rId22" Type="http://schemas.openxmlformats.org/officeDocument/2006/relationships/font" Target="fonts/font2.fntdata"/><Relationship Id="rId23" Type="http://schemas.openxmlformats.org/officeDocument/2006/relationships/font" Target="fonts/font3.fntdata"/><Relationship Id="rId24" Type="http://schemas.openxmlformats.org/officeDocument/2006/relationships/font" Target="fonts/font4.fntdata"/><Relationship Id="rId25" Type="http://schemas.openxmlformats.org/officeDocument/2006/relationships/font" Target="fonts/font5.fntdata"/><Relationship Id="rId26" Type="http://schemas.openxmlformats.org/officeDocument/2006/relationships/tags" Target="tags/tag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31" Type="http://schemas.microsoft.com/office/2015/10/relationships/revisionInfo" Target="revisionInfo.xml"/><Relationship Id="rId32" Type="http://schemas.openxmlformats.org/officeDocument/2006/relationships/slide" Target="slides/slide15.xml"/><Relationship Id="rId33" Type="http://schemas.openxmlformats.org/officeDocument/2006/relationships/slide" Target="slides/slide16.xml"/><Relationship Id="rId34" Type="http://schemas.openxmlformats.org/officeDocument/2006/relationships/slide" Target="slides/slide17.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99A76584-D3F2-B57E-BF02-D7C999AA7B09}"/>
              </a:ext>
            </a:extLst>
          </p:cNvPr>
          <p:cNvSpPr>
            <a:spLocks noGrp="1"/>
          </p:cNvSpPr>
          <p:nvPr>
            <p:ph type="hdr" sz="quarter"/>
          </p:nvPr>
        </p:nvSpPr>
        <p:spPr>
          <a:xfrm>
            <a:off x="0" y="0"/>
            <a:ext cx="2971800" cy="330072"/>
          </a:xfrm>
          <a:prstGeom prst="rect">
            <a:avLst/>
          </a:prstGeom>
        </p:spPr>
        <p:txBody>
          <a:bodyPr vert="horz" lIns="72000" tIns="72000" rIns="72000" bIns="72000" rtlCol="0">
            <a:spAutoFit/>
          </a:bodyPr>
          <a:lstStyle>
            <a:lvl1pPr algn="l">
              <a:defRPr sz="1200"/>
            </a:lvl1pPr>
          </a:lstStyle>
          <a:p>
            <a:endParaRPr lang="en-US"/>
          </a:p>
        </p:txBody>
      </p:sp>
      <p:sp>
        <p:nvSpPr>
          <p:cNvPr id="3" name="Date Placeholder 2">
            <a:extLst>
              <a:ext uri="{FF2B5EF4-FFF2-40B4-BE49-F238E27FC236}">
                <a16:creationId xmlns:a16="http://schemas.microsoft.com/office/drawing/2014/main" id="{F2CC6F94-9BC4-3846-F58E-D1D68C191F4C}"/>
              </a:ext>
            </a:extLst>
          </p:cNvPr>
          <p:cNvSpPr>
            <a:spLocks noGrp="1"/>
          </p:cNvSpPr>
          <p:nvPr>
            <p:ph type="dt" sz="quarter" idx="1"/>
          </p:nvPr>
        </p:nvSpPr>
        <p:spPr>
          <a:xfrm>
            <a:off x="3884613" y="0"/>
            <a:ext cx="2971800" cy="330072"/>
          </a:xfrm>
          <a:prstGeom prst="rect">
            <a:avLst/>
          </a:prstGeom>
        </p:spPr>
        <p:txBody>
          <a:bodyPr vert="horz" lIns="72000" tIns="72000" rIns="72000" bIns="72000" rtlCol="0">
            <a:spAutoFit/>
          </a:bodyPr>
          <a:lstStyle>
            <a:lvl1pPr algn="r">
              <a:defRPr sz="1200"/>
            </a:lvl1pPr>
          </a:lstStyle>
          <a:p>
            <a:fld id="{CC0BB003-453D-49F4-9E2C-B0AABA0AB37D}" type="datetimeFigureOut">
              <a:rPr lang="en-US" smtClean="0"/>
              <a:t>12/4/2025</a:t>
            </a:fld>
            <a:endParaRPr lang="en-US"/>
          </a:p>
        </p:txBody>
      </p:sp>
      <p:sp>
        <p:nvSpPr>
          <p:cNvPr id="4" name="Footer Placeholder 3">
            <a:extLst>
              <a:ext uri="{FF2B5EF4-FFF2-40B4-BE49-F238E27FC236}">
                <a16:creationId xmlns:a16="http://schemas.microsoft.com/office/drawing/2014/main" id="{2F59171E-418A-FCC6-7291-647574BEF435}"/>
              </a:ext>
            </a:extLst>
          </p:cNvPr>
          <p:cNvSpPr>
            <a:spLocks noGrp="1"/>
          </p:cNvSpPr>
          <p:nvPr>
            <p:ph type="ftr" sz="quarter" idx="2"/>
          </p:nvPr>
        </p:nvSpPr>
        <p:spPr>
          <a:xfrm>
            <a:off x="0" y="8813928"/>
            <a:ext cx="2971800" cy="330072"/>
          </a:xfrm>
          <a:prstGeom prst="rect">
            <a:avLst/>
          </a:prstGeom>
        </p:spPr>
        <p:txBody>
          <a:bodyPr vert="horz" lIns="72000" tIns="72000" rIns="72000" bIns="72000" rtlCol="0" anchor="b">
            <a:spAutoFit/>
          </a:bodyPr>
          <a:lstStyle>
            <a:lvl1pPr algn="l">
              <a:defRPr sz="1200"/>
            </a:lvl1pPr>
          </a:lstStyle>
          <a:p>
            <a:endParaRPr lang="en-US"/>
          </a:p>
        </p:txBody>
      </p:sp>
      <p:sp>
        <p:nvSpPr>
          <p:cNvPr id="5" name="Slide Number Placeholder 4">
            <a:extLst>
              <a:ext uri="{FF2B5EF4-FFF2-40B4-BE49-F238E27FC236}">
                <a16:creationId xmlns:a16="http://schemas.microsoft.com/office/drawing/2014/main" id="{C28DF413-5A80-0E4B-FAC6-ED9C1B6AAD13}"/>
              </a:ext>
            </a:extLst>
          </p:cNvPr>
          <p:cNvSpPr>
            <a:spLocks noGrp="1"/>
          </p:cNvSpPr>
          <p:nvPr>
            <p:ph type="sldNum" sz="quarter" idx="3"/>
          </p:nvPr>
        </p:nvSpPr>
        <p:spPr>
          <a:xfrm>
            <a:off x="3884613" y="8813928"/>
            <a:ext cx="2971800" cy="330072"/>
          </a:xfrm>
          <a:prstGeom prst="rect">
            <a:avLst/>
          </a:prstGeom>
        </p:spPr>
        <p:txBody>
          <a:bodyPr vert="horz" lIns="72000" tIns="72000" rIns="72000" bIns="72000" rtlCol="0" anchor="b">
            <a:spAutoFit/>
          </a:bodyPr>
          <a:lstStyle>
            <a:lvl1pPr algn="r">
              <a:defRPr sz="1200"/>
            </a:lvl1pPr>
          </a:lstStyle>
          <a:p>
            <a:fld id="{5CEEF8C8-A39C-426A-A785-874186603B59}" type="slidenum">
              <a:rPr lang="en-US" smtClean="0"/>
              <a:t>‹#›</a:t>
            </a:fld>
            <a:endParaRPr lang="en-US"/>
          </a:p>
        </p:txBody>
      </p:sp>
    </p:spTree>
    <p:extLst>
      <p:ext uri="{BB962C8B-B14F-4D97-AF65-F5344CB8AC3E}">
        <p14:creationId xmlns:p14="http://schemas.microsoft.com/office/powerpoint/2010/main" val="449763717"/>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orient="horz" pos="2880" userDrawn="1">
          <p15:clr>
            <a:srgbClr val="F26B43"/>
          </p15:clr>
        </p15:guide>
        <p15:guide id="2" pos="2160"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330072"/>
          </a:xfrm>
          <a:prstGeom prst="rect">
            <a:avLst/>
          </a:prstGeom>
        </p:spPr>
        <p:txBody>
          <a:bodyPr vert="horz" lIns="72000" tIns="72000" rIns="72000" bIns="72000" rtlCol="0">
            <a:spAutoFit/>
          </a:bodyPr>
          <a:lstStyle>
            <a:lvl1pPr algn="l">
              <a:defRPr sz="1200"/>
            </a:lvl1pPr>
          </a:lstStyle>
          <a:p>
            <a:endParaRPr lang="en-US"/>
          </a:p>
        </p:txBody>
      </p:sp>
      <p:sp>
        <p:nvSpPr>
          <p:cNvPr id="3" name="Date Placeholder 2"/>
          <p:cNvSpPr>
            <a:spLocks noGrp="1"/>
          </p:cNvSpPr>
          <p:nvPr>
            <p:ph type="dt" idx="1"/>
          </p:nvPr>
        </p:nvSpPr>
        <p:spPr>
          <a:xfrm>
            <a:off x="3884613" y="0"/>
            <a:ext cx="2971800" cy="330072"/>
          </a:xfrm>
          <a:prstGeom prst="rect">
            <a:avLst/>
          </a:prstGeom>
        </p:spPr>
        <p:txBody>
          <a:bodyPr vert="horz" lIns="72000" tIns="72000" rIns="72000" bIns="72000" rtlCol="0">
            <a:spAutoFit/>
          </a:bodyPr>
          <a:lstStyle>
            <a:lvl1pPr algn="r">
              <a:defRPr sz="1200"/>
            </a:lvl1pPr>
          </a:lstStyle>
          <a:p>
            <a:fld id="{17C9ACF2-9523-4E24-AB2A-AA40E013F93F}" type="datetimeFigureOut">
              <a:rPr lang="en-US" smtClean="0"/>
              <a:t>12/4/2025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0" tIns="0" rIns="0" bIns="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13928"/>
            <a:ext cx="2971800" cy="330072"/>
          </a:xfrm>
          <a:prstGeom prst="rect">
            <a:avLst/>
          </a:prstGeom>
        </p:spPr>
        <p:txBody>
          <a:bodyPr vert="horz" lIns="72000" tIns="72000" rIns="72000" bIns="72000" rtlCol="0" anchor="b">
            <a:spAutoFit/>
          </a:bodyPr>
          <a:lstStyle>
            <a:lvl1pPr algn="l">
              <a:defRPr sz="1200"/>
            </a:lvl1pPr>
          </a:lstStyle>
          <a:p>
            <a:endParaRPr lang="en-US"/>
          </a:p>
        </p:txBody>
      </p:sp>
      <p:sp>
        <p:nvSpPr>
          <p:cNvPr id="7" name="Slide Number Placeholder 6"/>
          <p:cNvSpPr>
            <a:spLocks noGrp="1"/>
          </p:cNvSpPr>
          <p:nvPr>
            <p:ph type="sldNum" sz="quarter" idx="5"/>
          </p:nvPr>
        </p:nvSpPr>
        <p:spPr>
          <a:xfrm>
            <a:off x="3884613" y="8813928"/>
            <a:ext cx="2971800" cy="330072"/>
          </a:xfrm>
          <a:prstGeom prst="rect">
            <a:avLst/>
          </a:prstGeom>
        </p:spPr>
        <p:txBody>
          <a:bodyPr vert="horz" lIns="72000" tIns="72000" rIns="72000" bIns="72000" rtlCol="0" anchor="b">
            <a:spAutoFit/>
          </a:bodyPr>
          <a:lstStyle>
            <a:lvl1pPr algn="r">
              <a:defRPr sz="1200"/>
            </a:lvl1pPr>
          </a:lstStyle>
          <a:p>
            <a:fld id="{79F5A480-A98C-4E91-8166-A054DD06EBA9}" type="slidenum">
              <a:rPr lang="en-US" smtClean="0"/>
              <a:t>‹#›</a:t>
            </a:fld>
            <a:endParaRPr lang="en-US"/>
          </a:p>
        </p:txBody>
      </p:sp>
    </p:spTree>
    <p:extLst>
      <p:ext uri="{BB962C8B-B14F-4D97-AF65-F5344CB8AC3E}">
        <p14:creationId xmlns:p14="http://schemas.microsoft.com/office/powerpoint/2010/main" val="55155886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extLst>
    <p:ext uri="{620B2872-D7B9-4A21-9093-7833F8D536E1}">
      <p15:sldGuideLst xmlns:p15="http://schemas.microsoft.com/office/powerpoint/2012/main">
        <p15:guide id="1" orient="horz" pos="2880" userDrawn="1">
          <p15:clr>
            <a:srgbClr val="F26B43"/>
          </p15:clr>
        </p15:guide>
        <p15:guide id="2" pos="2160" userDrawn="1">
          <p15:clr>
            <a:srgbClr val="F26B43"/>
          </p15:clr>
        </p15:guide>
      </p15:sldGuideLst>
    </p:ext>
  </p:extLst>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sv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6.png"/><Relationship Id="rId4" Type="http://schemas.openxmlformats.org/officeDocument/2006/relationships/image" Target="../media/image7.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1.png"/><Relationship Id="rId4" Type="http://schemas.openxmlformats.org/officeDocument/2006/relationships/image" Target="../media/image2.sv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1.png"/><Relationship Id="rId4" Type="http://schemas.openxmlformats.org/officeDocument/2006/relationships/image" Target="../media/image2.sv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1.png"/><Relationship Id="rId4" Type="http://schemas.openxmlformats.org/officeDocument/2006/relationships/image" Target="../media/image2.sv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1.png"/><Relationship Id="rId4" Type="http://schemas.openxmlformats.org/officeDocument/2006/relationships/image" Target="../media/image2.sv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1.png"/><Relationship Id="rId4" Type="http://schemas.openxmlformats.org/officeDocument/2006/relationships/image" Target="../media/image2.sv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1.png"/><Relationship Id="rId4" Type="http://schemas.openxmlformats.org/officeDocument/2006/relationships/image" Target="../media/image2.sv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1.png"/><Relationship Id="rId4" Type="http://schemas.openxmlformats.org/officeDocument/2006/relationships/image" Target="../media/image2.sv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1.png"/><Relationship Id="rId4" Type="http://schemas.openxmlformats.org/officeDocument/2006/relationships/image" Target="../media/image2.sv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7.sv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1.png"/><Relationship Id="rId4" Type="http://schemas.openxmlformats.org/officeDocument/2006/relationships/image" Target="../media/image2.sv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6.png"/><Relationship Id="rId4" Type="http://schemas.openxmlformats.org/officeDocument/2006/relationships/image" Target="../media/image11.svg"/></Relationships>
</file>

<file path=ppt/slideLayouts/_rels/slideLayout33.xml.rels><?xml version='1.0' encoding='UTF-8' standalone='yes'?>
<Relationships xmlns="http://schemas.openxmlformats.org/package/2006/relationships"><Relationship Id="rId1" Type="http://schemas.microsoft.com/office/2007/relationships/media" Target="../media/media1.mp4"/><Relationship Id="rId2" Type="http://schemas.openxmlformats.org/officeDocument/2006/relationships/video" Target="../media/media1.mp4"/><Relationship Id="rId3" Type="http://schemas.openxmlformats.org/officeDocument/2006/relationships/slideMaster" Target="../slideMasters/slideMaster1.xml"/><Relationship Id="rId4" Type="http://schemas.openxmlformats.org/officeDocument/2006/relationships/image" Target="../media/image12.png"/><Relationship Id="rId5" Type="http://schemas.openxmlformats.org/officeDocument/2006/relationships/image" Target="../media/image6.png"/><Relationship Id="rId6" Type="http://schemas.openxmlformats.org/officeDocument/2006/relationships/image" Target="../media/image11.sv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1">
    <p:spTree>
      <p:nvGrpSpPr>
        <p:cNvPr id="1" name=""/>
        <p:cNvGrpSpPr/>
        <p:nvPr/>
      </p:nvGrpSpPr>
      <p:grpSpPr>
        <a:xfrm>
          <a:off x="0" y="0"/>
          <a:ext cx="0" cy="0"/>
          <a:chOff x="0" y="0"/>
          <a:chExt cx="0" cy="0"/>
        </a:xfrm>
      </p:grpSpPr>
      <p:pic>
        <p:nvPicPr>
          <p:cNvPr id="4" name="Picture 3" descr="A colorful gradient with squares&#10;&#10;Description automatically generated with medium confidence">
            <a:extLst>
              <a:ext uri="{FF2B5EF4-FFF2-40B4-BE49-F238E27FC236}">
                <a16:creationId xmlns:a16="http://schemas.microsoft.com/office/drawing/2014/main" id="{6C566B1A-1272-AB8E-397F-CAE1B245E1FA}"/>
              </a:ext>
            </a:extLst>
          </p:cNvPr>
          <p:cNvPicPr>
            <a:picLocks noChangeAspect="1"/>
          </p:cNvPicPr>
          <p:nvPr userDrawn="1"/>
        </p:nvPicPr>
        <p:blipFill>
          <a:blip r:embed="rId2"/>
          <a:stretch>
            <a:fillRect/>
          </a:stretch>
        </p:blipFill>
        <p:spPr>
          <a:xfrm>
            <a:off x="-88" y="0"/>
            <a:ext cx="12192000" cy="6858000"/>
          </a:xfrm>
          <a:prstGeom prst="rect">
            <a:avLst/>
          </a:prstGeom>
        </p:spPr>
      </p:pic>
      <p:sp>
        <p:nvSpPr>
          <p:cNvPr id="3" name="Text Placeholder 9">
            <a:extLst>
              <a:ext uri="{FF2B5EF4-FFF2-40B4-BE49-F238E27FC236}">
                <a16:creationId xmlns:a16="http://schemas.microsoft.com/office/drawing/2014/main" id="{81EAA6A3-9742-4CD0-8A04-F54B5C18CCBD}"/>
              </a:ext>
            </a:extLst>
          </p:cNvPr>
          <p:cNvSpPr>
            <a:spLocks noGrp="1"/>
          </p:cNvSpPr>
          <p:nvPr>
            <p:ph type="body" sz="quarter" idx="20" hasCustomPrompt="1"/>
          </p:nvPr>
        </p:nvSpPr>
        <p:spPr>
          <a:xfrm>
            <a:off x="628257" y="3863253"/>
            <a:ext cx="9134902" cy="332399"/>
          </a:xfrm>
          <a:prstGeom prst="rect">
            <a:avLst/>
          </a:prstGeom>
          <a:noFill/>
          <a:ln>
            <a:noFill/>
          </a:ln>
        </p:spPr>
        <p:txBody>
          <a:bodyPr wrap="square" lIns="0" tIns="0" rIns="0" bIns="0" rtlCol="0">
            <a:spAutoFit/>
          </a:bodyPr>
          <a:lstStyle>
            <a:lvl1pPr marL="0" indent="0">
              <a:buNone/>
              <a:defRPr lang="en-US" sz="2400" dirty="0">
                <a:solidFill>
                  <a:schemeClr val="bg1"/>
                </a:solidFill>
              </a:defRPr>
            </a:lvl1pPr>
          </a:lstStyle>
          <a:p>
            <a:pPr marL="0" lvl="0"/>
            <a:r>
              <a:rPr lang="en-US"/>
              <a:t>Subheading or additional information</a:t>
            </a:r>
          </a:p>
        </p:txBody>
      </p:sp>
      <p:sp>
        <p:nvSpPr>
          <p:cNvPr id="5" name="Text Placeholder 9">
            <a:extLst>
              <a:ext uri="{FF2B5EF4-FFF2-40B4-BE49-F238E27FC236}">
                <a16:creationId xmlns:a16="http://schemas.microsoft.com/office/drawing/2014/main" id="{6568098D-8C38-AAEA-9CC0-387D99D6D8FB}"/>
              </a:ext>
            </a:extLst>
          </p:cNvPr>
          <p:cNvSpPr>
            <a:spLocks noGrp="1"/>
          </p:cNvSpPr>
          <p:nvPr>
            <p:ph type="body" sz="quarter" idx="22" hasCustomPrompt="1"/>
          </p:nvPr>
        </p:nvSpPr>
        <p:spPr>
          <a:xfrm>
            <a:off x="628256" y="6356286"/>
            <a:ext cx="3835101" cy="166199"/>
          </a:xfrm>
          <a:prstGeom prst="rect">
            <a:avLst/>
          </a:prstGeom>
        </p:spPr>
        <p:txBody>
          <a:bodyPr wrap="square" lIns="0" tIns="0" rIns="0" bIns="0" anchor="b">
            <a:spAutoFit/>
          </a:bodyPr>
          <a:lstStyle>
            <a:lvl1pPr marL="0" indent="0">
              <a:spcBef>
                <a:spcPts val="1000"/>
              </a:spcBef>
              <a:buNone/>
              <a:defRPr lang="en-US" sz="1200" kern="1200" dirty="0">
                <a:solidFill>
                  <a:schemeClr val="bg1"/>
                </a:solidFill>
                <a:latin typeface="Microsoft Sans Serif" panose="020B0604020202020204" pitchFamily="34" charset="0"/>
                <a:ea typeface="Tahoma" panose="020B0604030504040204" pitchFamily="34" charset="0"/>
                <a:cs typeface="Microsoft Sans Serif" panose="020B0604020202020204" pitchFamily="34" charset="0"/>
              </a:defRPr>
            </a:lvl1pPr>
            <a:lvl2pPr marL="178775" indent="0">
              <a:buNone/>
              <a:defRPr sz="2400"/>
            </a:lvl2pPr>
            <a:lvl3pPr marL="360000" indent="0">
              <a:buNone/>
              <a:defRPr sz="2400"/>
            </a:lvl3pPr>
            <a:lvl4pPr marL="539138" indent="0">
              <a:buNone/>
              <a:defRPr sz="2400"/>
            </a:lvl4pPr>
            <a:lvl5pPr marL="720000" indent="0">
              <a:buNone/>
              <a:defRPr sz="2400"/>
            </a:lvl5pPr>
          </a:lstStyle>
          <a:p>
            <a:pPr lvl="0"/>
            <a:r>
              <a:rPr lang="en-US"/>
              <a:t>Date/Location, if relevant</a:t>
            </a:r>
          </a:p>
        </p:txBody>
      </p:sp>
      <p:pic>
        <p:nvPicPr>
          <p:cNvPr id="7" name="Google Shape;5773;p324">
            <a:extLst>
              <a:ext uri="{FF2B5EF4-FFF2-40B4-BE49-F238E27FC236}">
                <a16:creationId xmlns:a16="http://schemas.microsoft.com/office/drawing/2014/main" id="{0B214C76-5C34-738F-FDAC-7D6C1B8CEC87}"/>
              </a:ext>
            </a:extLst>
          </p:cNvPr>
          <p:cNvPicPr preferRelativeResize="0"/>
          <p:nvPr userDrawn="1"/>
        </p:nvPicPr>
        <p:blipFill>
          <a:blip r:embed="rId3">
            <a:alphaModFix/>
          </a:blip>
          <a:stretch>
            <a:fillRect/>
          </a:stretch>
        </p:blipFill>
        <p:spPr>
          <a:xfrm>
            <a:off x="9761150" y="6163016"/>
            <a:ext cx="1960591" cy="411451"/>
          </a:xfrm>
          <a:prstGeom prst="rect">
            <a:avLst/>
          </a:prstGeom>
          <a:noFill/>
          <a:ln>
            <a:noFill/>
          </a:ln>
        </p:spPr>
      </p:pic>
      <p:sp>
        <p:nvSpPr>
          <p:cNvPr id="6" name="Text Placeholder 9">
            <a:extLst>
              <a:ext uri="{FF2B5EF4-FFF2-40B4-BE49-F238E27FC236}">
                <a16:creationId xmlns:a16="http://schemas.microsoft.com/office/drawing/2014/main" id="{EE6ACF4D-39FE-5029-6ECA-D44D07569397}"/>
              </a:ext>
            </a:extLst>
          </p:cNvPr>
          <p:cNvSpPr>
            <a:spLocks noGrp="1"/>
          </p:cNvSpPr>
          <p:nvPr>
            <p:ph type="body" sz="quarter" idx="24" hasCustomPrompt="1"/>
          </p:nvPr>
        </p:nvSpPr>
        <p:spPr>
          <a:xfrm>
            <a:off x="628257" y="1869455"/>
            <a:ext cx="9134902" cy="1792224"/>
          </a:xfrm>
          <a:prstGeom prst="rect">
            <a:avLst/>
          </a:prstGeom>
          <a:noFill/>
          <a:ln>
            <a:noFill/>
          </a:ln>
        </p:spPr>
        <p:txBody>
          <a:bodyPr wrap="square" lIns="0" tIns="0" rIns="0" bIns="0" rtlCol="0" anchor="b">
            <a:noAutofit/>
          </a:bodyPr>
          <a:lstStyle>
            <a:lvl1pPr marL="0" indent="0">
              <a:buNone/>
              <a:defRPr lang="en-US" sz="4800" dirty="0">
                <a:solidFill>
                  <a:schemeClr val="bg1"/>
                </a:solidFill>
              </a:defRPr>
            </a:lvl1pPr>
          </a:lstStyle>
          <a:p>
            <a:pPr marL="0" lvl="0"/>
            <a:r>
              <a:rPr lang="en-US"/>
              <a:t>Presentation title here</a:t>
            </a:r>
          </a:p>
        </p:txBody>
      </p:sp>
    </p:spTree>
    <p:extLst>
      <p:ext uri="{BB962C8B-B14F-4D97-AF65-F5344CB8AC3E}">
        <p14:creationId xmlns:p14="http://schemas.microsoft.com/office/powerpoint/2010/main" val="813431689"/>
      </p:ext>
    </p:extLst>
  </p:cSld>
  <p:clrMapOvr>
    <a:masterClrMapping/>
  </p:clrMapOvr>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le 2 (video background)">
    <p:spTree>
      <p:nvGrpSpPr>
        <p:cNvPr id="1" name=""/>
        <p:cNvGrpSpPr/>
        <p:nvPr/>
      </p:nvGrpSpPr>
      <p:grpSpPr>
        <a:xfrm>
          <a:off x="0" y="0"/>
          <a:ext cx="0" cy="0"/>
          <a:chOff x="0" y="0"/>
          <a:chExt cx="0" cy="0"/>
        </a:xfrm>
      </p:grpSpPr>
      <p:sp>
        <p:nvSpPr>
          <p:cNvPr id="8" name="Picture Placeholder 7">
            <a:extLst>
              <a:ext uri="{FF2B5EF4-FFF2-40B4-BE49-F238E27FC236}">
                <a16:creationId xmlns:a16="http://schemas.microsoft.com/office/drawing/2014/main" id="{F0B1994B-1B69-EE8D-66A8-E42A677D663A}"/>
              </a:ext>
            </a:extLst>
          </p:cNvPr>
          <p:cNvSpPr>
            <a:spLocks noGrp="1"/>
          </p:cNvSpPr>
          <p:nvPr>
            <p:ph type="pic" sz="quarter" idx="23"/>
          </p:nvPr>
        </p:nvSpPr>
        <p:spPr>
          <a:xfrm>
            <a:off x="0" y="0"/>
            <a:ext cx="12192000" cy="6858000"/>
          </a:xfrm>
          <a:prstGeom prst="rect">
            <a:avLst/>
          </a:prstGeom>
          <a:solidFill>
            <a:schemeClr val="bg2"/>
          </a:solidFill>
        </p:spPr>
        <p:txBody>
          <a:bodyPr anchor="ctr"/>
          <a:lstStyle>
            <a:lvl1pPr marL="0" indent="0" algn="ctr">
              <a:buNone/>
              <a:defRPr/>
            </a:lvl1pPr>
          </a:lstStyle>
          <a:p>
            <a:endParaRPr lang="en-PH"/>
          </a:p>
        </p:txBody>
      </p:sp>
      <p:sp>
        <p:nvSpPr>
          <p:cNvPr id="3" name="Text Placeholder 9">
            <a:extLst>
              <a:ext uri="{FF2B5EF4-FFF2-40B4-BE49-F238E27FC236}">
                <a16:creationId xmlns:a16="http://schemas.microsoft.com/office/drawing/2014/main" id="{81EAA6A3-9742-4CD0-8A04-F54B5C18CCBD}"/>
              </a:ext>
            </a:extLst>
          </p:cNvPr>
          <p:cNvSpPr>
            <a:spLocks noGrp="1"/>
          </p:cNvSpPr>
          <p:nvPr>
            <p:ph type="body" sz="quarter" idx="20" hasCustomPrompt="1"/>
          </p:nvPr>
        </p:nvSpPr>
        <p:spPr>
          <a:xfrm>
            <a:off x="628257" y="3863253"/>
            <a:ext cx="9134902" cy="332399"/>
          </a:xfrm>
          <a:prstGeom prst="rect">
            <a:avLst/>
          </a:prstGeom>
          <a:noFill/>
          <a:ln>
            <a:noFill/>
          </a:ln>
        </p:spPr>
        <p:txBody>
          <a:bodyPr wrap="square" lIns="0" tIns="0" rIns="0" bIns="0" rtlCol="0">
            <a:spAutoFit/>
          </a:bodyPr>
          <a:lstStyle>
            <a:lvl1pPr marL="0" indent="0">
              <a:buNone/>
              <a:defRPr lang="en-US" sz="2400" dirty="0">
                <a:solidFill>
                  <a:schemeClr val="bg1"/>
                </a:solidFill>
              </a:defRPr>
            </a:lvl1pPr>
          </a:lstStyle>
          <a:p>
            <a:pPr marL="0" lvl="0"/>
            <a:r>
              <a:rPr lang="en-US"/>
              <a:t>Subheading or additional information</a:t>
            </a:r>
          </a:p>
        </p:txBody>
      </p:sp>
      <p:sp>
        <p:nvSpPr>
          <p:cNvPr id="5" name="Text Placeholder 9">
            <a:extLst>
              <a:ext uri="{FF2B5EF4-FFF2-40B4-BE49-F238E27FC236}">
                <a16:creationId xmlns:a16="http://schemas.microsoft.com/office/drawing/2014/main" id="{6568098D-8C38-AAEA-9CC0-387D99D6D8FB}"/>
              </a:ext>
            </a:extLst>
          </p:cNvPr>
          <p:cNvSpPr>
            <a:spLocks noGrp="1"/>
          </p:cNvSpPr>
          <p:nvPr>
            <p:ph type="body" sz="quarter" idx="22" hasCustomPrompt="1"/>
          </p:nvPr>
        </p:nvSpPr>
        <p:spPr>
          <a:xfrm>
            <a:off x="628256" y="6356286"/>
            <a:ext cx="3835101" cy="166199"/>
          </a:xfrm>
          <a:prstGeom prst="rect">
            <a:avLst/>
          </a:prstGeom>
        </p:spPr>
        <p:txBody>
          <a:bodyPr wrap="square" lIns="0" tIns="0" rIns="0" bIns="0" anchor="b">
            <a:spAutoFit/>
          </a:bodyPr>
          <a:lstStyle>
            <a:lvl1pPr marL="0" indent="0">
              <a:spcBef>
                <a:spcPts val="1000"/>
              </a:spcBef>
              <a:buNone/>
              <a:defRPr lang="en-US" sz="1200" kern="1200" dirty="0">
                <a:solidFill>
                  <a:schemeClr val="bg1"/>
                </a:solidFill>
                <a:latin typeface="Microsoft Sans Serif" panose="020B0604020202020204" pitchFamily="34" charset="0"/>
                <a:ea typeface="Tahoma" panose="020B0604030504040204" pitchFamily="34" charset="0"/>
                <a:cs typeface="Microsoft Sans Serif" panose="020B0604020202020204" pitchFamily="34" charset="0"/>
              </a:defRPr>
            </a:lvl1pPr>
            <a:lvl2pPr marL="178775" indent="0">
              <a:buNone/>
              <a:defRPr sz="2400"/>
            </a:lvl2pPr>
            <a:lvl3pPr marL="360000" indent="0">
              <a:buNone/>
              <a:defRPr sz="2400"/>
            </a:lvl3pPr>
            <a:lvl4pPr marL="539138" indent="0">
              <a:buNone/>
              <a:defRPr sz="2400"/>
            </a:lvl4pPr>
            <a:lvl5pPr marL="720000" indent="0">
              <a:buNone/>
              <a:defRPr sz="2400"/>
            </a:lvl5pPr>
          </a:lstStyle>
          <a:p>
            <a:pPr lvl="0"/>
            <a:r>
              <a:rPr lang="en-US"/>
              <a:t>Date/Location, if relevant</a:t>
            </a:r>
          </a:p>
        </p:txBody>
      </p:sp>
      <p:pic>
        <p:nvPicPr>
          <p:cNvPr id="7" name="Google Shape;5773;p324">
            <a:extLst>
              <a:ext uri="{FF2B5EF4-FFF2-40B4-BE49-F238E27FC236}">
                <a16:creationId xmlns:a16="http://schemas.microsoft.com/office/drawing/2014/main" id="{0B214C76-5C34-738F-FDAC-7D6C1B8CEC87}"/>
              </a:ext>
            </a:extLst>
          </p:cNvPr>
          <p:cNvPicPr preferRelativeResize="0"/>
          <p:nvPr userDrawn="1"/>
        </p:nvPicPr>
        <p:blipFill>
          <a:blip r:embed="rId2">
            <a:alphaModFix/>
          </a:blip>
          <a:stretch>
            <a:fillRect/>
          </a:stretch>
        </p:blipFill>
        <p:spPr>
          <a:xfrm>
            <a:off x="9761150" y="6163016"/>
            <a:ext cx="1960591" cy="411451"/>
          </a:xfrm>
          <a:prstGeom prst="rect">
            <a:avLst/>
          </a:prstGeom>
          <a:noFill/>
          <a:ln>
            <a:noFill/>
          </a:ln>
        </p:spPr>
      </p:pic>
      <p:sp>
        <p:nvSpPr>
          <p:cNvPr id="10" name="Text Placeholder 9">
            <a:extLst>
              <a:ext uri="{FF2B5EF4-FFF2-40B4-BE49-F238E27FC236}">
                <a16:creationId xmlns:a16="http://schemas.microsoft.com/office/drawing/2014/main" id="{E1D3B2C9-B324-02D1-32A1-4600C8554423}"/>
              </a:ext>
            </a:extLst>
          </p:cNvPr>
          <p:cNvSpPr>
            <a:spLocks noGrp="1"/>
          </p:cNvSpPr>
          <p:nvPr>
            <p:ph type="body" sz="quarter" idx="24" hasCustomPrompt="1"/>
          </p:nvPr>
        </p:nvSpPr>
        <p:spPr>
          <a:xfrm>
            <a:off x="628257" y="1869455"/>
            <a:ext cx="9134902" cy="1792224"/>
          </a:xfrm>
          <a:prstGeom prst="rect">
            <a:avLst/>
          </a:prstGeom>
          <a:noFill/>
          <a:ln>
            <a:noFill/>
          </a:ln>
        </p:spPr>
        <p:txBody>
          <a:bodyPr wrap="square" lIns="0" tIns="0" rIns="0" bIns="0" rtlCol="0" anchor="b">
            <a:noAutofit/>
          </a:bodyPr>
          <a:lstStyle>
            <a:lvl1pPr marL="0" indent="0">
              <a:buNone/>
              <a:defRPr lang="en-US" sz="4800" dirty="0">
                <a:solidFill>
                  <a:schemeClr val="bg1"/>
                </a:solidFill>
              </a:defRPr>
            </a:lvl1pPr>
          </a:lstStyle>
          <a:p>
            <a:pPr marL="0" lvl="0"/>
            <a:r>
              <a:rPr lang="en-US"/>
              <a:t>Presentation title here</a:t>
            </a:r>
          </a:p>
        </p:txBody>
      </p:sp>
    </p:spTree>
    <p:extLst>
      <p:ext uri="{BB962C8B-B14F-4D97-AF65-F5344CB8AC3E}">
        <p14:creationId xmlns:p14="http://schemas.microsoft.com/office/powerpoint/2010/main" val="973156626"/>
      </p:ext>
    </p:extLst>
  </p:cSld>
  <p:clrMapOvr>
    <a:masterClrMapping/>
  </p:clrMapOvr>
  <p:extLst>
    <p:ext uri="{DCECCB84-F9BA-43D5-87BE-67443E8EF086}">
      <p15:sldGuideLst xmlns:p15="http://schemas.microsoft.com/office/powerpoint/2012/main"/>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Divider 1">
    <p:spTree>
      <p:nvGrpSpPr>
        <p:cNvPr id="1" name=""/>
        <p:cNvGrpSpPr/>
        <p:nvPr/>
      </p:nvGrpSpPr>
      <p:grpSpPr>
        <a:xfrm>
          <a:off x="0" y="0"/>
          <a:ext cx="0" cy="0"/>
          <a:chOff x="0" y="0"/>
          <a:chExt cx="0" cy="0"/>
        </a:xfrm>
      </p:grpSpPr>
      <p:pic>
        <p:nvPicPr>
          <p:cNvPr id="3" name="Picture 2" descr="A blue and white square&#10;&#10;Description automatically generated">
            <a:extLst>
              <a:ext uri="{FF2B5EF4-FFF2-40B4-BE49-F238E27FC236}">
                <a16:creationId xmlns:a16="http://schemas.microsoft.com/office/drawing/2014/main" id="{B97315B6-47B8-3488-8060-93738F3A4A3A}"/>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12" name="Slide Number Placeholder 11">
            <a:extLst>
              <a:ext uri="{FF2B5EF4-FFF2-40B4-BE49-F238E27FC236}">
                <a16:creationId xmlns:a16="http://schemas.microsoft.com/office/drawing/2014/main" id="{C54C4BDE-AB88-5857-CA12-2DCC782E6AE0}"/>
              </a:ext>
            </a:extLst>
          </p:cNvPr>
          <p:cNvSpPr>
            <a:spLocks noGrp="1"/>
          </p:cNvSpPr>
          <p:nvPr>
            <p:ph type="sldNum" sz="quarter" idx="13"/>
          </p:nvPr>
        </p:nvSpPr>
        <p:spPr/>
        <p:txBody>
          <a:bodyPr/>
          <a:lstStyle>
            <a:lvl1pPr>
              <a:defRPr>
                <a:solidFill>
                  <a:schemeClr val="bg1"/>
                </a:solidFill>
              </a:defRPr>
            </a:lvl1pPr>
          </a:lstStyle>
          <a:p>
            <a:fld id="{5EA29875-719B-4A39-A51C-7BDD87443D68}" type="slidenum">
              <a:rPr lang="en-US" smtClean="0"/>
              <a:pPr/>
              <a:t>‹#›</a:t>
            </a:fld>
            <a:endParaRPr lang="en-US"/>
          </a:p>
        </p:txBody>
      </p:sp>
      <p:pic>
        <p:nvPicPr>
          <p:cNvPr id="5" name="Graphic 4">
            <a:extLst>
              <a:ext uri="{FF2B5EF4-FFF2-40B4-BE49-F238E27FC236}">
                <a16:creationId xmlns:a16="http://schemas.microsoft.com/office/drawing/2014/main" id="{29D8C3CA-D7D7-68DA-CAF6-A99DCF5333E9}"/>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839788" y="6323831"/>
            <a:ext cx="1149756" cy="228489"/>
          </a:xfrm>
          <a:prstGeom prst="rect">
            <a:avLst/>
          </a:prstGeom>
        </p:spPr>
      </p:pic>
      <p:sp>
        <p:nvSpPr>
          <p:cNvPr id="6" name="Text Placeholder 9">
            <a:extLst>
              <a:ext uri="{FF2B5EF4-FFF2-40B4-BE49-F238E27FC236}">
                <a16:creationId xmlns:a16="http://schemas.microsoft.com/office/drawing/2014/main" id="{2ABE3610-C38F-7091-3E51-751732C30C96}"/>
              </a:ext>
            </a:extLst>
          </p:cNvPr>
          <p:cNvSpPr>
            <a:spLocks noGrp="1"/>
          </p:cNvSpPr>
          <p:nvPr>
            <p:ph type="body" sz="quarter" idx="24" hasCustomPrompt="1"/>
          </p:nvPr>
        </p:nvSpPr>
        <p:spPr>
          <a:xfrm>
            <a:off x="1450848" y="2109499"/>
            <a:ext cx="9290304" cy="2240280"/>
          </a:xfrm>
          <a:prstGeom prst="rect">
            <a:avLst/>
          </a:prstGeom>
          <a:noFill/>
          <a:ln>
            <a:noFill/>
          </a:ln>
        </p:spPr>
        <p:txBody>
          <a:bodyPr wrap="square" lIns="0" tIns="0" rIns="0" bIns="0" rtlCol="0" anchor="b">
            <a:noAutofit/>
          </a:bodyPr>
          <a:lstStyle>
            <a:lvl1pPr marL="0" indent="0" algn="ctr">
              <a:buNone/>
              <a:defRPr lang="en-US" sz="8000" dirty="0">
                <a:solidFill>
                  <a:schemeClr val="bg1"/>
                </a:solidFill>
              </a:defRPr>
            </a:lvl1pPr>
          </a:lstStyle>
          <a:p>
            <a:pPr marL="0" lvl="0"/>
            <a:r>
              <a:rPr lang="en-US"/>
              <a:t>Title of the section</a:t>
            </a:r>
          </a:p>
        </p:txBody>
      </p:sp>
      <p:sp>
        <p:nvSpPr>
          <p:cNvPr id="7" name="Text Placeholder 9">
            <a:extLst>
              <a:ext uri="{FF2B5EF4-FFF2-40B4-BE49-F238E27FC236}">
                <a16:creationId xmlns:a16="http://schemas.microsoft.com/office/drawing/2014/main" id="{8D0F9025-13F9-728F-4472-4ABEE933DC80}"/>
              </a:ext>
            </a:extLst>
          </p:cNvPr>
          <p:cNvSpPr>
            <a:spLocks noGrp="1"/>
          </p:cNvSpPr>
          <p:nvPr>
            <p:ph type="body" sz="quarter" idx="20" hasCustomPrompt="1"/>
          </p:nvPr>
        </p:nvSpPr>
        <p:spPr>
          <a:xfrm>
            <a:off x="1450848" y="4512989"/>
            <a:ext cx="9290304" cy="294401"/>
          </a:xfrm>
          <a:prstGeom prst="rect">
            <a:avLst/>
          </a:prstGeom>
          <a:noFill/>
          <a:ln>
            <a:noFill/>
          </a:ln>
        </p:spPr>
        <p:txBody>
          <a:bodyPr wrap="square" lIns="0" tIns="0" rIns="0" bIns="0" rtlCol="0">
            <a:noAutofit/>
          </a:bodyPr>
          <a:lstStyle>
            <a:lvl1pPr marL="0" indent="0" algn="ctr">
              <a:buNone/>
              <a:defRPr lang="en-US" sz="2000" dirty="0">
                <a:solidFill>
                  <a:schemeClr val="bg1"/>
                </a:solidFill>
              </a:defRPr>
            </a:lvl1pPr>
          </a:lstStyle>
          <a:p>
            <a:pPr marL="0" lvl="0"/>
            <a:r>
              <a:rPr lang="en-US"/>
              <a:t>Subheading or additional information</a:t>
            </a:r>
          </a:p>
        </p:txBody>
      </p:sp>
    </p:spTree>
    <p:extLst>
      <p:ext uri="{BB962C8B-B14F-4D97-AF65-F5344CB8AC3E}">
        <p14:creationId xmlns:p14="http://schemas.microsoft.com/office/powerpoint/2010/main" val="1597695117"/>
      </p:ext>
    </p:extLst>
  </p:cSld>
  <p:clrMapOvr>
    <a:masterClrMapping/>
  </p:clrMapOvr>
  <p:extLst>
    <p:ext uri="{DCECCB84-F9BA-43D5-87BE-67443E8EF086}">
      <p15:sldGuideLst xmlns:p15="http://schemas.microsoft.com/office/powerpoint/2012/main"/>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Divider 2">
    <p:spTree>
      <p:nvGrpSpPr>
        <p:cNvPr id="1" name=""/>
        <p:cNvGrpSpPr/>
        <p:nvPr/>
      </p:nvGrpSpPr>
      <p:grpSpPr>
        <a:xfrm>
          <a:off x="0" y="0"/>
          <a:ext cx="0" cy="0"/>
          <a:chOff x="0" y="0"/>
          <a:chExt cx="0" cy="0"/>
        </a:xfrm>
      </p:grpSpPr>
      <p:pic>
        <p:nvPicPr>
          <p:cNvPr id="3" name="Picture 2" descr="A close up of a colorful background&#10;&#10;Description automatically generated">
            <a:extLst>
              <a:ext uri="{FF2B5EF4-FFF2-40B4-BE49-F238E27FC236}">
                <a16:creationId xmlns:a16="http://schemas.microsoft.com/office/drawing/2014/main" id="{5F359F09-40C0-699F-EBA1-BE16EAA88A61}"/>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12" name="Slide Number Placeholder 11">
            <a:extLst>
              <a:ext uri="{FF2B5EF4-FFF2-40B4-BE49-F238E27FC236}">
                <a16:creationId xmlns:a16="http://schemas.microsoft.com/office/drawing/2014/main" id="{C54C4BDE-AB88-5857-CA12-2DCC782E6AE0}"/>
              </a:ext>
            </a:extLst>
          </p:cNvPr>
          <p:cNvSpPr>
            <a:spLocks noGrp="1"/>
          </p:cNvSpPr>
          <p:nvPr>
            <p:ph type="sldNum" sz="quarter" idx="13"/>
          </p:nvPr>
        </p:nvSpPr>
        <p:spPr/>
        <p:txBody>
          <a:bodyPr/>
          <a:lstStyle>
            <a:lvl1pPr>
              <a:defRPr>
                <a:solidFill>
                  <a:schemeClr val="bg1"/>
                </a:solidFill>
              </a:defRPr>
            </a:lvl1pPr>
          </a:lstStyle>
          <a:p>
            <a:fld id="{5EA29875-719B-4A39-A51C-7BDD87443D68}" type="slidenum">
              <a:rPr lang="en-US" smtClean="0"/>
              <a:pPr/>
              <a:t>‹#›</a:t>
            </a:fld>
            <a:endParaRPr lang="en-US"/>
          </a:p>
        </p:txBody>
      </p:sp>
      <p:pic>
        <p:nvPicPr>
          <p:cNvPr id="2" name="Graphic 1">
            <a:extLst>
              <a:ext uri="{FF2B5EF4-FFF2-40B4-BE49-F238E27FC236}">
                <a16:creationId xmlns:a16="http://schemas.microsoft.com/office/drawing/2014/main" id="{6CB13E21-24D2-99DE-9F7D-38EC546AEFCD}"/>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839788" y="6323831"/>
            <a:ext cx="1149756" cy="228489"/>
          </a:xfrm>
          <a:prstGeom prst="rect">
            <a:avLst/>
          </a:prstGeom>
        </p:spPr>
      </p:pic>
      <p:sp>
        <p:nvSpPr>
          <p:cNvPr id="4" name="Text Placeholder 9">
            <a:extLst>
              <a:ext uri="{FF2B5EF4-FFF2-40B4-BE49-F238E27FC236}">
                <a16:creationId xmlns:a16="http://schemas.microsoft.com/office/drawing/2014/main" id="{372E426D-1A89-8152-E200-684F0819BABD}"/>
              </a:ext>
            </a:extLst>
          </p:cNvPr>
          <p:cNvSpPr>
            <a:spLocks noGrp="1"/>
          </p:cNvSpPr>
          <p:nvPr>
            <p:ph type="body" sz="quarter" idx="24" hasCustomPrompt="1"/>
          </p:nvPr>
        </p:nvSpPr>
        <p:spPr>
          <a:xfrm>
            <a:off x="1450848" y="2109499"/>
            <a:ext cx="9290304" cy="2240280"/>
          </a:xfrm>
          <a:prstGeom prst="rect">
            <a:avLst/>
          </a:prstGeom>
          <a:noFill/>
          <a:ln>
            <a:noFill/>
          </a:ln>
        </p:spPr>
        <p:txBody>
          <a:bodyPr wrap="square" lIns="0" tIns="0" rIns="0" bIns="0" rtlCol="0" anchor="b">
            <a:noAutofit/>
          </a:bodyPr>
          <a:lstStyle>
            <a:lvl1pPr marL="0" indent="0" algn="ctr">
              <a:buNone/>
              <a:defRPr lang="en-US" sz="8000" dirty="0">
                <a:solidFill>
                  <a:schemeClr val="bg1"/>
                </a:solidFill>
              </a:defRPr>
            </a:lvl1pPr>
          </a:lstStyle>
          <a:p>
            <a:pPr marL="0" lvl="0"/>
            <a:r>
              <a:rPr lang="en-US"/>
              <a:t>Title of the section</a:t>
            </a:r>
          </a:p>
        </p:txBody>
      </p:sp>
      <p:sp>
        <p:nvSpPr>
          <p:cNvPr id="6" name="Text Placeholder 9">
            <a:extLst>
              <a:ext uri="{FF2B5EF4-FFF2-40B4-BE49-F238E27FC236}">
                <a16:creationId xmlns:a16="http://schemas.microsoft.com/office/drawing/2014/main" id="{76A1DAE6-C33E-1795-CBFA-0A5AFC520933}"/>
              </a:ext>
            </a:extLst>
          </p:cNvPr>
          <p:cNvSpPr>
            <a:spLocks noGrp="1"/>
          </p:cNvSpPr>
          <p:nvPr>
            <p:ph type="body" sz="quarter" idx="20" hasCustomPrompt="1"/>
          </p:nvPr>
        </p:nvSpPr>
        <p:spPr>
          <a:xfrm>
            <a:off x="1450848" y="4512989"/>
            <a:ext cx="9290304" cy="294401"/>
          </a:xfrm>
          <a:prstGeom prst="rect">
            <a:avLst/>
          </a:prstGeom>
          <a:noFill/>
          <a:ln>
            <a:noFill/>
          </a:ln>
        </p:spPr>
        <p:txBody>
          <a:bodyPr wrap="square" lIns="0" tIns="0" rIns="0" bIns="0" rtlCol="0">
            <a:noAutofit/>
          </a:bodyPr>
          <a:lstStyle>
            <a:lvl1pPr marL="0" indent="0" algn="ctr">
              <a:buNone/>
              <a:defRPr lang="en-US" sz="2000" dirty="0">
                <a:solidFill>
                  <a:schemeClr val="bg1"/>
                </a:solidFill>
              </a:defRPr>
            </a:lvl1pPr>
          </a:lstStyle>
          <a:p>
            <a:pPr marL="0" lvl="0"/>
            <a:r>
              <a:rPr lang="en-US"/>
              <a:t>Subheading or additional information</a:t>
            </a:r>
          </a:p>
        </p:txBody>
      </p:sp>
    </p:spTree>
    <p:extLst>
      <p:ext uri="{BB962C8B-B14F-4D97-AF65-F5344CB8AC3E}">
        <p14:creationId xmlns:p14="http://schemas.microsoft.com/office/powerpoint/2010/main" val="701132953"/>
      </p:ext>
    </p:extLst>
  </p:cSld>
  <p:clrMapOvr>
    <a:masterClrMapping/>
  </p:clrMapOvr>
  <p:extLst>
    <p:ext uri="{DCECCB84-F9BA-43D5-87BE-67443E8EF086}">
      <p15:sldGuideLst xmlns:p15="http://schemas.microsoft.com/office/powerpoint/2012/main"/>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Agenda 1">
    <p:spTree>
      <p:nvGrpSpPr>
        <p:cNvPr id="1" name=""/>
        <p:cNvGrpSpPr/>
        <p:nvPr/>
      </p:nvGrpSpPr>
      <p:grpSpPr>
        <a:xfrm>
          <a:off x="0" y="0"/>
          <a:ext cx="0" cy="0"/>
          <a:chOff x="0" y="0"/>
          <a:chExt cx="0" cy="0"/>
        </a:xfrm>
      </p:grpSpPr>
      <p:sp>
        <p:nvSpPr>
          <p:cNvPr id="6" name="Text Placeholder 3">
            <a:extLst>
              <a:ext uri="{FF2B5EF4-FFF2-40B4-BE49-F238E27FC236}">
                <a16:creationId xmlns:a16="http://schemas.microsoft.com/office/drawing/2014/main" id="{10A485CD-2F85-0C5B-289A-E0CE1C9ED9FA}"/>
              </a:ext>
            </a:extLst>
          </p:cNvPr>
          <p:cNvSpPr>
            <a:spLocks noGrp="1"/>
          </p:cNvSpPr>
          <p:nvPr>
            <p:ph type="body" sz="quarter" idx="40" hasCustomPrompt="1"/>
          </p:nvPr>
        </p:nvSpPr>
        <p:spPr>
          <a:xfrm>
            <a:off x="7116024" y="1206867"/>
            <a:ext cx="2934756" cy="221599"/>
          </a:xfrm>
          <a:prstGeom prst="rect">
            <a:avLst/>
          </a:prstGeom>
        </p:spPr>
        <p:txBody>
          <a:bodyPr wrap="square" anchor="t" anchorCtr="0">
            <a:sp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6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text</a:t>
            </a:r>
          </a:p>
        </p:txBody>
      </p:sp>
      <p:sp>
        <p:nvSpPr>
          <p:cNvPr id="47" name="Text Placeholder 3">
            <a:extLst>
              <a:ext uri="{FF2B5EF4-FFF2-40B4-BE49-F238E27FC236}">
                <a16:creationId xmlns:a16="http://schemas.microsoft.com/office/drawing/2014/main" id="{8D6A15A5-79B9-A1AA-1B43-F7511592E718}"/>
              </a:ext>
            </a:extLst>
          </p:cNvPr>
          <p:cNvSpPr>
            <a:spLocks noGrp="1"/>
          </p:cNvSpPr>
          <p:nvPr>
            <p:ph type="body" sz="quarter" idx="69" hasCustomPrompt="1"/>
          </p:nvPr>
        </p:nvSpPr>
        <p:spPr>
          <a:xfrm>
            <a:off x="7116024" y="1591936"/>
            <a:ext cx="2934756" cy="221599"/>
          </a:xfrm>
          <a:prstGeom prst="rect">
            <a:avLst/>
          </a:prstGeom>
        </p:spPr>
        <p:txBody>
          <a:bodyPr wrap="square" anchor="t" anchorCtr="0">
            <a:sp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6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text</a:t>
            </a:r>
          </a:p>
        </p:txBody>
      </p:sp>
      <p:sp>
        <p:nvSpPr>
          <p:cNvPr id="49" name="Text Placeholder 3">
            <a:extLst>
              <a:ext uri="{FF2B5EF4-FFF2-40B4-BE49-F238E27FC236}">
                <a16:creationId xmlns:a16="http://schemas.microsoft.com/office/drawing/2014/main" id="{3B971C9D-9B26-D3DB-89DD-5CA21D7757BD}"/>
              </a:ext>
            </a:extLst>
          </p:cNvPr>
          <p:cNvSpPr>
            <a:spLocks noGrp="1"/>
          </p:cNvSpPr>
          <p:nvPr>
            <p:ph type="body" sz="quarter" idx="71" hasCustomPrompt="1"/>
          </p:nvPr>
        </p:nvSpPr>
        <p:spPr>
          <a:xfrm>
            <a:off x="7116024" y="1977005"/>
            <a:ext cx="2934756" cy="221599"/>
          </a:xfrm>
          <a:prstGeom prst="rect">
            <a:avLst/>
          </a:prstGeom>
        </p:spPr>
        <p:txBody>
          <a:bodyPr wrap="square" anchor="t" anchorCtr="0">
            <a:sp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6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text</a:t>
            </a:r>
          </a:p>
        </p:txBody>
      </p:sp>
      <p:sp>
        <p:nvSpPr>
          <p:cNvPr id="52" name="Text Placeholder 3">
            <a:extLst>
              <a:ext uri="{FF2B5EF4-FFF2-40B4-BE49-F238E27FC236}">
                <a16:creationId xmlns:a16="http://schemas.microsoft.com/office/drawing/2014/main" id="{9E10D321-245A-729A-2527-3E05930AC28C}"/>
              </a:ext>
            </a:extLst>
          </p:cNvPr>
          <p:cNvSpPr>
            <a:spLocks noGrp="1"/>
          </p:cNvSpPr>
          <p:nvPr>
            <p:ph type="body" sz="quarter" idx="74" hasCustomPrompt="1"/>
          </p:nvPr>
        </p:nvSpPr>
        <p:spPr>
          <a:xfrm>
            <a:off x="7116024" y="2362074"/>
            <a:ext cx="2934756" cy="221599"/>
          </a:xfrm>
          <a:prstGeom prst="rect">
            <a:avLst/>
          </a:prstGeom>
        </p:spPr>
        <p:txBody>
          <a:bodyPr wrap="square" anchor="t" anchorCtr="0">
            <a:sp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6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text</a:t>
            </a:r>
          </a:p>
        </p:txBody>
      </p:sp>
      <p:sp>
        <p:nvSpPr>
          <p:cNvPr id="54" name="Text Placeholder 3">
            <a:extLst>
              <a:ext uri="{FF2B5EF4-FFF2-40B4-BE49-F238E27FC236}">
                <a16:creationId xmlns:a16="http://schemas.microsoft.com/office/drawing/2014/main" id="{69BA2F79-9367-18FA-5D61-309784357434}"/>
              </a:ext>
            </a:extLst>
          </p:cNvPr>
          <p:cNvSpPr>
            <a:spLocks noGrp="1"/>
          </p:cNvSpPr>
          <p:nvPr>
            <p:ph type="body" sz="quarter" idx="76" hasCustomPrompt="1"/>
          </p:nvPr>
        </p:nvSpPr>
        <p:spPr>
          <a:xfrm>
            <a:off x="7116024" y="2747143"/>
            <a:ext cx="2934756" cy="221599"/>
          </a:xfrm>
          <a:prstGeom prst="rect">
            <a:avLst/>
          </a:prstGeom>
        </p:spPr>
        <p:txBody>
          <a:bodyPr wrap="square" anchor="t" anchorCtr="0">
            <a:sp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6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text</a:t>
            </a:r>
          </a:p>
        </p:txBody>
      </p:sp>
      <p:sp>
        <p:nvSpPr>
          <p:cNvPr id="41" name="Text Placeholder 3">
            <a:extLst>
              <a:ext uri="{FF2B5EF4-FFF2-40B4-BE49-F238E27FC236}">
                <a16:creationId xmlns:a16="http://schemas.microsoft.com/office/drawing/2014/main" id="{F98CD9D1-AE39-D262-425C-097DED777F61}"/>
              </a:ext>
            </a:extLst>
          </p:cNvPr>
          <p:cNvSpPr>
            <a:spLocks noGrp="1"/>
          </p:cNvSpPr>
          <p:nvPr>
            <p:ph type="body" sz="quarter" idx="101" hasCustomPrompt="1"/>
          </p:nvPr>
        </p:nvSpPr>
        <p:spPr>
          <a:xfrm>
            <a:off x="10050780" y="1206867"/>
            <a:ext cx="1204112" cy="221599"/>
          </a:xfrm>
          <a:prstGeom prst="rect">
            <a:avLst/>
          </a:prstGeom>
        </p:spPr>
        <p:txBody>
          <a:bodyPr wrap="square" anchor="ctr" anchorCtr="0">
            <a:spAutoFit/>
          </a:bodyPr>
          <a:lstStyle>
            <a:lvl1pPr marL="0" indent="0" algn="r" defTabSz="914400" rtl="0" eaLnBrk="1" latinLnBrk="0" hangingPunct="1">
              <a:lnSpc>
                <a:spcPct val="90000"/>
              </a:lnSpc>
              <a:spcBef>
                <a:spcPts val="1000"/>
              </a:spcBef>
              <a:spcAft>
                <a:spcPts val="400"/>
              </a:spcAft>
              <a:buFont typeface="Arial" panose="020B0604020202020204" pitchFamily="34" charset="0"/>
              <a:buNone/>
              <a:defRPr lang="en-US" sz="1600" kern="1200" dirty="0">
                <a:solidFill>
                  <a:schemeClr val="bg1">
                    <a:lumMod val="75000"/>
                  </a:schemeClr>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00:00 – 00:00</a:t>
            </a:r>
          </a:p>
        </p:txBody>
      </p:sp>
      <p:sp>
        <p:nvSpPr>
          <p:cNvPr id="10" name="Text Placeholder 3">
            <a:extLst>
              <a:ext uri="{FF2B5EF4-FFF2-40B4-BE49-F238E27FC236}">
                <a16:creationId xmlns:a16="http://schemas.microsoft.com/office/drawing/2014/main" id="{964F431F-1758-491B-F974-ABDC426DD6E8}"/>
              </a:ext>
            </a:extLst>
          </p:cNvPr>
          <p:cNvSpPr>
            <a:spLocks noGrp="1"/>
          </p:cNvSpPr>
          <p:nvPr>
            <p:ph type="body" sz="quarter" idx="114" hasCustomPrompt="1"/>
          </p:nvPr>
        </p:nvSpPr>
        <p:spPr>
          <a:xfrm>
            <a:off x="7116024" y="3132212"/>
            <a:ext cx="2934756" cy="221599"/>
          </a:xfrm>
          <a:prstGeom prst="rect">
            <a:avLst/>
          </a:prstGeom>
        </p:spPr>
        <p:txBody>
          <a:bodyPr wrap="square" anchor="t" anchorCtr="0">
            <a:sp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6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text</a:t>
            </a:r>
          </a:p>
        </p:txBody>
      </p:sp>
      <p:sp>
        <p:nvSpPr>
          <p:cNvPr id="13" name="Text Placeholder 3">
            <a:extLst>
              <a:ext uri="{FF2B5EF4-FFF2-40B4-BE49-F238E27FC236}">
                <a16:creationId xmlns:a16="http://schemas.microsoft.com/office/drawing/2014/main" id="{958BCA15-1C58-BA47-D50B-117C253BC863}"/>
              </a:ext>
            </a:extLst>
          </p:cNvPr>
          <p:cNvSpPr>
            <a:spLocks noGrp="1"/>
          </p:cNvSpPr>
          <p:nvPr>
            <p:ph type="body" sz="quarter" idx="115" hasCustomPrompt="1"/>
          </p:nvPr>
        </p:nvSpPr>
        <p:spPr>
          <a:xfrm>
            <a:off x="7116024" y="3517281"/>
            <a:ext cx="2934756" cy="221599"/>
          </a:xfrm>
          <a:prstGeom prst="rect">
            <a:avLst/>
          </a:prstGeom>
        </p:spPr>
        <p:txBody>
          <a:bodyPr wrap="square" anchor="t" anchorCtr="0">
            <a:sp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6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text</a:t>
            </a:r>
          </a:p>
        </p:txBody>
      </p:sp>
      <p:sp>
        <p:nvSpPr>
          <p:cNvPr id="15" name="Text Placeholder 3">
            <a:extLst>
              <a:ext uri="{FF2B5EF4-FFF2-40B4-BE49-F238E27FC236}">
                <a16:creationId xmlns:a16="http://schemas.microsoft.com/office/drawing/2014/main" id="{3D526A8B-E5EF-64B1-3385-CCE82DE28D4B}"/>
              </a:ext>
            </a:extLst>
          </p:cNvPr>
          <p:cNvSpPr>
            <a:spLocks noGrp="1"/>
          </p:cNvSpPr>
          <p:nvPr>
            <p:ph type="body" sz="quarter" idx="116" hasCustomPrompt="1"/>
          </p:nvPr>
        </p:nvSpPr>
        <p:spPr>
          <a:xfrm>
            <a:off x="7116024" y="3902350"/>
            <a:ext cx="2934756" cy="221599"/>
          </a:xfrm>
          <a:prstGeom prst="rect">
            <a:avLst/>
          </a:prstGeom>
        </p:spPr>
        <p:txBody>
          <a:bodyPr wrap="square" anchor="t" anchorCtr="0">
            <a:sp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6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text</a:t>
            </a:r>
          </a:p>
        </p:txBody>
      </p:sp>
      <p:sp>
        <p:nvSpPr>
          <p:cNvPr id="16" name="Text Placeholder 3">
            <a:extLst>
              <a:ext uri="{FF2B5EF4-FFF2-40B4-BE49-F238E27FC236}">
                <a16:creationId xmlns:a16="http://schemas.microsoft.com/office/drawing/2014/main" id="{C9F34623-8AE4-4941-11D6-174048923C1C}"/>
              </a:ext>
            </a:extLst>
          </p:cNvPr>
          <p:cNvSpPr>
            <a:spLocks noGrp="1"/>
          </p:cNvSpPr>
          <p:nvPr>
            <p:ph type="body" sz="quarter" idx="117" hasCustomPrompt="1"/>
          </p:nvPr>
        </p:nvSpPr>
        <p:spPr>
          <a:xfrm>
            <a:off x="7116024" y="4287419"/>
            <a:ext cx="2934756" cy="221599"/>
          </a:xfrm>
          <a:prstGeom prst="rect">
            <a:avLst/>
          </a:prstGeom>
        </p:spPr>
        <p:txBody>
          <a:bodyPr wrap="square" anchor="t" anchorCtr="0">
            <a:sp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6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text</a:t>
            </a:r>
          </a:p>
        </p:txBody>
      </p:sp>
      <p:sp>
        <p:nvSpPr>
          <p:cNvPr id="17" name="Text Placeholder 3">
            <a:extLst>
              <a:ext uri="{FF2B5EF4-FFF2-40B4-BE49-F238E27FC236}">
                <a16:creationId xmlns:a16="http://schemas.microsoft.com/office/drawing/2014/main" id="{DB1AAD6A-7313-54D6-EDB8-2ECE25AD60E2}"/>
              </a:ext>
            </a:extLst>
          </p:cNvPr>
          <p:cNvSpPr>
            <a:spLocks noGrp="1"/>
          </p:cNvSpPr>
          <p:nvPr>
            <p:ph type="body" sz="quarter" idx="118" hasCustomPrompt="1"/>
          </p:nvPr>
        </p:nvSpPr>
        <p:spPr>
          <a:xfrm>
            <a:off x="7116024" y="4672488"/>
            <a:ext cx="2934756" cy="221599"/>
          </a:xfrm>
          <a:prstGeom prst="rect">
            <a:avLst/>
          </a:prstGeom>
        </p:spPr>
        <p:txBody>
          <a:bodyPr wrap="square" anchor="t" anchorCtr="0">
            <a:sp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6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text</a:t>
            </a:r>
          </a:p>
        </p:txBody>
      </p:sp>
      <p:sp>
        <p:nvSpPr>
          <p:cNvPr id="31" name="Text Placeholder 3">
            <a:extLst>
              <a:ext uri="{FF2B5EF4-FFF2-40B4-BE49-F238E27FC236}">
                <a16:creationId xmlns:a16="http://schemas.microsoft.com/office/drawing/2014/main" id="{356C9FA9-9F4B-CF79-DBD9-6158AB1F3403}"/>
              </a:ext>
            </a:extLst>
          </p:cNvPr>
          <p:cNvSpPr>
            <a:spLocks noGrp="1"/>
          </p:cNvSpPr>
          <p:nvPr>
            <p:ph type="body" sz="quarter" idx="124" hasCustomPrompt="1"/>
          </p:nvPr>
        </p:nvSpPr>
        <p:spPr>
          <a:xfrm>
            <a:off x="7116024" y="5057557"/>
            <a:ext cx="2934756" cy="221599"/>
          </a:xfrm>
          <a:prstGeom prst="rect">
            <a:avLst/>
          </a:prstGeom>
        </p:spPr>
        <p:txBody>
          <a:bodyPr wrap="square" anchor="t" anchorCtr="0">
            <a:sp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6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text</a:t>
            </a:r>
          </a:p>
        </p:txBody>
      </p:sp>
      <p:sp>
        <p:nvSpPr>
          <p:cNvPr id="32" name="Text Placeholder 3">
            <a:extLst>
              <a:ext uri="{FF2B5EF4-FFF2-40B4-BE49-F238E27FC236}">
                <a16:creationId xmlns:a16="http://schemas.microsoft.com/office/drawing/2014/main" id="{D09671FA-6400-60FF-1CFA-3D7798635756}"/>
              </a:ext>
            </a:extLst>
          </p:cNvPr>
          <p:cNvSpPr>
            <a:spLocks noGrp="1"/>
          </p:cNvSpPr>
          <p:nvPr>
            <p:ph type="body" sz="quarter" idx="125" hasCustomPrompt="1"/>
          </p:nvPr>
        </p:nvSpPr>
        <p:spPr>
          <a:xfrm>
            <a:off x="7116024" y="5442621"/>
            <a:ext cx="2934756" cy="221599"/>
          </a:xfrm>
          <a:prstGeom prst="rect">
            <a:avLst/>
          </a:prstGeom>
        </p:spPr>
        <p:txBody>
          <a:bodyPr wrap="square" anchor="t" anchorCtr="0">
            <a:sp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6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text</a:t>
            </a:r>
          </a:p>
        </p:txBody>
      </p:sp>
      <p:sp>
        <p:nvSpPr>
          <p:cNvPr id="4" name="Text Placeholder 3">
            <a:extLst>
              <a:ext uri="{FF2B5EF4-FFF2-40B4-BE49-F238E27FC236}">
                <a16:creationId xmlns:a16="http://schemas.microsoft.com/office/drawing/2014/main" id="{17B815E4-D652-35F0-2830-C94C45187BD0}"/>
              </a:ext>
            </a:extLst>
          </p:cNvPr>
          <p:cNvSpPr>
            <a:spLocks noGrp="1"/>
          </p:cNvSpPr>
          <p:nvPr>
            <p:ph type="body" sz="quarter" idx="128" hasCustomPrompt="1"/>
          </p:nvPr>
        </p:nvSpPr>
        <p:spPr>
          <a:xfrm>
            <a:off x="10050780" y="1591936"/>
            <a:ext cx="1204112" cy="221599"/>
          </a:xfrm>
          <a:prstGeom prst="rect">
            <a:avLst/>
          </a:prstGeom>
        </p:spPr>
        <p:txBody>
          <a:bodyPr wrap="square" anchor="ctr" anchorCtr="0">
            <a:spAutoFit/>
          </a:bodyPr>
          <a:lstStyle>
            <a:lvl1pPr marL="0" indent="0" algn="r" defTabSz="914400" rtl="0" eaLnBrk="1" latinLnBrk="0" hangingPunct="1">
              <a:lnSpc>
                <a:spcPct val="90000"/>
              </a:lnSpc>
              <a:spcBef>
                <a:spcPts val="1000"/>
              </a:spcBef>
              <a:spcAft>
                <a:spcPts val="400"/>
              </a:spcAft>
              <a:buFont typeface="Arial" panose="020B0604020202020204" pitchFamily="34" charset="0"/>
              <a:buNone/>
              <a:defRPr lang="en-US" sz="1600" kern="1200" dirty="0">
                <a:solidFill>
                  <a:schemeClr val="bg1">
                    <a:lumMod val="75000"/>
                  </a:schemeClr>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00:00 – 00:00</a:t>
            </a:r>
          </a:p>
        </p:txBody>
      </p:sp>
      <p:sp>
        <p:nvSpPr>
          <p:cNvPr id="5" name="Text Placeholder 3">
            <a:extLst>
              <a:ext uri="{FF2B5EF4-FFF2-40B4-BE49-F238E27FC236}">
                <a16:creationId xmlns:a16="http://schemas.microsoft.com/office/drawing/2014/main" id="{F55B5ACD-BD51-7286-1AA8-8C98F7FAD4B6}"/>
              </a:ext>
            </a:extLst>
          </p:cNvPr>
          <p:cNvSpPr>
            <a:spLocks noGrp="1"/>
          </p:cNvSpPr>
          <p:nvPr>
            <p:ph type="body" sz="quarter" idx="129" hasCustomPrompt="1"/>
          </p:nvPr>
        </p:nvSpPr>
        <p:spPr>
          <a:xfrm>
            <a:off x="10050780" y="1977005"/>
            <a:ext cx="1204112" cy="221599"/>
          </a:xfrm>
          <a:prstGeom prst="rect">
            <a:avLst/>
          </a:prstGeom>
        </p:spPr>
        <p:txBody>
          <a:bodyPr wrap="square" anchor="ctr" anchorCtr="0">
            <a:spAutoFit/>
          </a:bodyPr>
          <a:lstStyle>
            <a:lvl1pPr marL="0" indent="0" algn="r" defTabSz="914400" rtl="0" eaLnBrk="1" latinLnBrk="0" hangingPunct="1">
              <a:lnSpc>
                <a:spcPct val="90000"/>
              </a:lnSpc>
              <a:spcBef>
                <a:spcPts val="1000"/>
              </a:spcBef>
              <a:spcAft>
                <a:spcPts val="400"/>
              </a:spcAft>
              <a:buFont typeface="Arial" panose="020B0604020202020204" pitchFamily="34" charset="0"/>
              <a:buNone/>
              <a:defRPr lang="en-US" sz="1600" kern="1200" dirty="0">
                <a:solidFill>
                  <a:schemeClr val="bg1">
                    <a:lumMod val="75000"/>
                  </a:schemeClr>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00:00 – 00:00</a:t>
            </a:r>
          </a:p>
        </p:txBody>
      </p:sp>
      <p:sp>
        <p:nvSpPr>
          <p:cNvPr id="7" name="Text Placeholder 3">
            <a:extLst>
              <a:ext uri="{FF2B5EF4-FFF2-40B4-BE49-F238E27FC236}">
                <a16:creationId xmlns:a16="http://schemas.microsoft.com/office/drawing/2014/main" id="{1D8235E0-29B6-E6F5-C29B-8F60E24D6B45}"/>
              </a:ext>
            </a:extLst>
          </p:cNvPr>
          <p:cNvSpPr>
            <a:spLocks noGrp="1"/>
          </p:cNvSpPr>
          <p:nvPr>
            <p:ph type="body" sz="quarter" idx="130" hasCustomPrompt="1"/>
          </p:nvPr>
        </p:nvSpPr>
        <p:spPr>
          <a:xfrm>
            <a:off x="10050780" y="2362074"/>
            <a:ext cx="1204112" cy="221599"/>
          </a:xfrm>
          <a:prstGeom prst="rect">
            <a:avLst/>
          </a:prstGeom>
        </p:spPr>
        <p:txBody>
          <a:bodyPr wrap="square" anchor="ctr" anchorCtr="0">
            <a:spAutoFit/>
          </a:bodyPr>
          <a:lstStyle>
            <a:lvl1pPr marL="0" indent="0" algn="r" defTabSz="914400" rtl="0" eaLnBrk="1" latinLnBrk="0" hangingPunct="1">
              <a:lnSpc>
                <a:spcPct val="90000"/>
              </a:lnSpc>
              <a:spcBef>
                <a:spcPts val="1000"/>
              </a:spcBef>
              <a:spcAft>
                <a:spcPts val="400"/>
              </a:spcAft>
              <a:buFont typeface="Arial" panose="020B0604020202020204" pitchFamily="34" charset="0"/>
              <a:buNone/>
              <a:defRPr lang="en-US" sz="1600" kern="1200" dirty="0">
                <a:solidFill>
                  <a:schemeClr val="bg1">
                    <a:lumMod val="75000"/>
                  </a:schemeClr>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00:00 – 00:00</a:t>
            </a:r>
          </a:p>
        </p:txBody>
      </p:sp>
      <p:sp>
        <p:nvSpPr>
          <p:cNvPr id="8" name="Text Placeholder 3">
            <a:extLst>
              <a:ext uri="{FF2B5EF4-FFF2-40B4-BE49-F238E27FC236}">
                <a16:creationId xmlns:a16="http://schemas.microsoft.com/office/drawing/2014/main" id="{0EA52473-7FCB-0B36-B7C1-F3B7721EB23D}"/>
              </a:ext>
            </a:extLst>
          </p:cNvPr>
          <p:cNvSpPr>
            <a:spLocks noGrp="1"/>
          </p:cNvSpPr>
          <p:nvPr>
            <p:ph type="body" sz="quarter" idx="131" hasCustomPrompt="1"/>
          </p:nvPr>
        </p:nvSpPr>
        <p:spPr>
          <a:xfrm>
            <a:off x="10050780" y="2747143"/>
            <a:ext cx="1204112" cy="221599"/>
          </a:xfrm>
          <a:prstGeom prst="rect">
            <a:avLst/>
          </a:prstGeom>
        </p:spPr>
        <p:txBody>
          <a:bodyPr wrap="square" anchor="ctr" anchorCtr="0">
            <a:spAutoFit/>
          </a:bodyPr>
          <a:lstStyle>
            <a:lvl1pPr marL="0" indent="0" algn="r" defTabSz="914400" rtl="0" eaLnBrk="1" latinLnBrk="0" hangingPunct="1">
              <a:lnSpc>
                <a:spcPct val="90000"/>
              </a:lnSpc>
              <a:spcBef>
                <a:spcPts val="1000"/>
              </a:spcBef>
              <a:spcAft>
                <a:spcPts val="400"/>
              </a:spcAft>
              <a:buFont typeface="Arial" panose="020B0604020202020204" pitchFamily="34" charset="0"/>
              <a:buNone/>
              <a:defRPr lang="en-US" sz="1600" kern="1200" dirty="0">
                <a:solidFill>
                  <a:schemeClr val="bg1">
                    <a:lumMod val="75000"/>
                  </a:schemeClr>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00:00 – 00:00</a:t>
            </a:r>
          </a:p>
        </p:txBody>
      </p:sp>
      <p:sp>
        <p:nvSpPr>
          <p:cNvPr id="9" name="Text Placeholder 3">
            <a:extLst>
              <a:ext uri="{FF2B5EF4-FFF2-40B4-BE49-F238E27FC236}">
                <a16:creationId xmlns:a16="http://schemas.microsoft.com/office/drawing/2014/main" id="{652FA04D-83C6-401D-B6F9-251F0BB593F9}"/>
              </a:ext>
            </a:extLst>
          </p:cNvPr>
          <p:cNvSpPr>
            <a:spLocks noGrp="1"/>
          </p:cNvSpPr>
          <p:nvPr>
            <p:ph type="body" sz="quarter" idx="132" hasCustomPrompt="1"/>
          </p:nvPr>
        </p:nvSpPr>
        <p:spPr>
          <a:xfrm>
            <a:off x="10050780" y="3132212"/>
            <a:ext cx="1204112" cy="221599"/>
          </a:xfrm>
          <a:prstGeom prst="rect">
            <a:avLst/>
          </a:prstGeom>
        </p:spPr>
        <p:txBody>
          <a:bodyPr wrap="square" anchor="ctr" anchorCtr="0">
            <a:spAutoFit/>
          </a:bodyPr>
          <a:lstStyle>
            <a:lvl1pPr marL="0" indent="0" algn="r" defTabSz="914400" rtl="0" eaLnBrk="1" latinLnBrk="0" hangingPunct="1">
              <a:lnSpc>
                <a:spcPct val="90000"/>
              </a:lnSpc>
              <a:spcBef>
                <a:spcPts val="1000"/>
              </a:spcBef>
              <a:spcAft>
                <a:spcPts val="400"/>
              </a:spcAft>
              <a:buFont typeface="Arial" panose="020B0604020202020204" pitchFamily="34" charset="0"/>
              <a:buNone/>
              <a:defRPr lang="en-US" sz="1600" kern="1200" dirty="0">
                <a:solidFill>
                  <a:schemeClr val="bg1">
                    <a:lumMod val="75000"/>
                  </a:schemeClr>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00:00 – 00:00</a:t>
            </a:r>
          </a:p>
        </p:txBody>
      </p:sp>
      <p:sp>
        <p:nvSpPr>
          <p:cNvPr id="11" name="Text Placeholder 3">
            <a:extLst>
              <a:ext uri="{FF2B5EF4-FFF2-40B4-BE49-F238E27FC236}">
                <a16:creationId xmlns:a16="http://schemas.microsoft.com/office/drawing/2014/main" id="{BEE9E01B-042A-B17F-5318-5EA33C69002D}"/>
              </a:ext>
            </a:extLst>
          </p:cNvPr>
          <p:cNvSpPr>
            <a:spLocks noGrp="1"/>
          </p:cNvSpPr>
          <p:nvPr>
            <p:ph type="body" sz="quarter" idx="133" hasCustomPrompt="1"/>
          </p:nvPr>
        </p:nvSpPr>
        <p:spPr>
          <a:xfrm>
            <a:off x="10050780" y="3517281"/>
            <a:ext cx="1204112" cy="221599"/>
          </a:xfrm>
          <a:prstGeom prst="rect">
            <a:avLst/>
          </a:prstGeom>
        </p:spPr>
        <p:txBody>
          <a:bodyPr wrap="square" anchor="ctr" anchorCtr="0">
            <a:spAutoFit/>
          </a:bodyPr>
          <a:lstStyle>
            <a:lvl1pPr marL="0" indent="0" algn="r" defTabSz="914400" rtl="0" eaLnBrk="1" latinLnBrk="0" hangingPunct="1">
              <a:lnSpc>
                <a:spcPct val="90000"/>
              </a:lnSpc>
              <a:spcBef>
                <a:spcPts val="1000"/>
              </a:spcBef>
              <a:spcAft>
                <a:spcPts val="400"/>
              </a:spcAft>
              <a:buFont typeface="Arial" panose="020B0604020202020204" pitchFamily="34" charset="0"/>
              <a:buNone/>
              <a:defRPr lang="en-US" sz="1600" kern="1200" dirty="0">
                <a:solidFill>
                  <a:schemeClr val="bg1">
                    <a:lumMod val="75000"/>
                  </a:schemeClr>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00:00 – 00:00</a:t>
            </a:r>
          </a:p>
        </p:txBody>
      </p:sp>
      <p:sp>
        <p:nvSpPr>
          <p:cNvPr id="12" name="Text Placeholder 3">
            <a:extLst>
              <a:ext uri="{FF2B5EF4-FFF2-40B4-BE49-F238E27FC236}">
                <a16:creationId xmlns:a16="http://schemas.microsoft.com/office/drawing/2014/main" id="{A5D1BAA0-075E-5ADB-3CBA-269CF00A1A4B}"/>
              </a:ext>
            </a:extLst>
          </p:cNvPr>
          <p:cNvSpPr>
            <a:spLocks noGrp="1"/>
          </p:cNvSpPr>
          <p:nvPr>
            <p:ph type="body" sz="quarter" idx="134" hasCustomPrompt="1"/>
          </p:nvPr>
        </p:nvSpPr>
        <p:spPr>
          <a:xfrm>
            <a:off x="10050780" y="3902350"/>
            <a:ext cx="1204112" cy="221599"/>
          </a:xfrm>
          <a:prstGeom prst="rect">
            <a:avLst/>
          </a:prstGeom>
        </p:spPr>
        <p:txBody>
          <a:bodyPr wrap="square" anchor="ctr" anchorCtr="0">
            <a:spAutoFit/>
          </a:bodyPr>
          <a:lstStyle>
            <a:lvl1pPr marL="0" indent="0" algn="r" defTabSz="914400" rtl="0" eaLnBrk="1" latinLnBrk="0" hangingPunct="1">
              <a:lnSpc>
                <a:spcPct val="90000"/>
              </a:lnSpc>
              <a:spcBef>
                <a:spcPts val="1000"/>
              </a:spcBef>
              <a:spcAft>
                <a:spcPts val="400"/>
              </a:spcAft>
              <a:buFont typeface="Arial" panose="020B0604020202020204" pitchFamily="34" charset="0"/>
              <a:buNone/>
              <a:defRPr lang="en-US" sz="1600" kern="1200" dirty="0">
                <a:solidFill>
                  <a:schemeClr val="bg1">
                    <a:lumMod val="75000"/>
                  </a:schemeClr>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00:00 – 00:00</a:t>
            </a:r>
          </a:p>
        </p:txBody>
      </p:sp>
      <p:sp>
        <p:nvSpPr>
          <p:cNvPr id="14" name="Text Placeholder 3">
            <a:extLst>
              <a:ext uri="{FF2B5EF4-FFF2-40B4-BE49-F238E27FC236}">
                <a16:creationId xmlns:a16="http://schemas.microsoft.com/office/drawing/2014/main" id="{3CAB9EBA-F603-6A30-366A-97C4EA24954F}"/>
              </a:ext>
            </a:extLst>
          </p:cNvPr>
          <p:cNvSpPr>
            <a:spLocks noGrp="1"/>
          </p:cNvSpPr>
          <p:nvPr>
            <p:ph type="body" sz="quarter" idx="135" hasCustomPrompt="1"/>
          </p:nvPr>
        </p:nvSpPr>
        <p:spPr>
          <a:xfrm>
            <a:off x="10050780" y="4287419"/>
            <a:ext cx="1204112" cy="221599"/>
          </a:xfrm>
          <a:prstGeom prst="rect">
            <a:avLst/>
          </a:prstGeom>
        </p:spPr>
        <p:txBody>
          <a:bodyPr wrap="square" anchor="ctr" anchorCtr="0">
            <a:spAutoFit/>
          </a:bodyPr>
          <a:lstStyle>
            <a:lvl1pPr marL="0" indent="0" algn="r" defTabSz="914400" rtl="0" eaLnBrk="1" latinLnBrk="0" hangingPunct="1">
              <a:lnSpc>
                <a:spcPct val="90000"/>
              </a:lnSpc>
              <a:spcBef>
                <a:spcPts val="1000"/>
              </a:spcBef>
              <a:spcAft>
                <a:spcPts val="400"/>
              </a:spcAft>
              <a:buFont typeface="Arial" panose="020B0604020202020204" pitchFamily="34" charset="0"/>
              <a:buNone/>
              <a:defRPr lang="en-US" sz="1600" kern="1200" dirty="0">
                <a:solidFill>
                  <a:schemeClr val="bg1">
                    <a:lumMod val="75000"/>
                  </a:schemeClr>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00:00 – 00:00</a:t>
            </a:r>
          </a:p>
        </p:txBody>
      </p:sp>
      <p:sp>
        <p:nvSpPr>
          <p:cNvPr id="21" name="Text Placeholder 3">
            <a:extLst>
              <a:ext uri="{FF2B5EF4-FFF2-40B4-BE49-F238E27FC236}">
                <a16:creationId xmlns:a16="http://schemas.microsoft.com/office/drawing/2014/main" id="{21CF146D-BDCC-DBFA-E2EF-C6DCD97574CE}"/>
              </a:ext>
            </a:extLst>
          </p:cNvPr>
          <p:cNvSpPr>
            <a:spLocks noGrp="1"/>
          </p:cNvSpPr>
          <p:nvPr>
            <p:ph type="body" sz="quarter" idx="136" hasCustomPrompt="1"/>
          </p:nvPr>
        </p:nvSpPr>
        <p:spPr>
          <a:xfrm>
            <a:off x="10050780" y="4672488"/>
            <a:ext cx="1204112" cy="221599"/>
          </a:xfrm>
          <a:prstGeom prst="rect">
            <a:avLst/>
          </a:prstGeom>
        </p:spPr>
        <p:txBody>
          <a:bodyPr wrap="square" anchor="ctr" anchorCtr="0">
            <a:spAutoFit/>
          </a:bodyPr>
          <a:lstStyle>
            <a:lvl1pPr marL="0" indent="0" algn="r" defTabSz="914400" rtl="0" eaLnBrk="1" latinLnBrk="0" hangingPunct="1">
              <a:lnSpc>
                <a:spcPct val="90000"/>
              </a:lnSpc>
              <a:spcBef>
                <a:spcPts val="1000"/>
              </a:spcBef>
              <a:spcAft>
                <a:spcPts val="400"/>
              </a:spcAft>
              <a:buFont typeface="Arial" panose="020B0604020202020204" pitchFamily="34" charset="0"/>
              <a:buNone/>
              <a:defRPr lang="en-US" sz="1600" kern="1200" dirty="0">
                <a:solidFill>
                  <a:schemeClr val="bg1">
                    <a:lumMod val="75000"/>
                  </a:schemeClr>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00:00 – 00:00</a:t>
            </a:r>
          </a:p>
        </p:txBody>
      </p:sp>
      <p:sp>
        <p:nvSpPr>
          <p:cNvPr id="22" name="Text Placeholder 3">
            <a:extLst>
              <a:ext uri="{FF2B5EF4-FFF2-40B4-BE49-F238E27FC236}">
                <a16:creationId xmlns:a16="http://schemas.microsoft.com/office/drawing/2014/main" id="{3423B8EB-7627-C087-1180-2DBA3D01DD7C}"/>
              </a:ext>
            </a:extLst>
          </p:cNvPr>
          <p:cNvSpPr>
            <a:spLocks noGrp="1"/>
          </p:cNvSpPr>
          <p:nvPr>
            <p:ph type="body" sz="quarter" idx="137" hasCustomPrompt="1"/>
          </p:nvPr>
        </p:nvSpPr>
        <p:spPr>
          <a:xfrm>
            <a:off x="10050780" y="5057557"/>
            <a:ext cx="1204112" cy="221599"/>
          </a:xfrm>
          <a:prstGeom prst="rect">
            <a:avLst/>
          </a:prstGeom>
        </p:spPr>
        <p:txBody>
          <a:bodyPr wrap="square" anchor="ctr" anchorCtr="0">
            <a:spAutoFit/>
          </a:bodyPr>
          <a:lstStyle>
            <a:lvl1pPr marL="0" indent="0" algn="r" defTabSz="914400" rtl="0" eaLnBrk="1" latinLnBrk="0" hangingPunct="1">
              <a:lnSpc>
                <a:spcPct val="90000"/>
              </a:lnSpc>
              <a:spcBef>
                <a:spcPts val="1000"/>
              </a:spcBef>
              <a:spcAft>
                <a:spcPts val="400"/>
              </a:spcAft>
              <a:buFont typeface="Arial" panose="020B0604020202020204" pitchFamily="34" charset="0"/>
              <a:buNone/>
              <a:defRPr lang="en-US" sz="1600" kern="1200" dirty="0">
                <a:solidFill>
                  <a:schemeClr val="bg1">
                    <a:lumMod val="75000"/>
                  </a:schemeClr>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00:00 – 00:00</a:t>
            </a:r>
          </a:p>
        </p:txBody>
      </p:sp>
      <p:sp>
        <p:nvSpPr>
          <p:cNvPr id="24" name="Text Placeholder 3">
            <a:extLst>
              <a:ext uri="{FF2B5EF4-FFF2-40B4-BE49-F238E27FC236}">
                <a16:creationId xmlns:a16="http://schemas.microsoft.com/office/drawing/2014/main" id="{C9295674-DE38-ED81-B3A1-2DB6C842506F}"/>
              </a:ext>
            </a:extLst>
          </p:cNvPr>
          <p:cNvSpPr>
            <a:spLocks noGrp="1"/>
          </p:cNvSpPr>
          <p:nvPr>
            <p:ph type="body" sz="quarter" idx="139" hasCustomPrompt="1"/>
          </p:nvPr>
        </p:nvSpPr>
        <p:spPr>
          <a:xfrm>
            <a:off x="10050780" y="5442621"/>
            <a:ext cx="1204112" cy="221599"/>
          </a:xfrm>
          <a:prstGeom prst="rect">
            <a:avLst/>
          </a:prstGeom>
        </p:spPr>
        <p:txBody>
          <a:bodyPr wrap="square" anchor="ctr" anchorCtr="0">
            <a:spAutoFit/>
          </a:bodyPr>
          <a:lstStyle>
            <a:lvl1pPr marL="0" indent="0" algn="r" defTabSz="914400" rtl="0" eaLnBrk="1" latinLnBrk="0" hangingPunct="1">
              <a:lnSpc>
                <a:spcPct val="90000"/>
              </a:lnSpc>
              <a:spcBef>
                <a:spcPts val="1000"/>
              </a:spcBef>
              <a:spcAft>
                <a:spcPts val="400"/>
              </a:spcAft>
              <a:buFont typeface="Arial" panose="020B0604020202020204" pitchFamily="34" charset="0"/>
              <a:buNone/>
              <a:defRPr lang="en-US" sz="1600" kern="1200" dirty="0">
                <a:solidFill>
                  <a:schemeClr val="bg1">
                    <a:lumMod val="75000"/>
                  </a:schemeClr>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00:00 – 00:00</a:t>
            </a:r>
          </a:p>
        </p:txBody>
      </p:sp>
      <p:sp>
        <p:nvSpPr>
          <p:cNvPr id="37" name="Slide Number Placeholder 36">
            <a:extLst>
              <a:ext uri="{FF2B5EF4-FFF2-40B4-BE49-F238E27FC236}">
                <a16:creationId xmlns:a16="http://schemas.microsoft.com/office/drawing/2014/main" id="{9209102C-D7E9-B367-5265-0A76B0647265}"/>
              </a:ext>
            </a:extLst>
          </p:cNvPr>
          <p:cNvSpPr>
            <a:spLocks noGrp="1"/>
          </p:cNvSpPr>
          <p:nvPr>
            <p:ph type="sldNum" sz="quarter" idx="143"/>
          </p:nvPr>
        </p:nvSpPr>
        <p:spPr/>
        <p:txBody>
          <a:bodyPr/>
          <a:lstStyle/>
          <a:p>
            <a:fld id="{5EA29875-719B-4A39-A51C-7BDD87443D68}" type="slidenum">
              <a:rPr lang="en-US" smtClean="0"/>
              <a:pPr/>
              <a:t>‹#›</a:t>
            </a:fld>
            <a:endParaRPr lang="en-US"/>
          </a:p>
        </p:txBody>
      </p:sp>
      <p:sp>
        <p:nvSpPr>
          <p:cNvPr id="18" name="Text Placeholder 3">
            <a:extLst>
              <a:ext uri="{FF2B5EF4-FFF2-40B4-BE49-F238E27FC236}">
                <a16:creationId xmlns:a16="http://schemas.microsoft.com/office/drawing/2014/main" id="{8C232000-E82E-FBE5-F4C5-25E21111F157}"/>
              </a:ext>
            </a:extLst>
          </p:cNvPr>
          <p:cNvSpPr>
            <a:spLocks noGrp="1"/>
          </p:cNvSpPr>
          <p:nvPr>
            <p:ph type="body" sz="quarter" idx="144" hasCustomPrompt="1"/>
          </p:nvPr>
        </p:nvSpPr>
        <p:spPr>
          <a:xfrm>
            <a:off x="839787" y="269874"/>
            <a:ext cx="4023360" cy="832104"/>
          </a:xfrm>
          <a:prstGeom prst="rect">
            <a:avLst/>
          </a:prstGeom>
        </p:spPr>
        <p:txBody>
          <a:bodyPr wrap="square" anchor="b"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29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title</a:t>
            </a:r>
          </a:p>
        </p:txBody>
      </p:sp>
      <p:sp>
        <p:nvSpPr>
          <p:cNvPr id="19" name="Text Placeholder 3">
            <a:extLst>
              <a:ext uri="{FF2B5EF4-FFF2-40B4-BE49-F238E27FC236}">
                <a16:creationId xmlns:a16="http://schemas.microsoft.com/office/drawing/2014/main" id="{5EA58F30-4B8E-98F6-6272-7EFC9449204B}"/>
              </a:ext>
            </a:extLst>
          </p:cNvPr>
          <p:cNvSpPr>
            <a:spLocks noGrp="1"/>
          </p:cNvSpPr>
          <p:nvPr>
            <p:ph type="body" sz="quarter" idx="145" hasCustomPrompt="1"/>
          </p:nvPr>
        </p:nvSpPr>
        <p:spPr>
          <a:xfrm>
            <a:off x="839787" y="1162440"/>
            <a:ext cx="4023360" cy="192024"/>
          </a:xfrm>
          <a:prstGeom prst="rect">
            <a:avLst/>
          </a:prstGeom>
        </p:spPr>
        <p:txBody>
          <a:bodyPr wrap="square" anchor="t"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4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subtitle</a:t>
            </a:r>
          </a:p>
        </p:txBody>
      </p:sp>
    </p:spTree>
    <p:extLst>
      <p:ext uri="{BB962C8B-B14F-4D97-AF65-F5344CB8AC3E}">
        <p14:creationId xmlns:p14="http://schemas.microsoft.com/office/powerpoint/2010/main" val="1308045216"/>
      </p:ext>
    </p:extLst>
  </p:cSld>
  <p:clrMapOvr>
    <a:masterClrMapping/>
  </p:clrMapOvr>
  <p:hf sldNum="0" hdr="0" ftr="0" dt="0"/>
  <p:extLst>
    <p:ext uri="{DCECCB84-F9BA-43D5-87BE-67443E8EF086}">
      <p15:sldGuideLst xmlns:p15="http://schemas.microsoft.com/office/powerpoint/2012/main">
        <p15:guide id="3" pos="3385">
          <p15:clr>
            <a:srgbClr val="FBAE40"/>
          </p15:clr>
        </p15:guide>
        <p15:guide id="7" pos="3161">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Agenda 2">
    <p:spTree>
      <p:nvGrpSpPr>
        <p:cNvPr id="1" name=""/>
        <p:cNvGrpSpPr/>
        <p:nvPr/>
      </p:nvGrpSpPr>
      <p:grpSpPr>
        <a:xfrm>
          <a:off x="0" y="0"/>
          <a:ext cx="0" cy="0"/>
          <a:chOff x="0" y="0"/>
          <a:chExt cx="0" cy="0"/>
        </a:xfrm>
      </p:grpSpPr>
      <p:sp>
        <p:nvSpPr>
          <p:cNvPr id="6" name="Text Placeholder 3">
            <a:extLst>
              <a:ext uri="{FF2B5EF4-FFF2-40B4-BE49-F238E27FC236}">
                <a16:creationId xmlns:a16="http://schemas.microsoft.com/office/drawing/2014/main" id="{10A485CD-2F85-0C5B-289A-E0CE1C9ED9FA}"/>
              </a:ext>
            </a:extLst>
          </p:cNvPr>
          <p:cNvSpPr>
            <a:spLocks noGrp="1"/>
          </p:cNvSpPr>
          <p:nvPr>
            <p:ph type="body" sz="quarter" idx="40" hasCustomPrompt="1"/>
          </p:nvPr>
        </p:nvSpPr>
        <p:spPr>
          <a:xfrm>
            <a:off x="6797250" y="1206871"/>
            <a:ext cx="2935224" cy="221599"/>
          </a:xfrm>
          <a:prstGeom prst="rect">
            <a:avLst/>
          </a:prstGeom>
        </p:spPr>
        <p:txBody>
          <a:bodyPr wrap="square" anchor="t" anchorCtr="0">
            <a:sp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6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text</a:t>
            </a:r>
          </a:p>
        </p:txBody>
      </p:sp>
      <p:sp>
        <p:nvSpPr>
          <p:cNvPr id="47" name="Text Placeholder 3">
            <a:extLst>
              <a:ext uri="{FF2B5EF4-FFF2-40B4-BE49-F238E27FC236}">
                <a16:creationId xmlns:a16="http://schemas.microsoft.com/office/drawing/2014/main" id="{8D6A15A5-79B9-A1AA-1B43-F7511592E718}"/>
              </a:ext>
            </a:extLst>
          </p:cNvPr>
          <p:cNvSpPr>
            <a:spLocks noGrp="1"/>
          </p:cNvSpPr>
          <p:nvPr>
            <p:ph type="body" sz="quarter" idx="69" hasCustomPrompt="1"/>
          </p:nvPr>
        </p:nvSpPr>
        <p:spPr>
          <a:xfrm>
            <a:off x="6797250" y="1591940"/>
            <a:ext cx="2935224" cy="221599"/>
          </a:xfrm>
          <a:prstGeom prst="rect">
            <a:avLst/>
          </a:prstGeom>
        </p:spPr>
        <p:txBody>
          <a:bodyPr wrap="square" anchor="t" anchorCtr="0">
            <a:sp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6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text</a:t>
            </a:r>
          </a:p>
        </p:txBody>
      </p:sp>
      <p:sp>
        <p:nvSpPr>
          <p:cNvPr id="49" name="Text Placeholder 3">
            <a:extLst>
              <a:ext uri="{FF2B5EF4-FFF2-40B4-BE49-F238E27FC236}">
                <a16:creationId xmlns:a16="http://schemas.microsoft.com/office/drawing/2014/main" id="{3B971C9D-9B26-D3DB-89DD-5CA21D7757BD}"/>
              </a:ext>
            </a:extLst>
          </p:cNvPr>
          <p:cNvSpPr>
            <a:spLocks noGrp="1"/>
          </p:cNvSpPr>
          <p:nvPr>
            <p:ph type="body" sz="quarter" idx="71" hasCustomPrompt="1"/>
          </p:nvPr>
        </p:nvSpPr>
        <p:spPr>
          <a:xfrm>
            <a:off x="6797250" y="1977009"/>
            <a:ext cx="2935224" cy="221599"/>
          </a:xfrm>
          <a:prstGeom prst="rect">
            <a:avLst/>
          </a:prstGeom>
        </p:spPr>
        <p:txBody>
          <a:bodyPr wrap="square" anchor="t" anchorCtr="0">
            <a:sp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6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text</a:t>
            </a:r>
          </a:p>
        </p:txBody>
      </p:sp>
      <p:sp>
        <p:nvSpPr>
          <p:cNvPr id="52" name="Text Placeholder 3">
            <a:extLst>
              <a:ext uri="{FF2B5EF4-FFF2-40B4-BE49-F238E27FC236}">
                <a16:creationId xmlns:a16="http://schemas.microsoft.com/office/drawing/2014/main" id="{9E10D321-245A-729A-2527-3E05930AC28C}"/>
              </a:ext>
            </a:extLst>
          </p:cNvPr>
          <p:cNvSpPr>
            <a:spLocks noGrp="1"/>
          </p:cNvSpPr>
          <p:nvPr>
            <p:ph type="body" sz="quarter" idx="74" hasCustomPrompt="1"/>
          </p:nvPr>
        </p:nvSpPr>
        <p:spPr>
          <a:xfrm>
            <a:off x="6797250" y="2362078"/>
            <a:ext cx="2935224" cy="221599"/>
          </a:xfrm>
          <a:prstGeom prst="rect">
            <a:avLst/>
          </a:prstGeom>
        </p:spPr>
        <p:txBody>
          <a:bodyPr wrap="square" anchor="t" anchorCtr="0">
            <a:sp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6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text</a:t>
            </a:r>
          </a:p>
        </p:txBody>
      </p:sp>
      <p:sp>
        <p:nvSpPr>
          <p:cNvPr id="54" name="Text Placeholder 3">
            <a:extLst>
              <a:ext uri="{FF2B5EF4-FFF2-40B4-BE49-F238E27FC236}">
                <a16:creationId xmlns:a16="http://schemas.microsoft.com/office/drawing/2014/main" id="{69BA2F79-9367-18FA-5D61-309784357434}"/>
              </a:ext>
            </a:extLst>
          </p:cNvPr>
          <p:cNvSpPr>
            <a:spLocks noGrp="1"/>
          </p:cNvSpPr>
          <p:nvPr>
            <p:ph type="body" sz="quarter" idx="76" hasCustomPrompt="1"/>
          </p:nvPr>
        </p:nvSpPr>
        <p:spPr>
          <a:xfrm>
            <a:off x="6797250" y="2747147"/>
            <a:ext cx="2935224" cy="221599"/>
          </a:xfrm>
          <a:prstGeom prst="rect">
            <a:avLst/>
          </a:prstGeom>
        </p:spPr>
        <p:txBody>
          <a:bodyPr wrap="square" anchor="t" anchorCtr="0">
            <a:sp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6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text</a:t>
            </a:r>
          </a:p>
        </p:txBody>
      </p:sp>
      <p:sp>
        <p:nvSpPr>
          <p:cNvPr id="10" name="Text Placeholder 3">
            <a:extLst>
              <a:ext uri="{FF2B5EF4-FFF2-40B4-BE49-F238E27FC236}">
                <a16:creationId xmlns:a16="http://schemas.microsoft.com/office/drawing/2014/main" id="{964F431F-1758-491B-F974-ABDC426DD6E8}"/>
              </a:ext>
            </a:extLst>
          </p:cNvPr>
          <p:cNvSpPr>
            <a:spLocks noGrp="1"/>
          </p:cNvSpPr>
          <p:nvPr>
            <p:ph type="body" sz="quarter" idx="114" hasCustomPrompt="1"/>
          </p:nvPr>
        </p:nvSpPr>
        <p:spPr>
          <a:xfrm>
            <a:off x="6797250" y="3132216"/>
            <a:ext cx="2935224" cy="221599"/>
          </a:xfrm>
          <a:prstGeom prst="rect">
            <a:avLst/>
          </a:prstGeom>
        </p:spPr>
        <p:txBody>
          <a:bodyPr wrap="square" anchor="t" anchorCtr="0">
            <a:sp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6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text</a:t>
            </a:r>
          </a:p>
        </p:txBody>
      </p:sp>
      <p:sp>
        <p:nvSpPr>
          <p:cNvPr id="13" name="Text Placeholder 3">
            <a:extLst>
              <a:ext uri="{FF2B5EF4-FFF2-40B4-BE49-F238E27FC236}">
                <a16:creationId xmlns:a16="http://schemas.microsoft.com/office/drawing/2014/main" id="{958BCA15-1C58-BA47-D50B-117C253BC863}"/>
              </a:ext>
            </a:extLst>
          </p:cNvPr>
          <p:cNvSpPr>
            <a:spLocks noGrp="1"/>
          </p:cNvSpPr>
          <p:nvPr>
            <p:ph type="body" sz="quarter" idx="115" hasCustomPrompt="1"/>
          </p:nvPr>
        </p:nvSpPr>
        <p:spPr>
          <a:xfrm>
            <a:off x="6797250" y="3517285"/>
            <a:ext cx="2935224" cy="221599"/>
          </a:xfrm>
          <a:prstGeom prst="rect">
            <a:avLst/>
          </a:prstGeom>
        </p:spPr>
        <p:txBody>
          <a:bodyPr wrap="square" anchor="t" anchorCtr="0">
            <a:sp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6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text</a:t>
            </a:r>
          </a:p>
        </p:txBody>
      </p:sp>
      <p:sp>
        <p:nvSpPr>
          <p:cNvPr id="15" name="Text Placeholder 3">
            <a:extLst>
              <a:ext uri="{FF2B5EF4-FFF2-40B4-BE49-F238E27FC236}">
                <a16:creationId xmlns:a16="http://schemas.microsoft.com/office/drawing/2014/main" id="{3D526A8B-E5EF-64B1-3385-CCE82DE28D4B}"/>
              </a:ext>
            </a:extLst>
          </p:cNvPr>
          <p:cNvSpPr>
            <a:spLocks noGrp="1"/>
          </p:cNvSpPr>
          <p:nvPr>
            <p:ph type="body" sz="quarter" idx="116" hasCustomPrompt="1"/>
          </p:nvPr>
        </p:nvSpPr>
        <p:spPr>
          <a:xfrm>
            <a:off x="6797250" y="3902354"/>
            <a:ext cx="2935224" cy="221599"/>
          </a:xfrm>
          <a:prstGeom prst="rect">
            <a:avLst/>
          </a:prstGeom>
        </p:spPr>
        <p:txBody>
          <a:bodyPr wrap="square" anchor="t" anchorCtr="0">
            <a:sp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6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text</a:t>
            </a:r>
          </a:p>
        </p:txBody>
      </p:sp>
      <p:sp>
        <p:nvSpPr>
          <p:cNvPr id="16" name="Text Placeholder 3">
            <a:extLst>
              <a:ext uri="{FF2B5EF4-FFF2-40B4-BE49-F238E27FC236}">
                <a16:creationId xmlns:a16="http://schemas.microsoft.com/office/drawing/2014/main" id="{C9F34623-8AE4-4941-11D6-174048923C1C}"/>
              </a:ext>
            </a:extLst>
          </p:cNvPr>
          <p:cNvSpPr>
            <a:spLocks noGrp="1"/>
          </p:cNvSpPr>
          <p:nvPr>
            <p:ph type="body" sz="quarter" idx="117" hasCustomPrompt="1"/>
          </p:nvPr>
        </p:nvSpPr>
        <p:spPr>
          <a:xfrm>
            <a:off x="6797250" y="4287423"/>
            <a:ext cx="2935224" cy="221599"/>
          </a:xfrm>
          <a:prstGeom prst="rect">
            <a:avLst/>
          </a:prstGeom>
        </p:spPr>
        <p:txBody>
          <a:bodyPr wrap="square" anchor="t" anchorCtr="0">
            <a:sp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6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text</a:t>
            </a:r>
          </a:p>
        </p:txBody>
      </p:sp>
      <p:sp>
        <p:nvSpPr>
          <p:cNvPr id="17" name="Text Placeholder 3">
            <a:extLst>
              <a:ext uri="{FF2B5EF4-FFF2-40B4-BE49-F238E27FC236}">
                <a16:creationId xmlns:a16="http://schemas.microsoft.com/office/drawing/2014/main" id="{DB1AAD6A-7313-54D6-EDB8-2ECE25AD60E2}"/>
              </a:ext>
            </a:extLst>
          </p:cNvPr>
          <p:cNvSpPr>
            <a:spLocks noGrp="1"/>
          </p:cNvSpPr>
          <p:nvPr>
            <p:ph type="body" sz="quarter" idx="118" hasCustomPrompt="1"/>
          </p:nvPr>
        </p:nvSpPr>
        <p:spPr>
          <a:xfrm>
            <a:off x="6797250" y="4672492"/>
            <a:ext cx="2935224" cy="221599"/>
          </a:xfrm>
          <a:prstGeom prst="rect">
            <a:avLst/>
          </a:prstGeom>
        </p:spPr>
        <p:txBody>
          <a:bodyPr wrap="square" anchor="t" anchorCtr="0">
            <a:sp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6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text</a:t>
            </a:r>
          </a:p>
        </p:txBody>
      </p:sp>
      <p:sp>
        <p:nvSpPr>
          <p:cNvPr id="31" name="Text Placeholder 3">
            <a:extLst>
              <a:ext uri="{FF2B5EF4-FFF2-40B4-BE49-F238E27FC236}">
                <a16:creationId xmlns:a16="http://schemas.microsoft.com/office/drawing/2014/main" id="{356C9FA9-9F4B-CF79-DBD9-6158AB1F3403}"/>
              </a:ext>
            </a:extLst>
          </p:cNvPr>
          <p:cNvSpPr>
            <a:spLocks noGrp="1"/>
          </p:cNvSpPr>
          <p:nvPr>
            <p:ph type="body" sz="quarter" idx="124" hasCustomPrompt="1"/>
          </p:nvPr>
        </p:nvSpPr>
        <p:spPr>
          <a:xfrm>
            <a:off x="6797250" y="5057561"/>
            <a:ext cx="2935224" cy="221599"/>
          </a:xfrm>
          <a:prstGeom prst="rect">
            <a:avLst/>
          </a:prstGeom>
        </p:spPr>
        <p:txBody>
          <a:bodyPr wrap="square" anchor="t" anchorCtr="0">
            <a:sp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6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text</a:t>
            </a:r>
          </a:p>
        </p:txBody>
      </p:sp>
      <p:sp>
        <p:nvSpPr>
          <p:cNvPr id="32" name="Text Placeholder 3">
            <a:extLst>
              <a:ext uri="{FF2B5EF4-FFF2-40B4-BE49-F238E27FC236}">
                <a16:creationId xmlns:a16="http://schemas.microsoft.com/office/drawing/2014/main" id="{D09671FA-6400-60FF-1CFA-3D7798635756}"/>
              </a:ext>
            </a:extLst>
          </p:cNvPr>
          <p:cNvSpPr>
            <a:spLocks noGrp="1"/>
          </p:cNvSpPr>
          <p:nvPr>
            <p:ph type="body" sz="quarter" idx="125" hasCustomPrompt="1"/>
          </p:nvPr>
        </p:nvSpPr>
        <p:spPr>
          <a:xfrm>
            <a:off x="6797250" y="5442625"/>
            <a:ext cx="2935224" cy="221599"/>
          </a:xfrm>
          <a:prstGeom prst="rect">
            <a:avLst/>
          </a:prstGeom>
        </p:spPr>
        <p:txBody>
          <a:bodyPr wrap="square" anchor="t" anchorCtr="0">
            <a:sp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6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text</a:t>
            </a:r>
          </a:p>
        </p:txBody>
      </p:sp>
      <p:sp>
        <p:nvSpPr>
          <p:cNvPr id="2" name="Text Placeholder 3">
            <a:extLst>
              <a:ext uri="{FF2B5EF4-FFF2-40B4-BE49-F238E27FC236}">
                <a16:creationId xmlns:a16="http://schemas.microsoft.com/office/drawing/2014/main" id="{0D559BFB-5A62-932C-D34D-7CE51103B80D}"/>
              </a:ext>
            </a:extLst>
          </p:cNvPr>
          <p:cNvSpPr>
            <a:spLocks noGrp="1"/>
          </p:cNvSpPr>
          <p:nvPr>
            <p:ph type="body" sz="quarter" idx="126" hasCustomPrompt="1"/>
          </p:nvPr>
        </p:nvSpPr>
        <p:spPr>
          <a:xfrm>
            <a:off x="9732474" y="1206871"/>
            <a:ext cx="1204112" cy="221599"/>
          </a:xfrm>
          <a:prstGeom prst="rect">
            <a:avLst/>
          </a:prstGeom>
        </p:spPr>
        <p:txBody>
          <a:bodyPr wrap="square" anchor="ctr" anchorCtr="0">
            <a:spAutoFit/>
          </a:bodyPr>
          <a:lstStyle>
            <a:lvl1pPr marL="0" indent="0" algn="r" defTabSz="914400" rtl="0" eaLnBrk="1" latinLnBrk="0" hangingPunct="1">
              <a:lnSpc>
                <a:spcPct val="90000"/>
              </a:lnSpc>
              <a:spcBef>
                <a:spcPts val="1000"/>
              </a:spcBef>
              <a:spcAft>
                <a:spcPts val="400"/>
              </a:spcAft>
              <a:buFont typeface="Arial" panose="020B0604020202020204" pitchFamily="34" charset="0"/>
              <a:buNone/>
              <a:defRPr lang="en-US" sz="1600" kern="1200" dirty="0">
                <a:solidFill>
                  <a:schemeClr val="bg1">
                    <a:lumMod val="75000"/>
                  </a:schemeClr>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00:00 – 00:00</a:t>
            </a:r>
          </a:p>
        </p:txBody>
      </p:sp>
      <p:sp>
        <p:nvSpPr>
          <p:cNvPr id="4" name="Text Placeholder 3">
            <a:extLst>
              <a:ext uri="{FF2B5EF4-FFF2-40B4-BE49-F238E27FC236}">
                <a16:creationId xmlns:a16="http://schemas.microsoft.com/office/drawing/2014/main" id="{E195693F-BEAD-A6BF-7FCA-3F583C695415}"/>
              </a:ext>
            </a:extLst>
          </p:cNvPr>
          <p:cNvSpPr>
            <a:spLocks noGrp="1"/>
          </p:cNvSpPr>
          <p:nvPr>
            <p:ph type="body" sz="quarter" idx="128" hasCustomPrompt="1"/>
          </p:nvPr>
        </p:nvSpPr>
        <p:spPr>
          <a:xfrm>
            <a:off x="9732474" y="1591940"/>
            <a:ext cx="1204112" cy="221599"/>
          </a:xfrm>
          <a:prstGeom prst="rect">
            <a:avLst/>
          </a:prstGeom>
        </p:spPr>
        <p:txBody>
          <a:bodyPr wrap="square" anchor="ctr" anchorCtr="0">
            <a:spAutoFit/>
          </a:bodyPr>
          <a:lstStyle>
            <a:lvl1pPr marL="0" indent="0" algn="r" defTabSz="914400" rtl="0" eaLnBrk="1" latinLnBrk="0" hangingPunct="1">
              <a:lnSpc>
                <a:spcPct val="90000"/>
              </a:lnSpc>
              <a:spcBef>
                <a:spcPts val="1000"/>
              </a:spcBef>
              <a:spcAft>
                <a:spcPts val="400"/>
              </a:spcAft>
              <a:buFont typeface="Arial" panose="020B0604020202020204" pitchFamily="34" charset="0"/>
              <a:buNone/>
              <a:defRPr lang="en-US" sz="1600" kern="1200" dirty="0">
                <a:solidFill>
                  <a:schemeClr val="bg1">
                    <a:lumMod val="75000"/>
                  </a:schemeClr>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00:00 – 00:00</a:t>
            </a:r>
          </a:p>
        </p:txBody>
      </p:sp>
      <p:sp>
        <p:nvSpPr>
          <p:cNvPr id="5" name="Text Placeholder 3">
            <a:extLst>
              <a:ext uri="{FF2B5EF4-FFF2-40B4-BE49-F238E27FC236}">
                <a16:creationId xmlns:a16="http://schemas.microsoft.com/office/drawing/2014/main" id="{703E9037-9AFD-CE85-08DA-5253C4D17AAB}"/>
              </a:ext>
            </a:extLst>
          </p:cNvPr>
          <p:cNvSpPr>
            <a:spLocks noGrp="1"/>
          </p:cNvSpPr>
          <p:nvPr>
            <p:ph type="body" sz="quarter" idx="129" hasCustomPrompt="1"/>
          </p:nvPr>
        </p:nvSpPr>
        <p:spPr>
          <a:xfrm>
            <a:off x="9732474" y="1977009"/>
            <a:ext cx="1204112" cy="221599"/>
          </a:xfrm>
          <a:prstGeom prst="rect">
            <a:avLst/>
          </a:prstGeom>
        </p:spPr>
        <p:txBody>
          <a:bodyPr wrap="square" anchor="ctr" anchorCtr="0">
            <a:spAutoFit/>
          </a:bodyPr>
          <a:lstStyle>
            <a:lvl1pPr marL="0" indent="0" algn="r" defTabSz="914400" rtl="0" eaLnBrk="1" latinLnBrk="0" hangingPunct="1">
              <a:lnSpc>
                <a:spcPct val="90000"/>
              </a:lnSpc>
              <a:spcBef>
                <a:spcPts val="1000"/>
              </a:spcBef>
              <a:spcAft>
                <a:spcPts val="400"/>
              </a:spcAft>
              <a:buFont typeface="Arial" panose="020B0604020202020204" pitchFamily="34" charset="0"/>
              <a:buNone/>
              <a:defRPr lang="en-US" sz="1600" kern="1200" dirty="0">
                <a:solidFill>
                  <a:schemeClr val="bg1">
                    <a:lumMod val="75000"/>
                  </a:schemeClr>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00:00 – 00:00</a:t>
            </a:r>
          </a:p>
        </p:txBody>
      </p:sp>
      <p:sp>
        <p:nvSpPr>
          <p:cNvPr id="9" name="Text Placeholder 3">
            <a:extLst>
              <a:ext uri="{FF2B5EF4-FFF2-40B4-BE49-F238E27FC236}">
                <a16:creationId xmlns:a16="http://schemas.microsoft.com/office/drawing/2014/main" id="{2D86293F-B45A-935E-B568-ED050581109C}"/>
              </a:ext>
            </a:extLst>
          </p:cNvPr>
          <p:cNvSpPr>
            <a:spLocks noGrp="1"/>
          </p:cNvSpPr>
          <p:nvPr>
            <p:ph type="body" sz="quarter" idx="130" hasCustomPrompt="1"/>
          </p:nvPr>
        </p:nvSpPr>
        <p:spPr>
          <a:xfrm>
            <a:off x="9732474" y="2362078"/>
            <a:ext cx="1204112" cy="221599"/>
          </a:xfrm>
          <a:prstGeom prst="rect">
            <a:avLst/>
          </a:prstGeom>
        </p:spPr>
        <p:txBody>
          <a:bodyPr wrap="square" anchor="ctr" anchorCtr="0">
            <a:spAutoFit/>
          </a:bodyPr>
          <a:lstStyle>
            <a:lvl1pPr marL="0" indent="0" algn="r" defTabSz="914400" rtl="0" eaLnBrk="1" latinLnBrk="0" hangingPunct="1">
              <a:lnSpc>
                <a:spcPct val="90000"/>
              </a:lnSpc>
              <a:spcBef>
                <a:spcPts val="1000"/>
              </a:spcBef>
              <a:spcAft>
                <a:spcPts val="400"/>
              </a:spcAft>
              <a:buFont typeface="Arial" panose="020B0604020202020204" pitchFamily="34" charset="0"/>
              <a:buNone/>
              <a:defRPr lang="en-US" sz="1600" kern="1200" dirty="0">
                <a:solidFill>
                  <a:schemeClr val="bg1">
                    <a:lumMod val="75000"/>
                  </a:schemeClr>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00:00 – 00:00</a:t>
            </a:r>
          </a:p>
        </p:txBody>
      </p:sp>
      <p:sp>
        <p:nvSpPr>
          <p:cNvPr id="11" name="Text Placeholder 3">
            <a:extLst>
              <a:ext uri="{FF2B5EF4-FFF2-40B4-BE49-F238E27FC236}">
                <a16:creationId xmlns:a16="http://schemas.microsoft.com/office/drawing/2014/main" id="{891B6EE5-4384-5037-0D86-A474F3DBBDF1}"/>
              </a:ext>
            </a:extLst>
          </p:cNvPr>
          <p:cNvSpPr>
            <a:spLocks noGrp="1"/>
          </p:cNvSpPr>
          <p:nvPr>
            <p:ph type="body" sz="quarter" idx="131" hasCustomPrompt="1"/>
          </p:nvPr>
        </p:nvSpPr>
        <p:spPr>
          <a:xfrm>
            <a:off x="9732474" y="2747147"/>
            <a:ext cx="1204112" cy="221599"/>
          </a:xfrm>
          <a:prstGeom prst="rect">
            <a:avLst/>
          </a:prstGeom>
        </p:spPr>
        <p:txBody>
          <a:bodyPr wrap="square" anchor="ctr" anchorCtr="0">
            <a:spAutoFit/>
          </a:bodyPr>
          <a:lstStyle>
            <a:lvl1pPr marL="0" indent="0" algn="r" defTabSz="914400" rtl="0" eaLnBrk="1" latinLnBrk="0" hangingPunct="1">
              <a:lnSpc>
                <a:spcPct val="90000"/>
              </a:lnSpc>
              <a:spcBef>
                <a:spcPts val="1000"/>
              </a:spcBef>
              <a:spcAft>
                <a:spcPts val="400"/>
              </a:spcAft>
              <a:buFont typeface="Arial" panose="020B0604020202020204" pitchFamily="34" charset="0"/>
              <a:buNone/>
              <a:defRPr lang="en-US" sz="1600" kern="1200" dirty="0">
                <a:solidFill>
                  <a:schemeClr val="bg1">
                    <a:lumMod val="75000"/>
                  </a:schemeClr>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00:00 – 00:00</a:t>
            </a:r>
          </a:p>
        </p:txBody>
      </p:sp>
      <p:sp>
        <p:nvSpPr>
          <p:cNvPr id="12" name="Text Placeholder 3">
            <a:extLst>
              <a:ext uri="{FF2B5EF4-FFF2-40B4-BE49-F238E27FC236}">
                <a16:creationId xmlns:a16="http://schemas.microsoft.com/office/drawing/2014/main" id="{7F621CCC-4CDF-E8A5-A3B7-63CAD76F53E4}"/>
              </a:ext>
            </a:extLst>
          </p:cNvPr>
          <p:cNvSpPr>
            <a:spLocks noGrp="1"/>
          </p:cNvSpPr>
          <p:nvPr>
            <p:ph type="body" sz="quarter" idx="132" hasCustomPrompt="1"/>
          </p:nvPr>
        </p:nvSpPr>
        <p:spPr>
          <a:xfrm>
            <a:off x="9732474" y="3132216"/>
            <a:ext cx="1204112" cy="221599"/>
          </a:xfrm>
          <a:prstGeom prst="rect">
            <a:avLst/>
          </a:prstGeom>
        </p:spPr>
        <p:txBody>
          <a:bodyPr wrap="square" anchor="ctr" anchorCtr="0">
            <a:spAutoFit/>
          </a:bodyPr>
          <a:lstStyle>
            <a:lvl1pPr marL="0" indent="0" algn="r" defTabSz="914400" rtl="0" eaLnBrk="1" latinLnBrk="0" hangingPunct="1">
              <a:lnSpc>
                <a:spcPct val="90000"/>
              </a:lnSpc>
              <a:spcBef>
                <a:spcPts val="1000"/>
              </a:spcBef>
              <a:spcAft>
                <a:spcPts val="400"/>
              </a:spcAft>
              <a:buFont typeface="Arial" panose="020B0604020202020204" pitchFamily="34" charset="0"/>
              <a:buNone/>
              <a:defRPr lang="en-US" sz="1600" kern="1200" dirty="0">
                <a:solidFill>
                  <a:schemeClr val="bg1">
                    <a:lumMod val="75000"/>
                  </a:schemeClr>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00:00 – 00:00</a:t>
            </a:r>
          </a:p>
        </p:txBody>
      </p:sp>
      <p:sp>
        <p:nvSpPr>
          <p:cNvPr id="14" name="Text Placeholder 3">
            <a:extLst>
              <a:ext uri="{FF2B5EF4-FFF2-40B4-BE49-F238E27FC236}">
                <a16:creationId xmlns:a16="http://schemas.microsoft.com/office/drawing/2014/main" id="{B2994915-9C22-3043-610C-0344CFE495CE}"/>
              </a:ext>
            </a:extLst>
          </p:cNvPr>
          <p:cNvSpPr>
            <a:spLocks noGrp="1"/>
          </p:cNvSpPr>
          <p:nvPr>
            <p:ph type="body" sz="quarter" idx="133" hasCustomPrompt="1"/>
          </p:nvPr>
        </p:nvSpPr>
        <p:spPr>
          <a:xfrm>
            <a:off x="9732474" y="3517285"/>
            <a:ext cx="1204112" cy="221599"/>
          </a:xfrm>
          <a:prstGeom prst="rect">
            <a:avLst/>
          </a:prstGeom>
        </p:spPr>
        <p:txBody>
          <a:bodyPr wrap="square" anchor="ctr" anchorCtr="0">
            <a:spAutoFit/>
          </a:bodyPr>
          <a:lstStyle>
            <a:lvl1pPr marL="0" indent="0" algn="r" defTabSz="914400" rtl="0" eaLnBrk="1" latinLnBrk="0" hangingPunct="1">
              <a:lnSpc>
                <a:spcPct val="90000"/>
              </a:lnSpc>
              <a:spcBef>
                <a:spcPts val="1000"/>
              </a:spcBef>
              <a:spcAft>
                <a:spcPts val="400"/>
              </a:spcAft>
              <a:buFont typeface="Arial" panose="020B0604020202020204" pitchFamily="34" charset="0"/>
              <a:buNone/>
              <a:defRPr lang="en-US" sz="1600" kern="1200" dirty="0">
                <a:solidFill>
                  <a:schemeClr val="bg1">
                    <a:lumMod val="75000"/>
                  </a:schemeClr>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00:00 – 00:00</a:t>
            </a:r>
          </a:p>
        </p:txBody>
      </p:sp>
      <p:sp>
        <p:nvSpPr>
          <p:cNvPr id="21" name="Text Placeholder 3">
            <a:extLst>
              <a:ext uri="{FF2B5EF4-FFF2-40B4-BE49-F238E27FC236}">
                <a16:creationId xmlns:a16="http://schemas.microsoft.com/office/drawing/2014/main" id="{48758DF7-6CBE-86AC-45F1-FB217B17F485}"/>
              </a:ext>
            </a:extLst>
          </p:cNvPr>
          <p:cNvSpPr>
            <a:spLocks noGrp="1"/>
          </p:cNvSpPr>
          <p:nvPr>
            <p:ph type="body" sz="quarter" idx="134" hasCustomPrompt="1"/>
          </p:nvPr>
        </p:nvSpPr>
        <p:spPr>
          <a:xfrm>
            <a:off x="9732474" y="3902354"/>
            <a:ext cx="1204112" cy="221599"/>
          </a:xfrm>
          <a:prstGeom prst="rect">
            <a:avLst/>
          </a:prstGeom>
        </p:spPr>
        <p:txBody>
          <a:bodyPr wrap="square" anchor="ctr" anchorCtr="0">
            <a:spAutoFit/>
          </a:bodyPr>
          <a:lstStyle>
            <a:lvl1pPr marL="0" indent="0" algn="r" defTabSz="914400" rtl="0" eaLnBrk="1" latinLnBrk="0" hangingPunct="1">
              <a:lnSpc>
                <a:spcPct val="90000"/>
              </a:lnSpc>
              <a:spcBef>
                <a:spcPts val="1000"/>
              </a:spcBef>
              <a:spcAft>
                <a:spcPts val="400"/>
              </a:spcAft>
              <a:buFont typeface="Arial" panose="020B0604020202020204" pitchFamily="34" charset="0"/>
              <a:buNone/>
              <a:defRPr lang="en-US" sz="1600" kern="1200" dirty="0">
                <a:solidFill>
                  <a:schemeClr val="bg1">
                    <a:lumMod val="75000"/>
                  </a:schemeClr>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00:00 – 00:00</a:t>
            </a:r>
          </a:p>
        </p:txBody>
      </p:sp>
      <p:sp>
        <p:nvSpPr>
          <p:cNvPr id="22" name="Text Placeholder 3">
            <a:extLst>
              <a:ext uri="{FF2B5EF4-FFF2-40B4-BE49-F238E27FC236}">
                <a16:creationId xmlns:a16="http://schemas.microsoft.com/office/drawing/2014/main" id="{70D0BD2E-5450-F581-E3B6-EF2B8A0816DE}"/>
              </a:ext>
            </a:extLst>
          </p:cNvPr>
          <p:cNvSpPr>
            <a:spLocks noGrp="1"/>
          </p:cNvSpPr>
          <p:nvPr>
            <p:ph type="body" sz="quarter" idx="135" hasCustomPrompt="1"/>
          </p:nvPr>
        </p:nvSpPr>
        <p:spPr>
          <a:xfrm>
            <a:off x="9732474" y="4287423"/>
            <a:ext cx="1204112" cy="221599"/>
          </a:xfrm>
          <a:prstGeom prst="rect">
            <a:avLst/>
          </a:prstGeom>
        </p:spPr>
        <p:txBody>
          <a:bodyPr wrap="square" anchor="ctr" anchorCtr="0">
            <a:spAutoFit/>
          </a:bodyPr>
          <a:lstStyle>
            <a:lvl1pPr marL="0" indent="0" algn="r" defTabSz="914400" rtl="0" eaLnBrk="1" latinLnBrk="0" hangingPunct="1">
              <a:lnSpc>
                <a:spcPct val="90000"/>
              </a:lnSpc>
              <a:spcBef>
                <a:spcPts val="1000"/>
              </a:spcBef>
              <a:spcAft>
                <a:spcPts val="400"/>
              </a:spcAft>
              <a:buFont typeface="Arial" panose="020B0604020202020204" pitchFamily="34" charset="0"/>
              <a:buNone/>
              <a:defRPr lang="en-US" sz="1600" kern="1200" dirty="0">
                <a:solidFill>
                  <a:schemeClr val="bg1">
                    <a:lumMod val="75000"/>
                  </a:schemeClr>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00:00 – 00:00</a:t>
            </a:r>
          </a:p>
        </p:txBody>
      </p:sp>
      <p:sp>
        <p:nvSpPr>
          <p:cNvPr id="23" name="Text Placeholder 3">
            <a:extLst>
              <a:ext uri="{FF2B5EF4-FFF2-40B4-BE49-F238E27FC236}">
                <a16:creationId xmlns:a16="http://schemas.microsoft.com/office/drawing/2014/main" id="{7D39C51C-4F1A-75ED-BBE6-EA3C230B2A3F}"/>
              </a:ext>
            </a:extLst>
          </p:cNvPr>
          <p:cNvSpPr>
            <a:spLocks noGrp="1"/>
          </p:cNvSpPr>
          <p:nvPr>
            <p:ph type="body" sz="quarter" idx="136" hasCustomPrompt="1"/>
          </p:nvPr>
        </p:nvSpPr>
        <p:spPr>
          <a:xfrm>
            <a:off x="9732474" y="4672492"/>
            <a:ext cx="1204112" cy="221599"/>
          </a:xfrm>
          <a:prstGeom prst="rect">
            <a:avLst/>
          </a:prstGeom>
        </p:spPr>
        <p:txBody>
          <a:bodyPr wrap="square" anchor="ctr" anchorCtr="0">
            <a:spAutoFit/>
          </a:bodyPr>
          <a:lstStyle>
            <a:lvl1pPr marL="0" indent="0" algn="r" defTabSz="914400" rtl="0" eaLnBrk="1" latinLnBrk="0" hangingPunct="1">
              <a:lnSpc>
                <a:spcPct val="90000"/>
              </a:lnSpc>
              <a:spcBef>
                <a:spcPts val="1000"/>
              </a:spcBef>
              <a:spcAft>
                <a:spcPts val="400"/>
              </a:spcAft>
              <a:buFont typeface="Arial" panose="020B0604020202020204" pitchFamily="34" charset="0"/>
              <a:buNone/>
              <a:defRPr lang="en-US" sz="1600" kern="1200" dirty="0">
                <a:solidFill>
                  <a:schemeClr val="bg1">
                    <a:lumMod val="75000"/>
                  </a:schemeClr>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00:00 – 00:00</a:t>
            </a:r>
          </a:p>
        </p:txBody>
      </p:sp>
      <p:sp>
        <p:nvSpPr>
          <p:cNvPr id="24" name="Text Placeholder 3">
            <a:extLst>
              <a:ext uri="{FF2B5EF4-FFF2-40B4-BE49-F238E27FC236}">
                <a16:creationId xmlns:a16="http://schemas.microsoft.com/office/drawing/2014/main" id="{4C850B6F-5A5F-6960-D28C-84679C19019B}"/>
              </a:ext>
            </a:extLst>
          </p:cNvPr>
          <p:cNvSpPr>
            <a:spLocks noGrp="1"/>
          </p:cNvSpPr>
          <p:nvPr>
            <p:ph type="body" sz="quarter" idx="137" hasCustomPrompt="1"/>
          </p:nvPr>
        </p:nvSpPr>
        <p:spPr>
          <a:xfrm>
            <a:off x="9732474" y="5057561"/>
            <a:ext cx="1204112" cy="221599"/>
          </a:xfrm>
          <a:prstGeom prst="rect">
            <a:avLst/>
          </a:prstGeom>
        </p:spPr>
        <p:txBody>
          <a:bodyPr wrap="square" anchor="ctr" anchorCtr="0">
            <a:spAutoFit/>
          </a:bodyPr>
          <a:lstStyle>
            <a:lvl1pPr marL="0" indent="0" algn="r" defTabSz="914400" rtl="0" eaLnBrk="1" latinLnBrk="0" hangingPunct="1">
              <a:lnSpc>
                <a:spcPct val="90000"/>
              </a:lnSpc>
              <a:spcBef>
                <a:spcPts val="1000"/>
              </a:spcBef>
              <a:spcAft>
                <a:spcPts val="400"/>
              </a:spcAft>
              <a:buFont typeface="Arial" panose="020B0604020202020204" pitchFamily="34" charset="0"/>
              <a:buNone/>
              <a:defRPr lang="en-US" sz="1600" kern="1200" dirty="0">
                <a:solidFill>
                  <a:schemeClr val="bg1">
                    <a:lumMod val="75000"/>
                  </a:schemeClr>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00:00 – 00:00</a:t>
            </a:r>
          </a:p>
        </p:txBody>
      </p:sp>
      <p:sp>
        <p:nvSpPr>
          <p:cNvPr id="25" name="Text Placeholder 3">
            <a:extLst>
              <a:ext uri="{FF2B5EF4-FFF2-40B4-BE49-F238E27FC236}">
                <a16:creationId xmlns:a16="http://schemas.microsoft.com/office/drawing/2014/main" id="{8F509791-E5DA-D505-5B6F-180BC139D264}"/>
              </a:ext>
            </a:extLst>
          </p:cNvPr>
          <p:cNvSpPr>
            <a:spLocks noGrp="1"/>
          </p:cNvSpPr>
          <p:nvPr>
            <p:ph type="body" sz="quarter" idx="139" hasCustomPrompt="1"/>
          </p:nvPr>
        </p:nvSpPr>
        <p:spPr>
          <a:xfrm>
            <a:off x="9732474" y="5442625"/>
            <a:ext cx="1204112" cy="221599"/>
          </a:xfrm>
          <a:prstGeom prst="rect">
            <a:avLst/>
          </a:prstGeom>
        </p:spPr>
        <p:txBody>
          <a:bodyPr wrap="square" anchor="ctr" anchorCtr="0">
            <a:spAutoFit/>
          </a:bodyPr>
          <a:lstStyle>
            <a:lvl1pPr marL="0" indent="0" algn="r" defTabSz="914400" rtl="0" eaLnBrk="1" latinLnBrk="0" hangingPunct="1">
              <a:lnSpc>
                <a:spcPct val="90000"/>
              </a:lnSpc>
              <a:spcBef>
                <a:spcPts val="1000"/>
              </a:spcBef>
              <a:spcAft>
                <a:spcPts val="400"/>
              </a:spcAft>
              <a:buFont typeface="Arial" panose="020B0604020202020204" pitchFamily="34" charset="0"/>
              <a:buNone/>
              <a:defRPr lang="en-US" sz="1600" kern="1200" dirty="0">
                <a:solidFill>
                  <a:schemeClr val="bg1">
                    <a:lumMod val="75000"/>
                  </a:schemeClr>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00:00 – 00:00</a:t>
            </a:r>
          </a:p>
        </p:txBody>
      </p:sp>
      <p:sp>
        <p:nvSpPr>
          <p:cNvPr id="19" name="Text Placeholder 3">
            <a:extLst>
              <a:ext uri="{FF2B5EF4-FFF2-40B4-BE49-F238E27FC236}">
                <a16:creationId xmlns:a16="http://schemas.microsoft.com/office/drawing/2014/main" id="{9CB4A33C-C8BA-FD65-A66B-15BD777965D8}"/>
              </a:ext>
            </a:extLst>
          </p:cNvPr>
          <p:cNvSpPr>
            <a:spLocks noGrp="1"/>
          </p:cNvSpPr>
          <p:nvPr>
            <p:ph type="body" sz="quarter" idx="144" hasCustomPrompt="1"/>
          </p:nvPr>
        </p:nvSpPr>
        <p:spPr>
          <a:xfrm>
            <a:off x="839787" y="269874"/>
            <a:ext cx="4023360" cy="832104"/>
          </a:xfrm>
          <a:prstGeom prst="rect">
            <a:avLst/>
          </a:prstGeom>
        </p:spPr>
        <p:txBody>
          <a:bodyPr wrap="square" anchor="b"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29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title</a:t>
            </a:r>
          </a:p>
        </p:txBody>
      </p:sp>
      <p:sp>
        <p:nvSpPr>
          <p:cNvPr id="26" name="Text Placeholder 3">
            <a:extLst>
              <a:ext uri="{FF2B5EF4-FFF2-40B4-BE49-F238E27FC236}">
                <a16:creationId xmlns:a16="http://schemas.microsoft.com/office/drawing/2014/main" id="{C80217E1-5D76-EA33-0CE3-0E005DDFAB59}"/>
              </a:ext>
            </a:extLst>
          </p:cNvPr>
          <p:cNvSpPr>
            <a:spLocks noGrp="1"/>
          </p:cNvSpPr>
          <p:nvPr>
            <p:ph type="body" sz="quarter" idx="145" hasCustomPrompt="1"/>
          </p:nvPr>
        </p:nvSpPr>
        <p:spPr>
          <a:xfrm>
            <a:off x="839787" y="1162440"/>
            <a:ext cx="4023360" cy="192024"/>
          </a:xfrm>
          <a:prstGeom prst="rect">
            <a:avLst/>
          </a:prstGeom>
        </p:spPr>
        <p:txBody>
          <a:bodyPr wrap="square" anchor="t"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4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subtitle</a:t>
            </a:r>
          </a:p>
        </p:txBody>
      </p:sp>
    </p:spTree>
    <p:extLst>
      <p:ext uri="{BB962C8B-B14F-4D97-AF65-F5344CB8AC3E}">
        <p14:creationId xmlns:p14="http://schemas.microsoft.com/office/powerpoint/2010/main" val="4155383062"/>
      </p:ext>
    </p:extLst>
  </p:cSld>
  <p:clrMapOvr>
    <a:masterClrMapping/>
  </p:clrMapOvr>
  <p:hf sldNum="0" hdr="0" ftr="0" dt="0"/>
  <p:extLst>
    <p:ext uri="{DCECCB84-F9BA-43D5-87BE-67443E8EF086}">
      <p15:sldGuideLst xmlns:p15="http://schemas.microsoft.com/office/powerpoint/2012/main">
        <p15:guide id="3" pos="3385">
          <p15:clr>
            <a:srgbClr val="FBAE40"/>
          </p15:clr>
        </p15:guide>
        <p15:guide id="7" pos="3161">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8" name="Content Placeholder 7">
            <a:extLst>
              <a:ext uri="{FF2B5EF4-FFF2-40B4-BE49-F238E27FC236}">
                <a16:creationId xmlns:a16="http://schemas.microsoft.com/office/drawing/2014/main" id="{69050904-A4D8-6621-D397-15DFB61E865F}"/>
              </a:ext>
            </a:extLst>
          </p:cNvPr>
          <p:cNvSpPr>
            <a:spLocks noGrp="1"/>
          </p:cNvSpPr>
          <p:nvPr>
            <p:ph sz="quarter" idx="22"/>
          </p:nvPr>
        </p:nvSpPr>
        <p:spPr>
          <a:xfrm>
            <a:off x="839787" y="1850682"/>
            <a:ext cx="10512788" cy="4334218"/>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6">
            <a:extLst>
              <a:ext uri="{FF2B5EF4-FFF2-40B4-BE49-F238E27FC236}">
                <a16:creationId xmlns:a16="http://schemas.microsoft.com/office/drawing/2014/main" id="{CA2D2715-400D-E306-204F-8A6D2454C95C}"/>
              </a:ext>
            </a:extLst>
          </p:cNvPr>
          <p:cNvSpPr>
            <a:spLocks noGrp="1"/>
          </p:cNvSpPr>
          <p:nvPr>
            <p:ph type="body" sz="quarter" idx="42" hasCustomPrompt="1"/>
          </p:nvPr>
        </p:nvSpPr>
        <p:spPr>
          <a:xfrm>
            <a:off x="839787" y="1608869"/>
            <a:ext cx="10512788" cy="166199"/>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2" name="Text Placeholder 3">
            <a:extLst>
              <a:ext uri="{FF2B5EF4-FFF2-40B4-BE49-F238E27FC236}">
                <a16:creationId xmlns:a16="http://schemas.microsoft.com/office/drawing/2014/main" id="{14A9868D-3695-96B5-3EFE-DD1AEA3A7BDE}"/>
              </a:ext>
            </a:extLst>
          </p:cNvPr>
          <p:cNvSpPr>
            <a:spLocks noGrp="1"/>
          </p:cNvSpPr>
          <p:nvPr>
            <p:ph type="body" sz="quarter" idx="144" hasCustomPrompt="1"/>
          </p:nvPr>
        </p:nvSpPr>
        <p:spPr>
          <a:xfrm>
            <a:off x="839787" y="269874"/>
            <a:ext cx="10515600" cy="832104"/>
          </a:xfrm>
          <a:prstGeom prst="rect">
            <a:avLst/>
          </a:prstGeom>
        </p:spPr>
        <p:txBody>
          <a:bodyPr wrap="square" anchor="b"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29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title</a:t>
            </a:r>
          </a:p>
        </p:txBody>
      </p:sp>
      <p:sp>
        <p:nvSpPr>
          <p:cNvPr id="3" name="Text Placeholder 3">
            <a:extLst>
              <a:ext uri="{FF2B5EF4-FFF2-40B4-BE49-F238E27FC236}">
                <a16:creationId xmlns:a16="http://schemas.microsoft.com/office/drawing/2014/main" id="{D57088DD-238A-AA44-097E-22BABB028172}"/>
              </a:ext>
            </a:extLst>
          </p:cNvPr>
          <p:cNvSpPr>
            <a:spLocks noGrp="1"/>
          </p:cNvSpPr>
          <p:nvPr>
            <p:ph type="body" sz="quarter" idx="145" hasCustomPrompt="1"/>
          </p:nvPr>
        </p:nvSpPr>
        <p:spPr>
          <a:xfrm>
            <a:off x="839787" y="1162440"/>
            <a:ext cx="10515600" cy="192024"/>
          </a:xfrm>
          <a:prstGeom prst="rect">
            <a:avLst/>
          </a:prstGeom>
        </p:spPr>
        <p:txBody>
          <a:bodyPr wrap="square" anchor="t"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4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subtitle</a:t>
            </a:r>
          </a:p>
        </p:txBody>
      </p:sp>
    </p:spTree>
    <p:extLst>
      <p:ext uri="{BB962C8B-B14F-4D97-AF65-F5344CB8AC3E}">
        <p14:creationId xmlns:p14="http://schemas.microsoft.com/office/powerpoint/2010/main" val="181020845"/>
      </p:ext>
    </p:extLst>
  </p:cSld>
  <p:clrMapOvr>
    <a:masterClrMapping/>
  </p:clrMapOvr>
  <p:hf sldNum="0" hdr="0" ftr="0" dt="0"/>
  <p:extLst>
    <p:ext uri="{DCECCB84-F9BA-43D5-87BE-67443E8EF086}">
      <p15:sldGuideLst xmlns:p15="http://schemas.microsoft.com/office/powerpoint/2012/main"/>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2 x content">
    <p:spTree>
      <p:nvGrpSpPr>
        <p:cNvPr id="1" name=""/>
        <p:cNvGrpSpPr/>
        <p:nvPr/>
      </p:nvGrpSpPr>
      <p:grpSpPr>
        <a:xfrm>
          <a:off x="0" y="0"/>
          <a:ext cx="0" cy="0"/>
          <a:chOff x="0" y="0"/>
          <a:chExt cx="0" cy="0"/>
        </a:xfrm>
      </p:grpSpPr>
      <p:sp>
        <p:nvSpPr>
          <p:cNvPr id="8" name="Content Placeholder 7">
            <a:extLst>
              <a:ext uri="{FF2B5EF4-FFF2-40B4-BE49-F238E27FC236}">
                <a16:creationId xmlns:a16="http://schemas.microsoft.com/office/drawing/2014/main" id="{69050904-A4D8-6621-D397-15DFB61E865F}"/>
              </a:ext>
            </a:extLst>
          </p:cNvPr>
          <p:cNvSpPr>
            <a:spLocks noGrp="1"/>
          </p:cNvSpPr>
          <p:nvPr>
            <p:ph sz="quarter" idx="22"/>
          </p:nvPr>
        </p:nvSpPr>
        <p:spPr>
          <a:xfrm>
            <a:off x="839787" y="1850682"/>
            <a:ext cx="5084064" cy="4334218"/>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6">
            <a:extLst>
              <a:ext uri="{FF2B5EF4-FFF2-40B4-BE49-F238E27FC236}">
                <a16:creationId xmlns:a16="http://schemas.microsoft.com/office/drawing/2014/main" id="{CA2D2715-400D-E306-204F-8A6D2454C95C}"/>
              </a:ext>
            </a:extLst>
          </p:cNvPr>
          <p:cNvSpPr>
            <a:spLocks noGrp="1"/>
          </p:cNvSpPr>
          <p:nvPr>
            <p:ph type="body" sz="quarter" idx="42" hasCustomPrompt="1"/>
          </p:nvPr>
        </p:nvSpPr>
        <p:spPr>
          <a:xfrm>
            <a:off x="839787" y="1608869"/>
            <a:ext cx="5084064" cy="166199"/>
          </a:xfrm>
          <a:prstGeom prst="rect">
            <a:avLst/>
          </a:prstGeom>
        </p:spPr>
        <p:txBody>
          <a:bodyPr vert="horz" wrap="square" lIns="0" tIns="0" rIns="0" bIns="0" rtlCol="0" anchor="t">
            <a:spAutoFit/>
          </a:bodyPr>
          <a:lstStyle>
            <a:lvl1pPr marL="0" indent="0">
              <a:buNone/>
              <a:defRPr lang="en-US" b="1" cap="none" baseline="0" dirty="0"/>
            </a:lvl1pPr>
          </a:lstStyle>
          <a:p>
            <a:pPr marL="180000" lvl="0" indent="-180000"/>
            <a:r>
              <a:rPr lang="en-US"/>
              <a:t>CLICK TO ADD TEXT</a:t>
            </a:r>
          </a:p>
        </p:txBody>
      </p:sp>
      <p:sp>
        <p:nvSpPr>
          <p:cNvPr id="2" name="Content Placeholder 7">
            <a:extLst>
              <a:ext uri="{FF2B5EF4-FFF2-40B4-BE49-F238E27FC236}">
                <a16:creationId xmlns:a16="http://schemas.microsoft.com/office/drawing/2014/main" id="{3EC09E56-4D2B-8A95-DA45-54D0C556C7CA}"/>
              </a:ext>
            </a:extLst>
          </p:cNvPr>
          <p:cNvSpPr>
            <a:spLocks noGrp="1"/>
          </p:cNvSpPr>
          <p:nvPr>
            <p:ph sz="quarter" idx="55"/>
          </p:nvPr>
        </p:nvSpPr>
        <p:spPr>
          <a:xfrm>
            <a:off x="6268511" y="1850682"/>
            <a:ext cx="5084064" cy="4334218"/>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 name="Text Placeholder 6">
            <a:extLst>
              <a:ext uri="{FF2B5EF4-FFF2-40B4-BE49-F238E27FC236}">
                <a16:creationId xmlns:a16="http://schemas.microsoft.com/office/drawing/2014/main" id="{9C0F1A59-7BAC-D807-FED0-DB446FCCD679}"/>
              </a:ext>
            </a:extLst>
          </p:cNvPr>
          <p:cNvSpPr>
            <a:spLocks noGrp="1"/>
          </p:cNvSpPr>
          <p:nvPr>
            <p:ph type="body" sz="quarter" idx="56" hasCustomPrompt="1"/>
          </p:nvPr>
        </p:nvSpPr>
        <p:spPr>
          <a:xfrm>
            <a:off x="6268511" y="1608869"/>
            <a:ext cx="5084064" cy="166199"/>
          </a:xfrm>
          <a:prstGeom prst="rect">
            <a:avLst/>
          </a:prstGeom>
        </p:spPr>
        <p:txBody>
          <a:bodyPr vert="horz" wrap="square" lIns="0" tIns="0" rIns="0" bIns="0" rtlCol="0" anchor="t">
            <a:spAutoFit/>
          </a:bodyPr>
          <a:lstStyle>
            <a:lvl1pPr marL="0" indent="0">
              <a:buNone/>
              <a:defRPr lang="en-US" b="1" cap="none" baseline="0" dirty="0"/>
            </a:lvl1pPr>
          </a:lstStyle>
          <a:p>
            <a:pPr marL="180000" lvl="0" indent="-180000"/>
            <a:r>
              <a:rPr lang="en-US"/>
              <a:t>CLICK TO ADD TEXT</a:t>
            </a:r>
          </a:p>
        </p:txBody>
      </p:sp>
      <p:sp>
        <p:nvSpPr>
          <p:cNvPr id="5" name="Text Placeholder 3">
            <a:extLst>
              <a:ext uri="{FF2B5EF4-FFF2-40B4-BE49-F238E27FC236}">
                <a16:creationId xmlns:a16="http://schemas.microsoft.com/office/drawing/2014/main" id="{8E4D84EF-1EE2-B970-D832-CF89060DA369}"/>
              </a:ext>
            </a:extLst>
          </p:cNvPr>
          <p:cNvSpPr>
            <a:spLocks noGrp="1"/>
          </p:cNvSpPr>
          <p:nvPr>
            <p:ph type="body" sz="quarter" idx="144" hasCustomPrompt="1"/>
          </p:nvPr>
        </p:nvSpPr>
        <p:spPr>
          <a:xfrm>
            <a:off x="839787" y="269874"/>
            <a:ext cx="10515600" cy="832104"/>
          </a:xfrm>
          <a:prstGeom prst="rect">
            <a:avLst/>
          </a:prstGeom>
        </p:spPr>
        <p:txBody>
          <a:bodyPr wrap="square" anchor="b"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29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title</a:t>
            </a:r>
          </a:p>
        </p:txBody>
      </p:sp>
      <p:sp>
        <p:nvSpPr>
          <p:cNvPr id="9" name="Text Placeholder 3">
            <a:extLst>
              <a:ext uri="{FF2B5EF4-FFF2-40B4-BE49-F238E27FC236}">
                <a16:creationId xmlns:a16="http://schemas.microsoft.com/office/drawing/2014/main" id="{D6D2ED67-89F0-A49A-680C-4311376EC02F}"/>
              </a:ext>
            </a:extLst>
          </p:cNvPr>
          <p:cNvSpPr>
            <a:spLocks noGrp="1"/>
          </p:cNvSpPr>
          <p:nvPr>
            <p:ph type="body" sz="quarter" idx="145" hasCustomPrompt="1"/>
          </p:nvPr>
        </p:nvSpPr>
        <p:spPr>
          <a:xfrm>
            <a:off x="839787" y="1162440"/>
            <a:ext cx="10515600" cy="192024"/>
          </a:xfrm>
          <a:prstGeom prst="rect">
            <a:avLst/>
          </a:prstGeom>
        </p:spPr>
        <p:txBody>
          <a:bodyPr wrap="square" anchor="t"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4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subtitle</a:t>
            </a:r>
          </a:p>
        </p:txBody>
      </p:sp>
    </p:spTree>
    <p:extLst>
      <p:ext uri="{BB962C8B-B14F-4D97-AF65-F5344CB8AC3E}">
        <p14:creationId xmlns:p14="http://schemas.microsoft.com/office/powerpoint/2010/main" val="1223364093"/>
      </p:ext>
    </p:extLst>
  </p:cSld>
  <p:clrMapOvr>
    <a:masterClrMapping/>
  </p:clrMapOvr>
  <p:hf sldNum="0" hdr="0" ftr="0" dt="0"/>
  <p:extLst>
    <p:ext uri="{DCECCB84-F9BA-43D5-87BE-67443E8EF086}">
      <p15:sldGuideLst xmlns:p15="http://schemas.microsoft.com/office/powerpoint/2012/main"/>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3 x content">
    <p:spTree>
      <p:nvGrpSpPr>
        <p:cNvPr id="1" name=""/>
        <p:cNvGrpSpPr/>
        <p:nvPr/>
      </p:nvGrpSpPr>
      <p:grpSpPr>
        <a:xfrm>
          <a:off x="0" y="0"/>
          <a:ext cx="0" cy="0"/>
          <a:chOff x="0" y="0"/>
          <a:chExt cx="0" cy="0"/>
        </a:xfrm>
      </p:grpSpPr>
      <p:sp>
        <p:nvSpPr>
          <p:cNvPr id="8" name="Content Placeholder 7">
            <a:extLst>
              <a:ext uri="{FF2B5EF4-FFF2-40B4-BE49-F238E27FC236}">
                <a16:creationId xmlns:a16="http://schemas.microsoft.com/office/drawing/2014/main" id="{69050904-A4D8-6621-D397-15DFB61E865F}"/>
              </a:ext>
            </a:extLst>
          </p:cNvPr>
          <p:cNvSpPr>
            <a:spLocks noGrp="1"/>
          </p:cNvSpPr>
          <p:nvPr>
            <p:ph sz="quarter" idx="22"/>
          </p:nvPr>
        </p:nvSpPr>
        <p:spPr>
          <a:xfrm>
            <a:off x="839787" y="1850682"/>
            <a:ext cx="3282696" cy="4334218"/>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6">
            <a:extLst>
              <a:ext uri="{FF2B5EF4-FFF2-40B4-BE49-F238E27FC236}">
                <a16:creationId xmlns:a16="http://schemas.microsoft.com/office/drawing/2014/main" id="{CA2D2715-400D-E306-204F-8A6D2454C95C}"/>
              </a:ext>
            </a:extLst>
          </p:cNvPr>
          <p:cNvSpPr>
            <a:spLocks noGrp="1"/>
          </p:cNvSpPr>
          <p:nvPr>
            <p:ph type="body" sz="quarter" idx="42" hasCustomPrompt="1"/>
          </p:nvPr>
        </p:nvSpPr>
        <p:spPr>
          <a:xfrm>
            <a:off x="839787" y="1608869"/>
            <a:ext cx="3282696" cy="166199"/>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2" name="Content Placeholder 7">
            <a:extLst>
              <a:ext uri="{FF2B5EF4-FFF2-40B4-BE49-F238E27FC236}">
                <a16:creationId xmlns:a16="http://schemas.microsoft.com/office/drawing/2014/main" id="{3EC09E56-4D2B-8A95-DA45-54D0C556C7CA}"/>
              </a:ext>
            </a:extLst>
          </p:cNvPr>
          <p:cNvSpPr>
            <a:spLocks noGrp="1"/>
          </p:cNvSpPr>
          <p:nvPr>
            <p:ph sz="quarter" idx="55"/>
          </p:nvPr>
        </p:nvSpPr>
        <p:spPr>
          <a:xfrm>
            <a:off x="8069514" y="1850682"/>
            <a:ext cx="3282696" cy="4334218"/>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 name="Text Placeholder 6">
            <a:extLst>
              <a:ext uri="{FF2B5EF4-FFF2-40B4-BE49-F238E27FC236}">
                <a16:creationId xmlns:a16="http://schemas.microsoft.com/office/drawing/2014/main" id="{9C0F1A59-7BAC-D807-FED0-DB446FCCD679}"/>
              </a:ext>
            </a:extLst>
          </p:cNvPr>
          <p:cNvSpPr>
            <a:spLocks noGrp="1"/>
          </p:cNvSpPr>
          <p:nvPr>
            <p:ph type="body" sz="quarter" idx="56" hasCustomPrompt="1"/>
          </p:nvPr>
        </p:nvSpPr>
        <p:spPr>
          <a:xfrm>
            <a:off x="8069514" y="1608869"/>
            <a:ext cx="3282696" cy="166199"/>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5" name="Content Placeholder 7">
            <a:extLst>
              <a:ext uri="{FF2B5EF4-FFF2-40B4-BE49-F238E27FC236}">
                <a16:creationId xmlns:a16="http://schemas.microsoft.com/office/drawing/2014/main" id="{138FB5D8-4FA7-2ECA-1A2F-DED440E93FB1}"/>
              </a:ext>
            </a:extLst>
          </p:cNvPr>
          <p:cNvSpPr>
            <a:spLocks noGrp="1"/>
          </p:cNvSpPr>
          <p:nvPr>
            <p:ph sz="quarter" idx="57"/>
          </p:nvPr>
        </p:nvSpPr>
        <p:spPr>
          <a:xfrm>
            <a:off x="4454833" y="1850682"/>
            <a:ext cx="3282696" cy="4334218"/>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Text Placeholder 6">
            <a:extLst>
              <a:ext uri="{FF2B5EF4-FFF2-40B4-BE49-F238E27FC236}">
                <a16:creationId xmlns:a16="http://schemas.microsoft.com/office/drawing/2014/main" id="{1E068C41-D06A-7FB4-D9C9-D95DAEEE7ED8}"/>
              </a:ext>
            </a:extLst>
          </p:cNvPr>
          <p:cNvSpPr>
            <a:spLocks noGrp="1"/>
          </p:cNvSpPr>
          <p:nvPr>
            <p:ph type="body" sz="quarter" idx="58" hasCustomPrompt="1"/>
          </p:nvPr>
        </p:nvSpPr>
        <p:spPr>
          <a:xfrm>
            <a:off x="4454833" y="1608869"/>
            <a:ext cx="3282696" cy="166199"/>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9" name="Text Placeholder 3">
            <a:extLst>
              <a:ext uri="{FF2B5EF4-FFF2-40B4-BE49-F238E27FC236}">
                <a16:creationId xmlns:a16="http://schemas.microsoft.com/office/drawing/2014/main" id="{2D5D252C-3F45-21DF-4B8D-32AE8196D0E4}"/>
              </a:ext>
            </a:extLst>
          </p:cNvPr>
          <p:cNvSpPr>
            <a:spLocks noGrp="1"/>
          </p:cNvSpPr>
          <p:nvPr>
            <p:ph type="body" sz="quarter" idx="144" hasCustomPrompt="1"/>
          </p:nvPr>
        </p:nvSpPr>
        <p:spPr>
          <a:xfrm>
            <a:off x="839787" y="269874"/>
            <a:ext cx="10515600" cy="832104"/>
          </a:xfrm>
          <a:prstGeom prst="rect">
            <a:avLst/>
          </a:prstGeom>
        </p:spPr>
        <p:txBody>
          <a:bodyPr wrap="square" anchor="b"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29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title</a:t>
            </a:r>
          </a:p>
        </p:txBody>
      </p:sp>
      <p:sp>
        <p:nvSpPr>
          <p:cNvPr id="11" name="Text Placeholder 3">
            <a:extLst>
              <a:ext uri="{FF2B5EF4-FFF2-40B4-BE49-F238E27FC236}">
                <a16:creationId xmlns:a16="http://schemas.microsoft.com/office/drawing/2014/main" id="{0F971941-FE4E-84B4-550E-7716BF3A5FED}"/>
              </a:ext>
            </a:extLst>
          </p:cNvPr>
          <p:cNvSpPr>
            <a:spLocks noGrp="1"/>
          </p:cNvSpPr>
          <p:nvPr>
            <p:ph type="body" sz="quarter" idx="145" hasCustomPrompt="1"/>
          </p:nvPr>
        </p:nvSpPr>
        <p:spPr>
          <a:xfrm>
            <a:off x="839787" y="1162440"/>
            <a:ext cx="10515600" cy="192024"/>
          </a:xfrm>
          <a:prstGeom prst="rect">
            <a:avLst/>
          </a:prstGeom>
        </p:spPr>
        <p:txBody>
          <a:bodyPr wrap="square" anchor="t"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4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subtitle</a:t>
            </a:r>
          </a:p>
        </p:txBody>
      </p:sp>
    </p:spTree>
    <p:extLst>
      <p:ext uri="{BB962C8B-B14F-4D97-AF65-F5344CB8AC3E}">
        <p14:creationId xmlns:p14="http://schemas.microsoft.com/office/powerpoint/2010/main" val="2913679161"/>
      </p:ext>
    </p:extLst>
  </p:cSld>
  <p:clrMapOvr>
    <a:masterClrMapping/>
  </p:clrMapOvr>
  <p:hf sldNum="0" hdr="0" ftr="0" dt="0"/>
  <p:extLst>
    <p:ext uri="{DCECCB84-F9BA-43D5-87BE-67443E8EF086}">
      <p15:sldGuideLst xmlns:p15="http://schemas.microsoft.com/office/powerpoint/2012/main"/>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4 x content">
    <p:spTree>
      <p:nvGrpSpPr>
        <p:cNvPr id="1" name=""/>
        <p:cNvGrpSpPr/>
        <p:nvPr/>
      </p:nvGrpSpPr>
      <p:grpSpPr>
        <a:xfrm>
          <a:off x="0" y="0"/>
          <a:ext cx="0" cy="0"/>
          <a:chOff x="0" y="0"/>
          <a:chExt cx="0" cy="0"/>
        </a:xfrm>
      </p:grpSpPr>
      <p:sp>
        <p:nvSpPr>
          <p:cNvPr id="8" name="Content Placeholder 7">
            <a:extLst>
              <a:ext uri="{FF2B5EF4-FFF2-40B4-BE49-F238E27FC236}">
                <a16:creationId xmlns:a16="http://schemas.microsoft.com/office/drawing/2014/main" id="{69050904-A4D8-6621-D397-15DFB61E865F}"/>
              </a:ext>
            </a:extLst>
          </p:cNvPr>
          <p:cNvSpPr>
            <a:spLocks noGrp="1"/>
          </p:cNvSpPr>
          <p:nvPr>
            <p:ph sz="quarter" idx="22"/>
          </p:nvPr>
        </p:nvSpPr>
        <p:spPr>
          <a:xfrm>
            <a:off x="839786" y="1850682"/>
            <a:ext cx="2377440" cy="4334218"/>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6">
            <a:extLst>
              <a:ext uri="{FF2B5EF4-FFF2-40B4-BE49-F238E27FC236}">
                <a16:creationId xmlns:a16="http://schemas.microsoft.com/office/drawing/2014/main" id="{CA2D2715-400D-E306-204F-8A6D2454C95C}"/>
              </a:ext>
            </a:extLst>
          </p:cNvPr>
          <p:cNvSpPr>
            <a:spLocks noGrp="1"/>
          </p:cNvSpPr>
          <p:nvPr>
            <p:ph type="body" sz="quarter" idx="42" hasCustomPrompt="1"/>
          </p:nvPr>
        </p:nvSpPr>
        <p:spPr>
          <a:xfrm>
            <a:off x="839786" y="1608869"/>
            <a:ext cx="2377440" cy="166199"/>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10" name="Content Placeholder 7">
            <a:extLst>
              <a:ext uri="{FF2B5EF4-FFF2-40B4-BE49-F238E27FC236}">
                <a16:creationId xmlns:a16="http://schemas.microsoft.com/office/drawing/2014/main" id="{D0308639-BCAF-FC81-8164-B6F989AE3E54}"/>
              </a:ext>
            </a:extLst>
          </p:cNvPr>
          <p:cNvSpPr>
            <a:spLocks noGrp="1"/>
          </p:cNvSpPr>
          <p:nvPr>
            <p:ph sz="quarter" idx="55"/>
          </p:nvPr>
        </p:nvSpPr>
        <p:spPr>
          <a:xfrm>
            <a:off x="3552373" y="1850682"/>
            <a:ext cx="2377440" cy="4334218"/>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Text Placeholder 6">
            <a:extLst>
              <a:ext uri="{FF2B5EF4-FFF2-40B4-BE49-F238E27FC236}">
                <a16:creationId xmlns:a16="http://schemas.microsoft.com/office/drawing/2014/main" id="{04464A78-C54B-1E2E-2988-E780E9ADE8DF}"/>
              </a:ext>
            </a:extLst>
          </p:cNvPr>
          <p:cNvSpPr>
            <a:spLocks noGrp="1"/>
          </p:cNvSpPr>
          <p:nvPr>
            <p:ph type="body" sz="quarter" idx="56" hasCustomPrompt="1"/>
          </p:nvPr>
        </p:nvSpPr>
        <p:spPr>
          <a:xfrm>
            <a:off x="3552373" y="1608869"/>
            <a:ext cx="2377440" cy="166199"/>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12" name="Content Placeholder 7">
            <a:extLst>
              <a:ext uri="{FF2B5EF4-FFF2-40B4-BE49-F238E27FC236}">
                <a16:creationId xmlns:a16="http://schemas.microsoft.com/office/drawing/2014/main" id="{B6586D22-268F-2ED1-EE8D-B805CAEC749A}"/>
              </a:ext>
            </a:extLst>
          </p:cNvPr>
          <p:cNvSpPr>
            <a:spLocks noGrp="1"/>
          </p:cNvSpPr>
          <p:nvPr>
            <p:ph sz="quarter" idx="57"/>
          </p:nvPr>
        </p:nvSpPr>
        <p:spPr>
          <a:xfrm>
            <a:off x="6264960" y="1850682"/>
            <a:ext cx="2377440" cy="4334218"/>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ext Placeholder 6">
            <a:extLst>
              <a:ext uri="{FF2B5EF4-FFF2-40B4-BE49-F238E27FC236}">
                <a16:creationId xmlns:a16="http://schemas.microsoft.com/office/drawing/2014/main" id="{F9903C0D-8629-1E86-0A3E-7F822E0D5B88}"/>
              </a:ext>
            </a:extLst>
          </p:cNvPr>
          <p:cNvSpPr>
            <a:spLocks noGrp="1"/>
          </p:cNvSpPr>
          <p:nvPr>
            <p:ph type="body" sz="quarter" idx="58" hasCustomPrompt="1"/>
          </p:nvPr>
        </p:nvSpPr>
        <p:spPr>
          <a:xfrm>
            <a:off x="6264960" y="1608869"/>
            <a:ext cx="2377440" cy="166199"/>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15" name="Content Placeholder 7">
            <a:extLst>
              <a:ext uri="{FF2B5EF4-FFF2-40B4-BE49-F238E27FC236}">
                <a16:creationId xmlns:a16="http://schemas.microsoft.com/office/drawing/2014/main" id="{282E2AAC-64C5-4696-75DA-66206FC4DDEB}"/>
              </a:ext>
            </a:extLst>
          </p:cNvPr>
          <p:cNvSpPr>
            <a:spLocks noGrp="1"/>
          </p:cNvSpPr>
          <p:nvPr>
            <p:ph sz="quarter" idx="59"/>
          </p:nvPr>
        </p:nvSpPr>
        <p:spPr>
          <a:xfrm>
            <a:off x="8977546" y="1850682"/>
            <a:ext cx="2377440" cy="4334218"/>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Text Placeholder 6">
            <a:extLst>
              <a:ext uri="{FF2B5EF4-FFF2-40B4-BE49-F238E27FC236}">
                <a16:creationId xmlns:a16="http://schemas.microsoft.com/office/drawing/2014/main" id="{220EB49A-A353-97BC-A71A-1B6330027D48}"/>
              </a:ext>
            </a:extLst>
          </p:cNvPr>
          <p:cNvSpPr>
            <a:spLocks noGrp="1"/>
          </p:cNvSpPr>
          <p:nvPr>
            <p:ph type="body" sz="quarter" idx="60" hasCustomPrompt="1"/>
          </p:nvPr>
        </p:nvSpPr>
        <p:spPr>
          <a:xfrm>
            <a:off x="8977546" y="1608869"/>
            <a:ext cx="2377440" cy="166199"/>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2" name="Text Placeholder 3">
            <a:extLst>
              <a:ext uri="{FF2B5EF4-FFF2-40B4-BE49-F238E27FC236}">
                <a16:creationId xmlns:a16="http://schemas.microsoft.com/office/drawing/2014/main" id="{E2876E20-FB6B-C4C3-E79D-0523C011C58E}"/>
              </a:ext>
            </a:extLst>
          </p:cNvPr>
          <p:cNvSpPr>
            <a:spLocks noGrp="1"/>
          </p:cNvSpPr>
          <p:nvPr>
            <p:ph type="body" sz="quarter" idx="144" hasCustomPrompt="1"/>
          </p:nvPr>
        </p:nvSpPr>
        <p:spPr>
          <a:xfrm>
            <a:off x="839787" y="269874"/>
            <a:ext cx="10515600" cy="832104"/>
          </a:xfrm>
          <a:prstGeom prst="rect">
            <a:avLst/>
          </a:prstGeom>
        </p:spPr>
        <p:txBody>
          <a:bodyPr wrap="square" anchor="b"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29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title</a:t>
            </a:r>
          </a:p>
        </p:txBody>
      </p:sp>
      <p:sp>
        <p:nvSpPr>
          <p:cNvPr id="5" name="Text Placeholder 3">
            <a:extLst>
              <a:ext uri="{FF2B5EF4-FFF2-40B4-BE49-F238E27FC236}">
                <a16:creationId xmlns:a16="http://schemas.microsoft.com/office/drawing/2014/main" id="{F7CE2D98-FDDC-FD00-5E69-F2A04C479FFE}"/>
              </a:ext>
            </a:extLst>
          </p:cNvPr>
          <p:cNvSpPr>
            <a:spLocks noGrp="1"/>
          </p:cNvSpPr>
          <p:nvPr>
            <p:ph type="body" sz="quarter" idx="145" hasCustomPrompt="1"/>
          </p:nvPr>
        </p:nvSpPr>
        <p:spPr>
          <a:xfrm>
            <a:off x="839787" y="1162440"/>
            <a:ext cx="10515600" cy="192024"/>
          </a:xfrm>
          <a:prstGeom prst="rect">
            <a:avLst/>
          </a:prstGeom>
        </p:spPr>
        <p:txBody>
          <a:bodyPr wrap="square" anchor="t"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4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subtitle</a:t>
            </a:r>
          </a:p>
        </p:txBody>
      </p:sp>
    </p:spTree>
    <p:extLst>
      <p:ext uri="{BB962C8B-B14F-4D97-AF65-F5344CB8AC3E}">
        <p14:creationId xmlns:p14="http://schemas.microsoft.com/office/powerpoint/2010/main" val="2719772291"/>
      </p:ext>
    </p:extLst>
  </p:cSld>
  <p:clrMapOvr>
    <a:masterClrMapping/>
  </p:clrMapOvr>
  <p:hf sldNum="0" hdr="0" ftr="0" dt="0"/>
  <p:extLst>
    <p:ext uri="{DCECCB84-F9BA-43D5-87BE-67443E8EF086}">
      <p15:sldGuideLst xmlns:p15="http://schemas.microsoft.com/office/powerpoint/2012/main"/>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2 x content w/ gradient line">
    <p:spTree>
      <p:nvGrpSpPr>
        <p:cNvPr id="1" name=""/>
        <p:cNvGrpSpPr/>
        <p:nvPr/>
      </p:nvGrpSpPr>
      <p:grpSpPr>
        <a:xfrm>
          <a:off x="0" y="0"/>
          <a:ext cx="0" cy="0"/>
          <a:chOff x="0" y="0"/>
          <a:chExt cx="0" cy="0"/>
        </a:xfrm>
      </p:grpSpPr>
      <p:sp>
        <p:nvSpPr>
          <p:cNvPr id="8" name="Content Placeholder 7">
            <a:extLst>
              <a:ext uri="{FF2B5EF4-FFF2-40B4-BE49-F238E27FC236}">
                <a16:creationId xmlns:a16="http://schemas.microsoft.com/office/drawing/2014/main" id="{69050904-A4D8-6621-D397-15DFB61E865F}"/>
              </a:ext>
            </a:extLst>
          </p:cNvPr>
          <p:cNvSpPr>
            <a:spLocks noGrp="1"/>
          </p:cNvSpPr>
          <p:nvPr>
            <p:ph sz="quarter" idx="22"/>
          </p:nvPr>
        </p:nvSpPr>
        <p:spPr>
          <a:xfrm>
            <a:off x="839786" y="2973311"/>
            <a:ext cx="5084064" cy="2171637"/>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6">
            <a:extLst>
              <a:ext uri="{FF2B5EF4-FFF2-40B4-BE49-F238E27FC236}">
                <a16:creationId xmlns:a16="http://schemas.microsoft.com/office/drawing/2014/main" id="{CA2D2715-400D-E306-204F-8A6D2454C95C}"/>
              </a:ext>
            </a:extLst>
          </p:cNvPr>
          <p:cNvSpPr>
            <a:spLocks noGrp="1"/>
          </p:cNvSpPr>
          <p:nvPr>
            <p:ph type="body" sz="quarter" idx="42" hasCustomPrompt="1"/>
          </p:nvPr>
        </p:nvSpPr>
        <p:spPr>
          <a:xfrm>
            <a:off x="839786" y="2487054"/>
            <a:ext cx="5084064" cy="329184"/>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10" name="Content Placeholder 7">
            <a:extLst>
              <a:ext uri="{FF2B5EF4-FFF2-40B4-BE49-F238E27FC236}">
                <a16:creationId xmlns:a16="http://schemas.microsoft.com/office/drawing/2014/main" id="{D0308639-BCAF-FC81-8164-B6F989AE3E54}"/>
              </a:ext>
            </a:extLst>
          </p:cNvPr>
          <p:cNvSpPr>
            <a:spLocks noGrp="1"/>
          </p:cNvSpPr>
          <p:nvPr>
            <p:ph sz="quarter" idx="55"/>
          </p:nvPr>
        </p:nvSpPr>
        <p:spPr>
          <a:xfrm>
            <a:off x="6268146" y="2973311"/>
            <a:ext cx="5084064" cy="2171637"/>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Text Placeholder 6">
            <a:extLst>
              <a:ext uri="{FF2B5EF4-FFF2-40B4-BE49-F238E27FC236}">
                <a16:creationId xmlns:a16="http://schemas.microsoft.com/office/drawing/2014/main" id="{04464A78-C54B-1E2E-2988-E780E9ADE8DF}"/>
              </a:ext>
            </a:extLst>
          </p:cNvPr>
          <p:cNvSpPr>
            <a:spLocks noGrp="1"/>
          </p:cNvSpPr>
          <p:nvPr>
            <p:ph type="body" sz="quarter" idx="56" hasCustomPrompt="1"/>
          </p:nvPr>
        </p:nvSpPr>
        <p:spPr>
          <a:xfrm>
            <a:off x="6268146" y="2487054"/>
            <a:ext cx="5084064" cy="329184"/>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2" name="Text Placeholder 6">
            <a:extLst>
              <a:ext uri="{FF2B5EF4-FFF2-40B4-BE49-F238E27FC236}">
                <a16:creationId xmlns:a16="http://schemas.microsoft.com/office/drawing/2014/main" id="{56BC8D48-83CC-5154-F76E-89AEC7BB65E9}"/>
              </a:ext>
            </a:extLst>
          </p:cNvPr>
          <p:cNvSpPr>
            <a:spLocks noGrp="1"/>
          </p:cNvSpPr>
          <p:nvPr>
            <p:ph type="body" sz="quarter" idx="61" hasCustomPrompt="1"/>
          </p:nvPr>
        </p:nvSpPr>
        <p:spPr>
          <a:xfrm>
            <a:off x="839786" y="2344787"/>
            <a:ext cx="5084064" cy="18288"/>
          </a:xfrm>
          <a:prstGeom prst="rect">
            <a:avLst/>
          </a:prstGeom>
          <a:gradFill>
            <a:gsLst>
              <a:gs pos="0">
                <a:srgbClr val="E5BFC2"/>
              </a:gs>
              <a:gs pos="35000">
                <a:srgbClr val="EA5362"/>
              </a:gs>
              <a:gs pos="70000">
                <a:srgbClr val="A83167"/>
              </a:gs>
              <a:gs pos="100000">
                <a:srgbClr val="451C8D"/>
              </a:gs>
            </a:gsLst>
            <a:lin ang="0" scaled="1"/>
          </a:gradFill>
        </p:spPr>
        <p:txBody>
          <a:bodyPr wrap="square" tIns="0" anchor="b">
            <a:spAutoFit/>
          </a:bodyPr>
          <a:lstStyle>
            <a:lvl1pPr marL="0" indent="0">
              <a:buNone/>
              <a:defRPr sz="1200" b="1" cap="none" baseline="0"/>
            </a:lvl1pPr>
          </a:lstStyle>
          <a:p>
            <a:pPr lvl="0"/>
            <a:r>
              <a:rPr lang="en-US"/>
              <a:t> </a:t>
            </a:r>
          </a:p>
        </p:txBody>
      </p:sp>
      <p:sp>
        <p:nvSpPr>
          <p:cNvPr id="3" name="Text Placeholder 6">
            <a:extLst>
              <a:ext uri="{FF2B5EF4-FFF2-40B4-BE49-F238E27FC236}">
                <a16:creationId xmlns:a16="http://schemas.microsoft.com/office/drawing/2014/main" id="{1740A58C-5125-913C-F340-C42F047A134A}"/>
              </a:ext>
            </a:extLst>
          </p:cNvPr>
          <p:cNvSpPr>
            <a:spLocks noGrp="1"/>
          </p:cNvSpPr>
          <p:nvPr>
            <p:ph type="body" sz="quarter" idx="62" hasCustomPrompt="1"/>
          </p:nvPr>
        </p:nvSpPr>
        <p:spPr>
          <a:xfrm>
            <a:off x="6268146" y="2344787"/>
            <a:ext cx="5084064" cy="18288"/>
          </a:xfrm>
          <a:prstGeom prst="rect">
            <a:avLst/>
          </a:prstGeom>
          <a:gradFill>
            <a:gsLst>
              <a:gs pos="0">
                <a:srgbClr val="E5BFC2"/>
              </a:gs>
              <a:gs pos="35000">
                <a:srgbClr val="EA5362"/>
              </a:gs>
              <a:gs pos="70000">
                <a:srgbClr val="A83167"/>
              </a:gs>
              <a:gs pos="100000">
                <a:srgbClr val="451C8D"/>
              </a:gs>
            </a:gsLst>
            <a:lin ang="0" scaled="1"/>
          </a:gradFill>
        </p:spPr>
        <p:txBody>
          <a:bodyPr wrap="square" tIns="0" anchor="b">
            <a:spAutoFit/>
          </a:bodyPr>
          <a:lstStyle>
            <a:lvl1pPr marL="0" indent="0">
              <a:buNone/>
              <a:defRPr sz="1200" b="1" cap="none" baseline="0"/>
            </a:lvl1pPr>
          </a:lstStyle>
          <a:p>
            <a:pPr lvl="0"/>
            <a:r>
              <a:rPr lang="en-US"/>
              <a:t> </a:t>
            </a:r>
          </a:p>
        </p:txBody>
      </p:sp>
      <p:sp>
        <p:nvSpPr>
          <p:cNvPr id="5" name="Text Placeholder 3">
            <a:extLst>
              <a:ext uri="{FF2B5EF4-FFF2-40B4-BE49-F238E27FC236}">
                <a16:creationId xmlns:a16="http://schemas.microsoft.com/office/drawing/2014/main" id="{EDA8097A-C484-CB1A-5979-F173FF97D31A}"/>
              </a:ext>
            </a:extLst>
          </p:cNvPr>
          <p:cNvSpPr>
            <a:spLocks noGrp="1"/>
          </p:cNvSpPr>
          <p:nvPr>
            <p:ph type="body" sz="quarter" idx="144" hasCustomPrompt="1"/>
          </p:nvPr>
        </p:nvSpPr>
        <p:spPr>
          <a:xfrm>
            <a:off x="839787" y="269874"/>
            <a:ext cx="10515600" cy="832104"/>
          </a:xfrm>
          <a:prstGeom prst="rect">
            <a:avLst/>
          </a:prstGeom>
        </p:spPr>
        <p:txBody>
          <a:bodyPr wrap="square" anchor="b"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29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title</a:t>
            </a:r>
          </a:p>
        </p:txBody>
      </p:sp>
      <p:sp>
        <p:nvSpPr>
          <p:cNvPr id="9" name="Text Placeholder 3">
            <a:extLst>
              <a:ext uri="{FF2B5EF4-FFF2-40B4-BE49-F238E27FC236}">
                <a16:creationId xmlns:a16="http://schemas.microsoft.com/office/drawing/2014/main" id="{DED1455E-CABA-437F-570A-D4F53B1AD9B2}"/>
              </a:ext>
            </a:extLst>
          </p:cNvPr>
          <p:cNvSpPr>
            <a:spLocks noGrp="1"/>
          </p:cNvSpPr>
          <p:nvPr>
            <p:ph type="body" sz="quarter" idx="145" hasCustomPrompt="1"/>
          </p:nvPr>
        </p:nvSpPr>
        <p:spPr>
          <a:xfrm>
            <a:off x="839787" y="1162440"/>
            <a:ext cx="10515600" cy="192024"/>
          </a:xfrm>
          <a:prstGeom prst="rect">
            <a:avLst/>
          </a:prstGeom>
        </p:spPr>
        <p:txBody>
          <a:bodyPr wrap="square" anchor="t"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4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subtitle</a:t>
            </a:r>
          </a:p>
        </p:txBody>
      </p:sp>
    </p:spTree>
    <p:extLst>
      <p:ext uri="{BB962C8B-B14F-4D97-AF65-F5344CB8AC3E}">
        <p14:creationId xmlns:p14="http://schemas.microsoft.com/office/powerpoint/2010/main" val="35678549"/>
      </p:ext>
    </p:extLst>
  </p:cSld>
  <p:clrMapOvr>
    <a:masterClrMapping/>
  </p:clrMapOvr>
  <p:hf sldNum="0" hdr="0" ftr="0" dt="0"/>
  <p:extLst>
    <p:ext uri="{DCECCB84-F9BA-43D5-87BE-67443E8EF086}">
      <p15:sldGuideLst xmlns:p15="http://schemas.microsoft.com/office/powerpoint/2012/main"/>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3 x content w/ gradient line">
    <p:spTree>
      <p:nvGrpSpPr>
        <p:cNvPr id="1" name=""/>
        <p:cNvGrpSpPr/>
        <p:nvPr/>
      </p:nvGrpSpPr>
      <p:grpSpPr>
        <a:xfrm>
          <a:off x="0" y="0"/>
          <a:ext cx="0" cy="0"/>
          <a:chOff x="0" y="0"/>
          <a:chExt cx="0" cy="0"/>
        </a:xfrm>
      </p:grpSpPr>
      <p:sp>
        <p:nvSpPr>
          <p:cNvPr id="8" name="Content Placeholder 7">
            <a:extLst>
              <a:ext uri="{FF2B5EF4-FFF2-40B4-BE49-F238E27FC236}">
                <a16:creationId xmlns:a16="http://schemas.microsoft.com/office/drawing/2014/main" id="{69050904-A4D8-6621-D397-15DFB61E865F}"/>
              </a:ext>
            </a:extLst>
          </p:cNvPr>
          <p:cNvSpPr>
            <a:spLocks noGrp="1"/>
          </p:cNvSpPr>
          <p:nvPr>
            <p:ph sz="quarter" idx="22"/>
          </p:nvPr>
        </p:nvSpPr>
        <p:spPr>
          <a:xfrm>
            <a:off x="839786" y="2973311"/>
            <a:ext cx="3282696" cy="2171637"/>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6">
            <a:extLst>
              <a:ext uri="{FF2B5EF4-FFF2-40B4-BE49-F238E27FC236}">
                <a16:creationId xmlns:a16="http://schemas.microsoft.com/office/drawing/2014/main" id="{CA2D2715-400D-E306-204F-8A6D2454C95C}"/>
              </a:ext>
            </a:extLst>
          </p:cNvPr>
          <p:cNvSpPr>
            <a:spLocks noGrp="1"/>
          </p:cNvSpPr>
          <p:nvPr>
            <p:ph type="body" sz="quarter" idx="42" hasCustomPrompt="1"/>
          </p:nvPr>
        </p:nvSpPr>
        <p:spPr>
          <a:xfrm>
            <a:off x="839786" y="2487054"/>
            <a:ext cx="3282696" cy="329184"/>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10" name="Content Placeholder 7">
            <a:extLst>
              <a:ext uri="{FF2B5EF4-FFF2-40B4-BE49-F238E27FC236}">
                <a16:creationId xmlns:a16="http://schemas.microsoft.com/office/drawing/2014/main" id="{D0308639-BCAF-FC81-8164-B6F989AE3E54}"/>
              </a:ext>
            </a:extLst>
          </p:cNvPr>
          <p:cNvSpPr>
            <a:spLocks noGrp="1"/>
          </p:cNvSpPr>
          <p:nvPr>
            <p:ph sz="quarter" idx="55"/>
          </p:nvPr>
        </p:nvSpPr>
        <p:spPr>
          <a:xfrm>
            <a:off x="4454650" y="2973311"/>
            <a:ext cx="3282696" cy="2171637"/>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Text Placeholder 6">
            <a:extLst>
              <a:ext uri="{FF2B5EF4-FFF2-40B4-BE49-F238E27FC236}">
                <a16:creationId xmlns:a16="http://schemas.microsoft.com/office/drawing/2014/main" id="{04464A78-C54B-1E2E-2988-E780E9ADE8DF}"/>
              </a:ext>
            </a:extLst>
          </p:cNvPr>
          <p:cNvSpPr>
            <a:spLocks noGrp="1"/>
          </p:cNvSpPr>
          <p:nvPr>
            <p:ph type="body" sz="quarter" idx="56" hasCustomPrompt="1"/>
          </p:nvPr>
        </p:nvSpPr>
        <p:spPr>
          <a:xfrm>
            <a:off x="4454650" y="2487054"/>
            <a:ext cx="3282696" cy="329184"/>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12" name="Content Placeholder 7">
            <a:extLst>
              <a:ext uri="{FF2B5EF4-FFF2-40B4-BE49-F238E27FC236}">
                <a16:creationId xmlns:a16="http://schemas.microsoft.com/office/drawing/2014/main" id="{B6586D22-268F-2ED1-EE8D-B805CAEC749A}"/>
              </a:ext>
            </a:extLst>
          </p:cNvPr>
          <p:cNvSpPr>
            <a:spLocks noGrp="1"/>
          </p:cNvSpPr>
          <p:nvPr>
            <p:ph sz="quarter" idx="57"/>
          </p:nvPr>
        </p:nvSpPr>
        <p:spPr>
          <a:xfrm>
            <a:off x="8069514" y="2973311"/>
            <a:ext cx="3282696" cy="2171637"/>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ext Placeholder 6">
            <a:extLst>
              <a:ext uri="{FF2B5EF4-FFF2-40B4-BE49-F238E27FC236}">
                <a16:creationId xmlns:a16="http://schemas.microsoft.com/office/drawing/2014/main" id="{F9903C0D-8629-1E86-0A3E-7F822E0D5B88}"/>
              </a:ext>
            </a:extLst>
          </p:cNvPr>
          <p:cNvSpPr>
            <a:spLocks noGrp="1"/>
          </p:cNvSpPr>
          <p:nvPr>
            <p:ph type="body" sz="quarter" idx="58" hasCustomPrompt="1"/>
          </p:nvPr>
        </p:nvSpPr>
        <p:spPr>
          <a:xfrm>
            <a:off x="8069514" y="2487054"/>
            <a:ext cx="3282696" cy="329184"/>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2" name="Text Placeholder 6">
            <a:extLst>
              <a:ext uri="{FF2B5EF4-FFF2-40B4-BE49-F238E27FC236}">
                <a16:creationId xmlns:a16="http://schemas.microsoft.com/office/drawing/2014/main" id="{56BC8D48-83CC-5154-F76E-89AEC7BB65E9}"/>
              </a:ext>
            </a:extLst>
          </p:cNvPr>
          <p:cNvSpPr>
            <a:spLocks noGrp="1"/>
          </p:cNvSpPr>
          <p:nvPr>
            <p:ph type="body" sz="quarter" idx="61" hasCustomPrompt="1"/>
          </p:nvPr>
        </p:nvSpPr>
        <p:spPr>
          <a:xfrm>
            <a:off x="839786" y="2344787"/>
            <a:ext cx="3282696" cy="18288"/>
          </a:xfrm>
          <a:prstGeom prst="rect">
            <a:avLst/>
          </a:prstGeom>
          <a:gradFill>
            <a:gsLst>
              <a:gs pos="0">
                <a:srgbClr val="E5BFC2"/>
              </a:gs>
              <a:gs pos="35000">
                <a:srgbClr val="EA5362"/>
              </a:gs>
              <a:gs pos="70000">
                <a:srgbClr val="A83167"/>
              </a:gs>
              <a:gs pos="100000">
                <a:srgbClr val="451C8D"/>
              </a:gs>
            </a:gsLst>
            <a:lin ang="0" scaled="1"/>
          </a:gradFill>
        </p:spPr>
        <p:txBody>
          <a:bodyPr wrap="square" tIns="0" anchor="b">
            <a:spAutoFit/>
          </a:bodyPr>
          <a:lstStyle>
            <a:lvl1pPr marL="0" indent="0">
              <a:buNone/>
              <a:defRPr sz="1200" b="1" cap="none" baseline="0"/>
            </a:lvl1pPr>
          </a:lstStyle>
          <a:p>
            <a:pPr lvl="0"/>
            <a:r>
              <a:rPr lang="en-US"/>
              <a:t> </a:t>
            </a:r>
          </a:p>
        </p:txBody>
      </p:sp>
      <p:sp>
        <p:nvSpPr>
          <p:cNvPr id="3" name="Text Placeholder 6">
            <a:extLst>
              <a:ext uri="{FF2B5EF4-FFF2-40B4-BE49-F238E27FC236}">
                <a16:creationId xmlns:a16="http://schemas.microsoft.com/office/drawing/2014/main" id="{1740A58C-5125-913C-F340-C42F047A134A}"/>
              </a:ext>
            </a:extLst>
          </p:cNvPr>
          <p:cNvSpPr>
            <a:spLocks noGrp="1"/>
          </p:cNvSpPr>
          <p:nvPr>
            <p:ph type="body" sz="quarter" idx="62" hasCustomPrompt="1"/>
          </p:nvPr>
        </p:nvSpPr>
        <p:spPr>
          <a:xfrm>
            <a:off x="4454650" y="2344787"/>
            <a:ext cx="3282696" cy="18288"/>
          </a:xfrm>
          <a:prstGeom prst="rect">
            <a:avLst/>
          </a:prstGeom>
          <a:gradFill>
            <a:gsLst>
              <a:gs pos="0">
                <a:srgbClr val="E5BFC2"/>
              </a:gs>
              <a:gs pos="35000">
                <a:srgbClr val="EA5362"/>
              </a:gs>
              <a:gs pos="70000">
                <a:srgbClr val="A83167"/>
              </a:gs>
              <a:gs pos="100000">
                <a:srgbClr val="451C8D"/>
              </a:gs>
            </a:gsLst>
            <a:lin ang="0" scaled="1"/>
          </a:gradFill>
        </p:spPr>
        <p:txBody>
          <a:bodyPr wrap="square" tIns="0" anchor="b">
            <a:spAutoFit/>
          </a:bodyPr>
          <a:lstStyle>
            <a:lvl1pPr marL="0" indent="0">
              <a:buNone/>
              <a:defRPr sz="1200" b="1" cap="none" baseline="0"/>
            </a:lvl1pPr>
          </a:lstStyle>
          <a:p>
            <a:pPr lvl="0"/>
            <a:r>
              <a:rPr lang="en-US"/>
              <a:t> </a:t>
            </a:r>
          </a:p>
        </p:txBody>
      </p:sp>
      <p:sp>
        <p:nvSpPr>
          <p:cNvPr id="5" name="Text Placeholder 6">
            <a:extLst>
              <a:ext uri="{FF2B5EF4-FFF2-40B4-BE49-F238E27FC236}">
                <a16:creationId xmlns:a16="http://schemas.microsoft.com/office/drawing/2014/main" id="{5A4D55F4-9618-B195-8EF9-6B04617C190A}"/>
              </a:ext>
            </a:extLst>
          </p:cNvPr>
          <p:cNvSpPr>
            <a:spLocks noGrp="1"/>
          </p:cNvSpPr>
          <p:nvPr>
            <p:ph type="body" sz="quarter" idx="63" hasCustomPrompt="1"/>
          </p:nvPr>
        </p:nvSpPr>
        <p:spPr>
          <a:xfrm>
            <a:off x="8069514" y="2344787"/>
            <a:ext cx="3282696" cy="18288"/>
          </a:xfrm>
          <a:prstGeom prst="rect">
            <a:avLst/>
          </a:prstGeom>
          <a:gradFill flip="none" rotWithShape="1">
            <a:gsLst>
              <a:gs pos="0">
                <a:srgbClr val="E5BFC2"/>
              </a:gs>
              <a:gs pos="35000">
                <a:srgbClr val="EA5362"/>
              </a:gs>
              <a:gs pos="70000">
                <a:srgbClr val="A83167"/>
              </a:gs>
              <a:gs pos="100000">
                <a:srgbClr val="451C8D"/>
              </a:gs>
            </a:gsLst>
            <a:lin ang="0" scaled="1"/>
            <a:tileRect/>
          </a:gradFill>
        </p:spPr>
        <p:txBody>
          <a:bodyPr wrap="square" tIns="0" anchor="b">
            <a:spAutoFit/>
          </a:bodyPr>
          <a:lstStyle>
            <a:lvl1pPr marL="0" indent="0">
              <a:buNone/>
              <a:defRPr sz="1200" b="1" cap="none" baseline="0"/>
            </a:lvl1pPr>
          </a:lstStyle>
          <a:p>
            <a:pPr lvl="0"/>
            <a:r>
              <a:rPr lang="en-US"/>
              <a:t> </a:t>
            </a:r>
          </a:p>
        </p:txBody>
      </p:sp>
      <p:sp>
        <p:nvSpPr>
          <p:cNvPr id="15" name="Text Placeholder 3">
            <a:extLst>
              <a:ext uri="{FF2B5EF4-FFF2-40B4-BE49-F238E27FC236}">
                <a16:creationId xmlns:a16="http://schemas.microsoft.com/office/drawing/2014/main" id="{960DA77C-3EAD-B77D-31A2-356AB0462434}"/>
              </a:ext>
            </a:extLst>
          </p:cNvPr>
          <p:cNvSpPr>
            <a:spLocks noGrp="1"/>
          </p:cNvSpPr>
          <p:nvPr>
            <p:ph type="body" sz="quarter" idx="144" hasCustomPrompt="1"/>
          </p:nvPr>
        </p:nvSpPr>
        <p:spPr>
          <a:xfrm>
            <a:off x="839787" y="269874"/>
            <a:ext cx="10515600" cy="832104"/>
          </a:xfrm>
          <a:prstGeom prst="rect">
            <a:avLst/>
          </a:prstGeom>
        </p:spPr>
        <p:txBody>
          <a:bodyPr wrap="square" anchor="b"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29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title</a:t>
            </a:r>
          </a:p>
        </p:txBody>
      </p:sp>
      <p:sp>
        <p:nvSpPr>
          <p:cNvPr id="16" name="Text Placeholder 3">
            <a:extLst>
              <a:ext uri="{FF2B5EF4-FFF2-40B4-BE49-F238E27FC236}">
                <a16:creationId xmlns:a16="http://schemas.microsoft.com/office/drawing/2014/main" id="{F8A9CA2C-F497-ADAE-26D5-F0C1D5D5F6ED}"/>
              </a:ext>
            </a:extLst>
          </p:cNvPr>
          <p:cNvSpPr>
            <a:spLocks noGrp="1"/>
          </p:cNvSpPr>
          <p:nvPr>
            <p:ph type="body" sz="quarter" idx="145" hasCustomPrompt="1"/>
          </p:nvPr>
        </p:nvSpPr>
        <p:spPr>
          <a:xfrm>
            <a:off x="839787" y="1162440"/>
            <a:ext cx="10515600" cy="192024"/>
          </a:xfrm>
          <a:prstGeom prst="rect">
            <a:avLst/>
          </a:prstGeom>
        </p:spPr>
        <p:txBody>
          <a:bodyPr wrap="square" anchor="t"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4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subtitle</a:t>
            </a:r>
          </a:p>
        </p:txBody>
      </p:sp>
    </p:spTree>
    <p:extLst>
      <p:ext uri="{BB962C8B-B14F-4D97-AF65-F5344CB8AC3E}">
        <p14:creationId xmlns:p14="http://schemas.microsoft.com/office/powerpoint/2010/main" val="2052923776"/>
      </p:ext>
    </p:extLst>
  </p:cSld>
  <p:clrMapOvr>
    <a:masterClrMapping/>
  </p:clrMapOvr>
  <p:hf sldNum="0" hdr="0" ftr="0" dt="0"/>
  <p:extLst>
    <p:ext uri="{DCECCB84-F9BA-43D5-87BE-67443E8EF086}">
      <p15:sldGuideLst xmlns:p15="http://schemas.microsoft.com/office/powerpoint/2012/main"/>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4 x content w/ gradient line">
    <p:spTree>
      <p:nvGrpSpPr>
        <p:cNvPr id="1" name=""/>
        <p:cNvGrpSpPr/>
        <p:nvPr/>
      </p:nvGrpSpPr>
      <p:grpSpPr>
        <a:xfrm>
          <a:off x="0" y="0"/>
          <a:ext cx="0" cy="0"/>
          <a:chOff x="0" y="0"/>
          <a:chExt cx="0" cy="0"/>
        </a:xfrm>
      </p:grpSpPr>
      <p:sp>
        <p:nvSpPr>
          <p:cNvPr id="8" name="Content Placeholder 7">
            <a:extLst>
              <a:ext uri="{FF2B5EF4-FFF2-40B4-BE49-F238E27FC236}">
                <a16:creationId xmlns:a16="http://schemas.microsoft.com/office/drawing/2014/main" id="{69050904-A4D8-6621-D397-15DFB61E865F}"/>
              </a:ext>
            </a:extLst>
          </p:cNvPr>
          <p:cNvSpPr>
            <a:spLocks noGrp="1"/>
          </p:cNvSpPr>
          <p:nvPr>
            <p:ph sz="quarter" idx="22"/>
          </p:nvPr>
        </p:nvSpPr>
        <p:spPr>
          <a:xfrm>
            <a:off x="839786" y="2973311"/>
            <a:ext cx="2377440" cy="2171637"/>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6">
            <a:extLst>
              <a:ext uri="{FF2B5EF4-FFF2-40B4-BE49-F238E27FC236}">
                <a16:creationId xmlns:a16="http://schemas.microsoft.com/office/drawing/2014/main" id="{CA2D2715-400D-E306-204F-8A6D2454C95C}"/>
              </a:ext>
            </a:extLst>
          </p:cNvPr>
          <p:cNvSpPr>
            <a:spLocks noGrp="1"/>
          </p:cNvSpPr>
          <p:nvPr>
            <p:ph type="body" sz="quarter" idx="42" hasCustomPrompt="1"/>
          </p:nvPr>
        </p:nvSpPr>
        <p:spPr>
          <a:xfrm>
            <a:off x="839786" y="2487054"/>
            <a:ext cx="2377440" cy="329184"/>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10" name="Content Placeholder 7">
            <a:extLst>
              <a:ext uri="{FF2B5EF4-FFF2-40B4-BE49-F238E27FC236}">
                <a16:creationId xmlns:a16="http://schemas.microsoft.com/office/drawing/2014/main" id="{D0308639-BCAF-FC81-8164-B6F989AE3E54}"/>
              </a:ext>
            </a:extLst>
          </p:cNvPr>
          <p:cNvSpPr>
            <a:spLocks noGrp="1"/>
          </p:cNvSpPr>
          <p:nvPr>
            <p:ph sz="quarter" idx="55"/>
          </p:nvPr>
        </p:nvSpPr>
        <p:spPr>
          <a:xfrm>
            <a:off x="3551447" y="2973311"/>
            <a:ext cx="2377440" cy="2171637"/>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Text Placeholder 6">
            <a:extLst>
              <a:ext uri="{FF2B5EF4-FFF2-40B4-BE49-F238E27FC236}">
                <a16:creationId xmlns:a16="http://schemas.microsoft.com/office/drawing/2014/main" id="{04464A78-C54B-1E2E-2988-E780E9ADE8DF}"/>
              </a:ext>
            </a:extLst>
          </p:cNvPr>
          <p:cNvSpPr>
            <a:spLocks noGrp="1"/>
          </p:cNvSpPr>
          <p:nvPr>
            <p:ph type="body" sz="quarter" idx="56" hasCustomPrompt="1"/>
          </p:nvPr>
        </p:nvSpPr>
        <p:spPr>
          <a:xfrm>
            <a:off x="3551447" y="2487054"/>
            <a:ext cx="2377440" cy="329184"/>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12" name="Content Placeholder 7">
            <a:extLst>
              <a:ext uri="{FF2B5EF4-FFF2-40B4-BE49-F238E27FC236}">
                <a16:creationId xmlns:a16="http://schemas.microsoft.com/office/drawing/2014/main" id="{B6586D22-268F-2ED1-EE8D-B805CAEC749A}"/>
              </a:ext>
            </a:extLst>
          </p:cNvPr>
          <p:cNvSpPr>
            <a:spLocks noGrp="1"/>
          </p:cNvSpPr>
          <p:nvPr>
            <p:ph sz="quarter" idx="57"/>
          </p:nvPr>
        </p:nvSpPr>
        <p:spPr>
          <a:xfrm>
            <a:off x="6263108" y="2973311"/>
            <a:ext cx="2377440" cy="2171637"/>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ext Placeholder 6">
            <a:extLst>
              <a:ext uri="{FF2B5EF4-FFF2-40B4-BE49-F238E27FC236}">
                <a16:creationId xmlns:a16="http://schemas.microsoft.com/office/drawing/2014/main" id="{F9903C0D-8629-1E86-0A3E-7F822E0D5B88}"/>
              </a:ext>
            </a:extLst>
          </p:cNvPr>
          <p:cNvSpPr>
            <a:spLocks noGrp="1"/>
          </p:cNvSpPr>
          <p:nvPr>
            <p:ph type="body" sz="quarter" idx="58" hasCustomPrompt="1"/>
          </p:nvPr>
        </p:nvSpPr>
        <p:spPr>
          <a:xfrm>
            <a:off x="6263108" y="2487054"/>
            <a:ext cx="2377440" cy="329184"/>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15" name="Content Placeholder 7">
            <a:extLst>
              <a:ext uri="{FF2B5EF4-FFF2-40B4-BE49-F238E27FC236}">
                <a16:creationId xmlns:a16="http://schemas.microsoft.com/office/drawing/2014/main" id="{282E2AAC-64C5-4696-75DA-66206FC4DDEB}"/>
              </a:ext>
            </a:extLst>
          </p:cNvPr>
          <p:cNvSpPr>
            <a:spLocks noGrp="1"/>
          </p:cNvSpPr>
          <p:nvPr>
            <p:ph sz="quarter" idx="59"/>
          </p:nvPr>
        </p:nvSpPr>
        <p:spPr>
          <a:xfrm>
            <a:off x="8974770" y="2973311"/>
            <a:ext cx="2377440" cy="2171637"/>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Text Placeholder 6">
            <a:extLst>
              <a:ext uri="{FF2B5EF4-FFF2-40B4-BE49-F238E27FC236}">
                <a16:creationId xmlns:a16="http://schemas.microsoft.com/office/drawing/2014/main" id="{220EB49A-A353-97BC-A71A-1B6330027D48}"/>
              </a:ext>
            </a:extLst>
          </p:cNvPr>
          <p:cNvSpPr>
            <a:spLocks noGrp="1"/>
          </p:cNvSpPr>
          <p:nvPr>
            <p:ph type="body" sz="quarter" idx="60" hasCustomPrompt="1"/>
          </p:nvPr>
        </p:nvSpPr>
        <p:spPr>
          <a:xfrm>
            <a:off x="8974770" y="2487054"/>
            <a:ext cx="2377440" cy="329184"/>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2" name="Text Placeholder 6">
            <a:extLst>
              <a:ext uri="{FF2B5EF4-FFF2-40B4-BE49-F238E27FC236}">
                <a16:creationId xmlns:a16="http://schemas.microsoft.com/office/drawing/2014/main" id="{56BC8D48-83CC-5154-F76E-89AEC7BB65E9}"/>
              </a:ext>
            </a:extLst>
          </p:cNvPr>
          <p:cNvSpPr>
            <a:spLocks noGrp="1"/>
          </p:cNvSpPr>
          <p:nvPr>
            <p:ph type="body" sz="quarter" idx="61" hasCustomPrompt="1"/>
          </p:nvPr>
        </p:nvSpPr>
        <p:spPr>
          <a:xfrm>
            <a:off x="839786" y="2344787"/>
            <a:ext cx="2377440" cy="18288"/>
          </a:xfrm>
          <a:prstGeom prst="rect">
            <a:avLst/>
          </a:prstGeom>
          <a:gradFill>
            <a:gsLst>
              <a:gs pos="0">
                <a:srgbClr val="E5BFC2"/>
              </a:gs>
              <a:gs pos="35000">
                <a:srgbClr val="EA5362"/>
              </a:gs>
              <a:gs pos="70000">
                <a:srgbClr val="A83167"/>
              </a:gs>
              <a:gs pos="100000">
                <a:srgbClr val="451C8D"/>
              </a:gs>
            </a:gsLst>
            <a:lin ang="0" scaled="1"/>
          </a:gradFill>
        </p:spPr>
        <p:txBody>
          <a:bodyPr wrap="square" tIns="0" anchor="b">
            <a:spAutoFit/>
          </a:bodyPr>
          <a:lstStyle>
            <a:lvl1pPr marL="0" indent="0">
              <a:buNone/>
              <a:defRPr sz="1200" b="1" cap="none" baseline="0"/>
            </a:lvl1pPr>
          </a:lstStyle>
          <a:p>
            <a:pPr lvl="0"/>
            <a:r>
              <a:rPr lang="en-US"/>
              <a:t> </a:t>
            </a:r>
          </a:p>
        </p:txBody>
      </p:sp>
      <p:sp>
        <p:nvSpPr>
          <p:cNvPr id="3" name="Text Placeholder 6">
            <a:extLst>
              <a:ext uri="{FF2B5EF4-FFF2-40B4-BE49-F238E27FC236}">
                <a16:creationId xmlns:a16="http://schemas.microsoft.com/office/drawing/2014/main" id="{1740A58C-5125-913C-F340-C42F047A134A}"/>
              </a:ext>
            </a:extLst>
          </p:cNvPr>
          <p:cNvSpPr>
            <a:spLocks noGrp="1"/>
          </p:cNvSpPr>
          <p:nvPr>
            <p:ph type="body" sz="quarter" idx="62" hasCustomPrompt="1"/>
          </p:nvPr>
        </p:nvSpPr>
        <p:spPr>
          <a:xfrm>
            <a:off x="3551447" y="2344787"/>
            <a:ext cx="2377440" cy="18288"/>
          </a:xfrm>
          <a:prstGeom prst="rect">
            <a:avLst/>
          </a:prstGeom>
          <a:gradFill>
            <a:gsLst>
              <a:gs pos="0">
                <a:srgbClr val="E5BFC2"/>
              </a:gs>
              <a:gs pos="35000">
                <a:srgbClr val="EA5362"/>
              </a:gs>
              <a:gs pos="70000">
                <a:srgbClr val="A83167"/>
              </a:gs>
              <a:gs pos="100000">
                <a:srgbClr val="451C8D"/>
              </a:gs>
            </a:gsLst>
            <a:lin ang="0" scaled="1"/>
          </a:gradFill>
        </p:spPr>
        <p:txBody>
          <a:bodyPr wrap="square" tIns="0" anchor="b">
            <a:spAutoFit/>
          </a:bodyPr>
          <a:lstStyle>
            <a:lvl1pPr marL="0" indent="0">
              <a:buNone/>
              <a:defRPr sz="1200" b="1" cap="none" baseline="0"/>
            </a:lvl1pPr>
          </a:lstStyle>
          <a:p>
            <a:pPr lvl="0"/>
            <a:r>
              <a:rPr lang="en-US"/>
              <a:t> </a:t>
            </a:r>
          </a:p>
        </p:txBody>
      </p:sp>
      <p:sp>
        <p:nvSpPr>
          <p:cNvPr id="5" name="Text Placeholder 6">
            <a:extLst>
              <a:ext uri="{FF2B5EF4-FFF2-40B4-BE49-F238E27FC236}">
                <a16:creationId xmlns:a16="http://schemas.microsoft.com/office/drawing/2014/main" id="{5A4D55F4-9618-B195-8EF9-6B04617C190A}"/>
              </a:ext>
            </a:extLst>
          </p:cNvPr>
          <p:cNvSpPr>
            <a:spLocks noGrp="1"/>
          </p:cNvSpPr>
          <p:nvPr>
            <p:ph type="body" sz="quarter" idx="63" hasCustomPrompt="1"/>
          </p:nvPr>
        </p:nvSpPr>
        <p:spPr>
          <a:xfrm>
            <a:off x="6263108" y="2344787"/>
            <a:ext cx="2377440" cy="18288"/>
          </a:xfrm>
          <a:prstGeom prst="rect">
            <a:avLst/>
          </a:prstGeom>
          <a:gradFill flip="none" rotWithShape="1">
            <a:gsLst>
              <a:gs pos="0">
                <a:srgbClr val="E5BFC2"/>
              </a:gs>
              <a:gs pos="35000">
                <a:srgbClr val="EA5362"/>
              </a:gs>
              <a:gs pos="70000">
                <a:srgbClr val="A83167"/>
              </a:gs>
              <a:gs pos="100000">
                <a:srgbClr val="451C8D"/>
              </a:gs>
            </a:gsLst>
            <a:lin ang="0" scaled="1"/>
            <a:tileRect/>
          </a:gradFill>
        </p:spPr>
        <p:txBody>
          <a:bodyPr wrap="square" tIns="0" anchor="b">
            <a:spAutoFit/>
          </a:bodyPr>
          <a:lstStyle>
            <a:lvl1pPr marL="0" indent="0">
              <a:buNone/>
              <a:defRPr sz="1200" b="1" cap="none" baseline="0"/>
            </a:lvl1pPr>
          </a:lstStyle>
          <a:p>
            <a:pPr lvl="0"/>
            <a:r>
              <a:rPr lang="en-US"/>
              <a:t> </a:t>
            </a:r>
          </a:p>
        </p:txBody>
      </p:sp>
      <p:sp>
        <p:nvSpPr>
          <p:cNvPr id="7" name="Text Placeholder 6">
            <a:extLst>
              <a:ext uri="{FF2B5EF4-FFF2-40B4-BE49-F238E27FC236}">
                <a16:creationId xmlns:a16="http://schemas.microsoft.com/office/drawing/2014/main" id="{37AFDAE1-9FAB-5E8B-CFD3-D078964E02B3}"/>
              </a:ext>
            </a:extLst>
          </p:cNvPr>
          <p:cNvSpPr>
            <a:spLocks noGrp="1"/>
          </p:cNvSpPr>
          <p:nvPr>
            <p:ph type="body" sz="quarter" idx="64" hasCustomPrompt="1"/>
          </p:nvPr>
        </p:nvSpPr>
        <p:spPr>
          <a:xfrm>
            <a:off x="8974770" y="2344787"/>
            <a:ext cx="2377440" cy="18288"/>
          </a:xfrm>
          <a:prstGeom prst="rect">
            <a:avLst/>
          </a:prstGeom>
          <a:gradFill>
            <a:gsLst>
              <a:gs pos="0">
                <a:srgbClr val="E5BFC2"/>
              </a:gs>
              <a:gs pos="35000">
                <a:srgbClr val="EA5362"/>
              </a:gs>
              <a:gs pos="70000">
                <a:srgbClr val="A83167"/>
              </a:gs>
              <a:gs pos="100000">
                <a:srgbClr val="451C8D"/>
              </a:gs>
            </a:gsLst>
            <a:lin ang="0" scaled="1"/>
          </a:gradFill>
        </p:spPr>
        <p:txBody>
          <a:bodyPr wrap="square" tIns="0" anchor="b">
            <a:spAutoFit/>
          </a:bodyPr>
          <a:lstStyle>
            <a:lvl1pPr marL="0" indent="0">
              <a:buNone/>
              <a:defRPr sz="1200" b="1" cap="none" baseline="0"/>
            </a:lvl1pPr>
          </a:lstStyle>
          <a:p>
            <a:pPr lvl="0"/>
            <a:r>
              <a:rPr lang="en-US"/>
              <a:t> </a:t>
            </a:r>
          </a:p>
        </p:txBody>
      </p:sp>
      <p:sp>
        <p:nvSpPr>
          <p:cNvPr id="18" name="Text Placeholder 3">
            <a:extLst>
              <a:ext uri="{FF2B5EF4-FFF2-40B4-BE49-F238E27FC236}">
                <a16:creationId xmlns:a16="http://schemas.microsoft.com/office/drawing/2014/main" id="{B226B7B0-FD05-E882-FCAE-36319D6FE202}"/>
              </a:ext>
            </a:extLst>
          </p:cNvPr>
          <p:cNvSpPr>
            <a:spLocks noGrp="1"/>
          </p:cNvSpPr>
          <p:nvPr>
            <p:ph type="body" sz="quarter" idx="144" hasCustomPrompt="1"/>
          </p:nvPr>
        </p:nvSpPr>
        <p:spPr>
          <a:xfrm>
            <a:off x="839787" y="269874"/>
            <a:ext cx="10515600" cy="832104"/>
          </a:xfrm>
          <a:prstGeom prst="rect">
            <a:avLst/>
          </a:prstGeom>
        </p:spPr>
        <p:txBody>
          <a:bodyPr wrap="square" anchor="b"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29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title</a:t>
            </a:r>
          </a:p>
        </p:txBody>
      </p:sp>
      <p:sp>
        <p:nvSpPr>
          <p:cNvPr id="19" name="Text Placeholder 3">
            <a:extLst>
              <a:ext uri="{FF2B5EF4-FFF2-40B4-BE49-F238E27FC236}">
                <a16:creationId xmlns:a16="http://schemas.microsoft.com/office/drawing/2014/main" id="{B2DEC358-6CDB-7962-E078-8593066EB372}"/>
              </a:ext>
            </a:extLst>
          </p:cNvPr>
          <p:cNvSpPr>
            <a:spLocks noGrp="1"/>
          </p:cNvSpPr>
          <p:nvPr>
            <p:ph type="body" sz="quarter" idx="145" hasCustomPrompt="1"/>
          </p:nvPr>
        </p:nvSpPr>
        <p:spPr>
          <a:xfrm>
            <a:off x="839787" y="1162440"/>
            <a:ext cx="10515600" cy="192024"/>
          </a:xfrm>
          <a:prstGeom prst="rect">
            <a:avLst/>
          </a:prstGeom>
        </p:spPr>
        <p:txBody>
          <a:bodyPr wrap="square" anchor="t"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4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subtitle</a:t>
            </a:r>
          </a:p>
        </p:txBody>
      </p:sp>
    </p:spTree>
    <p:extLst>
      <p:ext uri="{BB962C8B-B14F-4D97-AF65-F5344CB8AC3E}">
        <p14:creationId xmlns:p14="http://schemas.microsoft.com/office/powerpoint/2010/main" val="3490027834"/>
      </p:ext>
    </p:extLst>
  </p:cSld>
  <p:clrMapOvr>
    <a:masterClrMapping/>
  </p:clrMapOvr>
  <p:hf sldNum="0" hdr="0" ftr="0" dt="0"/>
  <p:extLst>
    <p:ext uri="{DCECCB84-F9BA-43D5-87BE-67443E8EF086}">
      <p15:sldGuideLst xmlns:p15="http://schemas.microsoft.com/office/powerpoint/2012/main"/>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5 x content w/ gradient line">
    <p:spTree>
      <p:nvGrpSpPr>
        <p:cNvPr id="1" name=""/>
        <p:cNvGrpSpPr/>
        <p:nvPr/>
      </p:nvGrpSpPr>
      <p:grpSpPr>
        <a:xfrm>
          <a:off x="0" y="0"/>
          <a:ext cx="0" cy="0"/>
          <a:chOff x="0" y="0"/>
          <a:chExt cx="0" cy="0"/>
        </a:xfrm>
      </p:grpSpPr>
      <p:sp>
        <p:nvSpPr>
          <p:cNvPr id="8" name="Content Placeholder 7">
            <a:extLst>
              <a:ext uri="{FF2B5EF4-FFF2-40B4-BE49-F238E27FC236}">
                <a16:creationId xmlns:a16="http://schemas.microsoft.com/office/drawing/2014/main" id="{69050904-A4D8-6621-D397-15DFB61E865F}"/>
              </a:ext>
            </a:extLst>
          </p:cNvPr>
          <p:cNvSpPr>
            <a:spLocks noGrp="1"/>
          </p:cNvSpPr>
          <p:nvPr>
            <p:ph sz="quarter" idx="22"/>
          </p:nvPr>
        </p:nvSpPr>
        <p:spPr>
          <a:xfrm>
            <a:off x="839786" y="2973311"/>
            <a:ext cx="1965960" cy="2171637"/>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6">
            <a:extLst>
              <a:ext uri="{FF2B5EF4-FFF2-40B4-BE49-F238E27FC236}">
                <a16:creationId xmlns:a16="http://schemas.microsoft.com/office/drawing/2014/main" id="{CA2D2715-400D-E306-204F-8A6D2454C95C}"/>
              </a:ext>
            </a:extLst>
          </p:cNvPr>
          <p:cNvSpPr>
            <a:spLocks noGrp="1"/>
          </p:cNvSpPr>
          <p:nvPr>
            <p:ph type="body" sz="quarter" idx="42" hasCustomPrompt="1"/>
          </p:nvPr>
        </p:nvSpPr>
        <p:spPr>
          <a:xfrm>
            <a:off x="839786" y="2487054"/>
            <a:ext cx="1965960" cy="329184"/>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10" name="Content Placeholder 7">
            <a:extLst>
              <a:ext uri="{FF2B5EF4-FFF2-40B4-BE49-F238E27FC236}">
                <a16:creationId xmlns:a16="http://schemas.microsoft.com/office/drawing/2014/main" id="{D0308639-BCAF-FC81-8164-B6F989AE3E54}"/>
              </a:ext>
            </a:extLst>
          </p:cNvPr>
          <p:cNvSpPr>
            <a:spLocks noGrp="1"/>
          </p:cNvSpPr>
          <p:nvPr>
            <p:ph sz="quarter" idx="55"/>
          </p:nvPr>
        </p:nvSpPr>
        <p:spPr>
          <a:xfrm>
            <a:off x="2976402" y="2973311"/>
            <a:ext cx="1965960" cy="2171637"/>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Text Placeholder 6">
            <a:extLst>
              <a:ext uri="{FF2B5EF4-FFF2-40B4-BE49-F238E27FC236}">
                <a16:creationId xmlns:a16="http://schemas.microsoft.com/office/drawing/2014/main" id="{04464A78-C54B-1E2E-2988-E780E9ADE8DF}"/>
              </a:ext>
            </a:extLst>
          </p:cNvPr>
          <p:cNvSpPr>
            <a:spLocks noGrp="1"/>
          </p:cNvSpPr>
          <p:nvPr>
            <p:ph type="body" sz="quarter" idx="56" hasCustomPrompt="1"/>
          </p:nvPr>
        </p:nvSpPr>
        <p:spPr>
          <a:xfrm>
            <a:off x="2976402" y="2487054"/>
            <a:ext cx="1965960" cy="329184"/>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12" name="Content Placeholder 7">
            <a:extLst>
              <a:ext uri="{FF2B5EF4-FFF2-40B4-BE49-F238E27FC236}">
                <a16:creationId xmlns:a16="http://schemas.microsoft.com/office/drawing/2014/main" id="{B6586D22-268F-2ED1-EE8D-B805CAEC749A}"/>
              </a:ext>
            </a:extLst>
          </p:cNvPr>
          <p:cNvSpPr>
            <a:spLocks noGrp="1"/>
          </p:cNvSpPr>
          <p:nvPr>
            <p:ph sz="quarter" idx="57"/>
          </p:nvPr>
        </p:nvSpPr>
        <p:spPr>
          <a:xfrm>
            <a:off x="5113018" y="2973311"/>
            <a:ext cx="1965960" cy="2171637"/>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ext Placeholder 6">
            <a:extLst>
              <a:ext uri="{FF2B5EF4-FFF2-40B4-BE49-F238E27FC236}">
                <a16:creationId xmlns:a16="http://schemas.microsoft.com/office/drawing/2014/main" id="{F9903C0D-8629-1E86-0A3E-7F822E0D5B88}"/>
              </a:ext>
            </a:extLst>
          </p:cNvPr>
          <p:cNvSpPr>
            <a:spLocks noGrp="1"/>
          </p:cNvSpPr>
          <p:nvPr>
            <p:ph type="body" sz="quarter" idx="58" hasCustomPrompt="1"/>
          </p:nvPr>
        </p:nvSpPr>
        <p:spPr>
          <a:xfrm>
            <a:off x="5113018" y="2487054"/>
            <a:ext cx="1965960" cy="329184"/>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15" name="Content Placeholder 7">
            <a:extLst>
              <a:ext uri="{FF2B5EF4-FFF2-40B4-BE49-F238E27FC236}">
                <a16:creationId xmlns:a16="http://schemas.microsoft.com/office/drawing/2014/main" id="{282E2AAC-64C5-4696-75DA-66206FC4DDEB}"/>
              </a:ext>
            </a:extLst>
          </p:cNvPr>
          <p:cNvSpPr>
            <a:spLocks noGrp="1"/>
          </p:cNvSpPr>
          <p:nvPr>
            <p:ph sz="quarter" idx="59"/>
          </p:nvPr>
        </p:nvSpPr>
        <p:spPr>
          <a:xfrm>
            <a:off x="7249634" y="2973311"/>
            <a:ext cx="1965960" cy="2171637"/>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Text Placeholder 6">
            <a:extLst>
              <a:ext uri="{FF2B5EF4-FFF2-40B4-BE49-F238E27FC236}">
                <a16:creationId xmlns:a16="http://schemas.microsoft.com/office/drawing/2014/main" id="{220EB49A-A353-97BC-A71A-1B6330027D48}"/>
              </a:ext>
            </a:extLst>
          </p:cNvPr>
          <p:cNvSpPr>
            <a:spLocks noGrp="1"/>
          </p:cNvSpPr>
          <p:nvPr>
            <p:ph type="body" sz="quarter" idx="60" hasCustomPrompt="1"/>
          </p:nvPr>
        </p:nvSpPr>
        <p:spPr>
          <a:xfrm>
            <a:off x="7249634" y="2487054"/>
            <a:ext cx="1965960" cy="329184"/>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2" name="Text Placeholder 6">
            <a:extLst>
              <a:ext uri="{FF2B5EF4-FFF2-40B4-BE49-F238E27FC236}">
                <a16:creationId xmlns:a16="http://schemas.microsoft.com/office/drawing/2014/main" id="{56BC8D48-83CC-5154-F76E-89AEC7BB65E9}"/>
              </a:ext>
            </a:extLst>
          </p:cNvPr>
          <p:cNvSpPr>
            <a:spLocks noGrp="1"/>
          </p:cNvSpPr>
          <p:nvPr>
            <p:ph type="body" sz="quarter" idx="61" hasCustomPrompt="1"/>
          </p:nvPr>
        </p:nvSpPr>
        <p:spPr>
          <a:xfrm>
            <a:off x="839786" y="2344787"/>
            <a:ext cx="1965960" cy="18288"/>
          </a:xfrm>
          <a:prstGeom prst="rect">
            <a:avLst/>
          </a:prstGeom>
          <a:gradFill>
            <a:gsLst>
              <a:gs pos="0">
                <a:srgbClr val="E5BFC2"/>
              </a:gs>
              <a:gs pos="35000">
                <a:srgbClr val="EA5362"/>
              </a:gs>
              <a:gs pos="70000">
                <a:srgbClr val="A83167"/>
              </a:gs>
              <a:gs pos="100000">
                <a:srgbClr val="451C8D"/>
              </a:gs>
            </a:gsLst>
            <a:lin ang="0" scaled="1"/>
          </a:gradFill>
        </p:spPr>
        <p:txBody>
          <a:bodyPr wrap="square" tIns="0" anchor="b">
            <a:spAutoFit/>
          </a:bodyPr>
          <a:lstStyle>
            <a:lvl1pPr marL="0" indent="0">
              <a:buNone/>
              <a:defRPr sz="1200" b="1" cap="none" baseline="0"/>
            </a:lvl1pPr>
          </a:lstStyle>
          <a:p>
            <a:pPr lvl="0"/>
            <a:r>
              <a:rPr lang="en-US"/>
              <a:t> </a:t>
            </a:r>
          </a:p>
        </p:txBody>
      </p:sp>
      <p:sp>
        <p:nvSpPr>
          <p:cNvPr id="3" name="Text Placeholder 6">
            <a:extLst>
              <a:ext uri="{FF2B5EF4-FFF2-40B4-BE49-F238E27FC236}">
                <a16:creationId xmlns:a16="http://schemas.microsoft.com/office/drawing/2014/main" id="{1740A58C-5125-913C-F340-C42F047A134A}"/>
              </a:ext>
            </a:extLst>
          </p:cNvPr>
          <p:cNvSpPr>
            <a:spLocks noGrp="1"/>
          </p:cNvSpPr>
          <p:nvPr>
            <p:ph type="body" sz="quarter" idx="62" hasCustomPrompt="1"/>
          </p:nvPr>
        </p:nvSpPr>
        <p:spPr>
          <a:xfrm>
            <a:off x="2976402" y="2344787"/>
            <a:ext cx="1965960" cy="18288"/>
          </a:xfrm>
          <a:prstGeom prst="rect">
            <a:avLst/>
          </a:prstGeom>
          <a:gradFill>
            <a:gsLst>
              <a:gs pos="0">
                <a:srgbClr val="E5BFC2"/>
              </a:gs>
              <a:gs pos="35000">
                <a:srgbClr val="EA5362"/>
              </a:gs>
              <a:gs pos="70000">
                <a:srgbClr val="A83167"/>
              </a:gs>
              <a:gs pos="100000">
                <a:srgbClr val="451C8D"/>
              </a:gs>
            </a:gsLst>
            <a:lin ang="0" scaled="1"/>
          </a:gradFill>
        </p:spPr>
        <p:txBody>
          <a:bodyPr wrap="square" tIns="0" anchor="b">
            <a:spAutoFit/>
          </a:bodyPr>
          <a:lstStyle>
            <a:lvl1pPr marL="0" indent="0">
              <a:buNone/>
              <a:defRPr sz="1200" b="1" cap="none" baseline="0"/>
            </a:lvl1pPr>
          </a:lstStyle>
          <a:p>
            <a:pPr lvl="0"/>
            <a:r>
              <a:rPr lang="en-US"/>
              <a:t> </a:t>
            </a:r>
          </a:p>
        </p:txBody>
      </p:sp>
      <p:sp>
        <p:nvSpPr>
          <p:cNvPr id="5" name="Text Placeholder 6">
            <a:extLst>
              <a:ext uri="{FF2B5EF4-FFF2-40B4-BE49-F238E27FC236}">
                <a16:creationId xmlns:a16="http://schemas.microsoft.com/office/drawing/2014/main" id="{5A4D55F4-9618-B195-8EF9-6B04617C190A}"/>
              </a:ext>
            </a:extLst>
          </p:cNvPr>
          <p:cNvSpPr>
            <a:spLocks noGrp="1"/>
          </p:cNvSpPr>
          <p:nvPr>
            <p:ph type="body" sz="quarter" idx="63" hasCustomPrompt="1"/>
          </p:nvPr>
        </p:nvSpPr>
        <p:spPr>
          <a:xfrm>
            <a:off x="5113018" y="2344787"/>
            <a:ext cx="1965960" cy="18288"/>
          </a:xfrm>
          <a:prstGeom prst="rect">
            <a:avLst/>
          </a:prstGeom>
          <a:gradFill flip="none" rotWithShape="1">
            <a:gsLst>
              <a:gs pos="0">
                <a:srgbClr val="E5BFC2"/>
              </a:gs>
              <a:gs pos="35000">
                <a:srgbClr val="EA5362"/>
              </a:gs>
              <a:gs pos="70000">
                <a:srgbClr val="A83167"/>
              </a:gs>
              <a:gs pos="100000">
                <a:srgbClr val="451C8D"/>
              </a:gs>
            </a:gsLst>
            <a:lin ang="0" scaled="1"/>
            <a:tileRect/>
          </a:gradFill>
        </p:spPr>
        <p:txBody>
          <a:bodyPr wrap="square" tIns="0" anchor="b">
            <a:spAutoFit/>
          </a:bodyPr>
          <a:lstStyle>
            <a:lvl1pPr marL="0" indent="0">
              <a:buNone/>
              <a:defRPr sz="1200" b="1" cap="none" baseline="0"/>
            </a:lvl1pPr>
          </a:lstStyle>
          <a:p>
            <a:pPr lvl="0"/>
            <a:r>
              <a:rPr lang="en-US"/>
              <a:t> </a:t>
            </a:r>
          </a:p>
        </p:txBody>
      </p:sp>
      <p:sp>
        <p:nvSpPr>
          <p:cNvPr id="7" name="Text Placeholder 6">
            <a:extLst>
              <a:ext uri="{FF2B5EF4-FFF2-40B4-BE49-F238E27FC236}">
                <a16:creationId xmlns:a16="http://schemas.microsoft.com/office/drawing/2014/main" id="{37AFDAE1-9FAB-5E8B-CFD3-D078964E02B3}"/>
              </a:ext>
            </a:extLst>
          </p:cNvPr>
          <p:cNvSpPr>
            <a:spLocks noGrp="1"/>
          </p:cNvSpPr>
          <p:nvPr>
            <p:ph type="body" sz="quarter" idx="64" hasCustomPrompt="1"/>
          </p:nvPr>
        </p:nvSpPr>
        <p:spPr>
          <a:xfrm>
            <a:off x="7249634" y="2344787"/>
            <a:ext cx="1965960" cy="18288"/>
          </a:xfrm>
          <a:prstGeom prst="rect">
            <a:avLst/>
          </a:prstGeom>
          <a:gradFill>
            <a:gsLst>
              <a:gs pos="0">
                <a:srgbClr val="E5BFC2"/>
              </a:gs>
              <a:gs pos="35000">
                <a:srgbClr val="EA5362"/>
              </a:gs>
              <a:gs pos="70000">
                <a:srgbClr val="A83167"/>
              </a:gs>
              <a:gs pos="100000">
                <a:srgbClr val="451C8D"/>
              </a:gs>
            </a:gsLst>
            <a:lin ang="0" scaled="1"/>
          </a:gradFill>
        </p:spPr>
        <p:txBody>
          <a:bodyPr wrap="square" tIns="0" anchor="b">
            <a:spAutoFit/>
          </a:bodyPr>
          <a:lstStyle>
            <a:lvl1pPr marL="0" indent="0">
              <a:buNone/>
              <a:defRPr sz="1200" b="1" cap="none" baseline="0"/>
            </a:lvl1pPr>
          </a:lstStyle>
          <a:p>
            <a:pPr lvl="0"/>
            <a:r>
              <a:rPr lang="en-US"/>
              <a:t> </a:t>
            </a:r>
          </a:p>
        </p:txBody>
      </p:sp>
      <p:sp>
        <p:nvSpPr>
          <p:cNvPr id="9" name="Content Placeholder 7">
            <a:extLst>
              <a:ext uri="{FF2B5EF4-FFF2-40B4-BE49-F238E27FC236}">
                <a16:creationId xmlns:a16="http://schemas.microsoft.com/office/drawing/2014/main" id="{0E078ED8-0F3C-0A54-C202-671AD512F1FD}"/>
              </a:ext>
            </a:extLst>
          </p:cNvPr>
          <p:cNvSpPr>
            <a:spLocks noGrp="1"/>
          </p:cNvSpPr>
          <p:nvPr>
            <p:ph sz="quarter" idx="65"/>
          </p:nvPr>
        </p:nvSpPr>
        <p:spPr>
          <a:xfrm>
            <a:off x="9386250" y="2973311"/>
            <a:ext cx="1965960" cy="2171637"/>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Text Placeholder 6">
            <a:extLst>
              <a:ext uri="{FF2B5EF4-FFF2-40B4-BE49-F238E27FC236}">
                <a16:creationId xmlns:a16="http://schemas.microsoft.com/office/drawing/2014/main" id="{F4D2EABC-6FF3-2FDB-2B43-641986FA216F}"/>
              </a:ext>
            </a:extLst>
          </p:cNvPr>
          <p:cNvSpPr>
            <a:spLocks noGrp="1"/>
          </p:cNvSpPr>
          <p:nvPr>
            <p:ph type="body" sz="quarter" idx="66" hasCustomPrompt="1"/>
          </p:nvPr>
        </p:nvSpPr>
        <p:spPr>
          <a:xfrm>
            <a:off x="9386250" y="2487054"/>
            <a:ext cx="1965960" cy="329184"/>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18" name="Text Placeholder 6">
            <a:extLst>
              <a:ext uri="{FF2B5EF4-FFF2-40B4-BE49-F238E27FC236}">
                <a16:creationId xmlns:a16="http://schemas.microsoft.com/office/drawing/2014/main" id="{C165AC3C-FBE0-6FA1-9147-46485BA1CEDE}"/>
              </a:ext>
            </a:extLst>
          </p:cNvPr>
          <p:cNvSpPr>
            <a:spLocks noGrp="1"/>
          </p:cNvSpPr>
          <p:nvPr>
            <p:ph type="body" sz="quarter" idx="67" hasCustomPrompt="1"/>
          </p:nvPr>
        </p:nvSpPr>
        <p:spPr>
          <a:xfrm>
            <a:off x="9386250" y="2344787"/>
            <a:ext cx="1965960" cy="18288"/>
          </a:xfrm>
          <a:prstGeom prst="rect">
            <a:avLst/>
          </a:prstGeom>
          <a:gradFill>
            <a:gsLst>
              <a:gs pos="0">
                <a:srgbClr val="E5BFC2"/>
              </a:gs>
              <a:gs pos="35000">
                <a:srgbClr val="EA5362"/>
              </a:gs>
              <a:gs pos="70000">
                <a:srgbClr val="A83167"/>
              </a:gs>
              <a:gs pos="100000">
                <a:srgbClr val="451C8D"/>
              </a:gs>
            </a:gsLst>
            <a:lin ang="0" scaled="1"/>
          </a:gradFill>
        </p:spPr>
        <p:txBody>
          <a:bodyPr wrap="square" tIns="0" anchor="b">
            <a:spAutoFit/>
          </a:bodyPr>
          <a:lstStyle>
            <a:lvl1pPr marL="0" indent="0">
              <a:buNone/>
              <a:defRPr sz="1200" b="1" cap="none" baseline="0"/>
            </a:lvl1pPr>
          </a:lstStyle>
          <a:p>
            <a:pPr lvl="0"/>
            <a:r>
              <a:rPr lang="en-US"/>
              <a:t> </a:t>
            </a:r>
          </a:p>
        </p:txBody>
      </p:sp>
      <p:sp>
        <p:nvSpPr>
          <p:cNvPr id="21" name="Text Placeholder 3">
            <a:extLst>
              <a:ext uri="{FF2B5EF4-FFF2-40B4-BE49-F238E27FC236}">
                <a16:creationId xmlns:a16="http://schemas.microsoft.com/office/drawing/2014/main" id="{90C0EC77-0044-2B6B-1363-DC50E5C3CF40}"/>
              </a:ext>
            </a:extLst>
          </p:cNvPr>
          <p:cNvSpPr>
            <a:spLocks noGrp="1"/>
          </p:cNvSpPr>
          <p:nvPr>
            <p:ph type="body" sz="quarter" idx="144" hasCustomPrompt="1"/>
          </p:nvPr>
        </p:nvSpPr>
        <p:spPr>
          <a:xfrm>
            <a:off x="839787" y="269874"/>
            <a:ext cx="10515600" cy="832104"/>
          </a:xfrm>
          <a:prstGeom prst="rect">
            <a:avLst/>
          </a:prstGeom>
        </p:spPr>
        <p:txBody>
          <a:bodyPr wrap="square" anchor="b"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29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title</a:t>
            </a:r>
          </a:p>
        </p:txBody>
      </p:sp>
      <p:sp>
        <p:nvSpPr>
          <p:cNvPr id="22" name="Text Placeholder 3">
            <a:extLst>
              <a:ext uri="{FF2B5EF4-FFF2-40B4-BE49-F238E27FC236}">
                <a16:creationId xmlns:a16="http://schemas.microsoft.com/office/drawing/2014/main" id="{3DF2C75F-15BB-4D64-CC20-792B5EEE429B}"/>
              </a:ext>
            </a:extLst>
          </p:cNvPr>
          <p:cNvSpPr>
            <a:spLocks noGrp="1"/>
          </p:cNvSpPr>
          <p:nvPr>
            <p:ph type="body" sz="quarter" idx="145" hasCustomPrompt="1"/>
          </p:nvPr>
        </p:nvSpPr>
        <p:spPr>
          <a:xfrm>
            <a:off x="839787" y="1162440"/>
            <a:ext cx="10515600" cy="192024"/>
          </a:xfrm>
          <a:prstGeom prst="rect">
            <a:avLst/>
          </a:prstGeom>
        </p:spPr>
        <p:txBody>
          <a:bodyPr wrap="square" anchor="t"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4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subtitle</a:t>
            </a:r>
          </a:p>
        </p:txBody>
      </p:sp>
    </p:spTree>
    <p:extLst>
      <p:ext uri="{BB962C8B-B14F-4D97-AF65-F5344CB8AC3E}">
        <p14:creationId xmlns:p14="http://schemas.microsoft.com/office/powerpoint/2010/main" val="3700471995"/>
      </p:ext>
    </p:extLst>
  </p:cSld>
  <p:clrMapOvr>
    <a:masterClrMapping/>
  </p:clrMapOvr>
  <p:hf sldNum="0" hdr="0" ftr="0" dt="0"/>
  <p:extLst>
    <p:ext uri="{DCECCB84-F9BA-43D5-87BE-67443E8EF086}">
      <p15:sldGuideLst xmlns:p15="http://schemas.microsoft.com/office/powerpoint/2012/main"/>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itle and content (blue background)">
    <p:spTree>
      <p:nvGrpSpPr>
        <p:cNvPr id="1" name=""/>
        <p:cNvGrpSpPr/>
        <p:nvPr/>
      </p:nvGrpSpPr>
      <p:grpSpPr>
        <a:xfrm>
          <a:off x="0" y="0"/>
          <a:ext cx="0" cy="0"/>
          <a:chOff x="0" y="0"/>
          <a:chExt cx="0" cy="0"/>
        </a:xfrm>
      </p:grpSpPr>
      <p:pic>
        <p:nvPicPr>
          <p:cNvPr id="2" name="Picture 1" descr="A blue and white gradient&#10;&#10;Description automatically generated">
            <a:extLst>
              <a:ext uri="{FF2B5EF4-FFF2-40B4-BE49-F238E27FC236}">
                <a16:creationId xmlns:a16="http://schemas.microsoft.com/office/drawing/2014/main" id="{6247D425-989F-8B0D-CB9C-BC7963929277}"/>
              </a:ext>
            </a:extLst>
          </p:cNvPr>
          <p:cNvPicPr>
            <a:picLocks noChangeAspect="1"/>
          </p:cNvPicPr>
          <p:nvPr userDrawn="1"/>
        </p:nvPicPr>
        <p:blipFill rotWithShape="1">
          <a:blip r:embed="rId2"/>
          <a:srcRect l="19791" t="1586" r="22186"/>
          <a:stretch/>
        </p:blipFill>
        <p:spPr>
          <a:xfrm rot="10800000">
            <a:off x="0" y="-11458"/>
            <a:ext cx="12192000" cy="6875113"/>
          </a:xfrm>
          <a:prstGeom prst="rect">
            <a:avLst/>
          </a:prstGeom>
        </p:spPr>
      </p:pic>
      <p:sp>
        <p:nvSpPr>
          <p:cNvPr id="8" name="Content Placeholder 7">
            <a:extLst>
              <a:ext uri="{FF2B5EF4-FFF2-40B4-BE49-F238E27FC236}">
                <a16:creationId xmlns:a16="http://schemas.microsoft.com/office/drawing/2014/main" id="{69050904-A4D8-6621-D397-15DFB61E865F}"/>
              </a:ext>
            </a:extLst>
          </p:cNvPr>
          <p:cNvSpPr>
            <a:spLocks noGrp="1"/>
          </p:cNvSpPr>
          <p:nvPr>
            <p:ph sz="quarter" idx="22"/>
          </p:nvPr>
        </p:nvSpPr>
        <p:spPr>
          <a:xfrm>
            <a:off x="839787" y="1850682"/>
            <a:ext cx="10512788" cy="4334218"/>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6">
            <a:extLst>
              <a:ext uri="{FF2B5EF4-FFF2-40B4-BE49-F238E27FC236}">
                <a16:creationId xmlns:a16="http://schemas.microsoft.com/office/drawing/2014/main" id="{CA2D2715-400D-E306-204F-8A6D2454C95C}"/>
              </a:ext>
            </a:extLst>
          </p:cNvPr>
          <p:cNvSpPr>
            <a:spLocks noGrp="1"/>
          </p:cNvSpPr>
          <p:nvPr>
            <p:ph type="body" sz="quarter" idx="42" hasCustomPrompt="1"/>
          </p:nvPr>
        </p:nvSpPr>
        <p:spPr>
          <a:xfrm>
            <a:off x="839787" y="1608869"/>
            <a:ext cx="10512788" cy="166199"/>
          </a:xfrm>
          <a:prstGeom prst="rect">
            <a:avLst/>
          </a:prstGeom>
        </p:spPr>
        <p:txBody>
          <a:bodyPr wrap="square" tIns="0" anchor="t">
            <a:spAutoFit/>
          </a:bodyPr>
          <a:lstStyle>
            <a:lvl1pPr marL="0" indent="0">
              <a:buNone/>
              <a:defRPr sz="1200" b="1" cap="none" baseline="0"/>
            </a:lvl1pPr>
          </a:lstStyle>
          <a:p>
            <a:pPr lvl="0"/>
            <a:r>
              <a:rPr lang="en-US"/>
              <a:t>CLICK TO ADD TEXT</a:t>
            </a:r>
          </a:p>
        </p:txBody>
      </p:sp>
      <p:pic>
        <p:nvPicPr>
          <p:cNvPr id="3" name="Graphic 2">
            <a:extLst>
              <a:ext uri="{FF2B5EF4-FFF2-40B4-BE49-F238E27FC236}">
                <a16:creationId xmlns:a16="http://schemas.microsoft.com/office/drawing/2014/main" id="{5CE72A2D-1543-0DBB-6047-E9B3A298639F}"/>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839788" y="6323831"/>
            <a:ext cx="1149756" cy="228489"/>
          </a:xfrm>
          <a:prstGeom prst="rect">
            <a:avLst/>
          </a:prstGeom>
        </p:spPr>
      </p:pic>
      <p:sp>
        <p:nvSpPr>
          <p:cNvPr id="9" name="Text Placeholder 3">
            <a:extLst>
              <a:ext uri="{FF2B5EF4-FFF2-40B4-BE49-F238E27FC236}">
                <a16:creationId xmlns:a16="http://schemas.microsoft.com/office/drawing/2014/main" id="{C6F68ACA-0053-5A10-7A51-F71E6E0D8F20}"/>
              </a:ext>
            </a:extLst>
          </p:cNvPr>
          <p:cNvSpPr>
            <a:spLocks noGrp="1"/>
          </p:cNvSpPr>
          <p:nvPr>
            <p:ph type="body" sz="quarter" idx="144" hasCustomPrompt="1"/>
          </p:nvPr>
        </p:nvSpPr>
        <p:spPr>
          <a:xfrm>
            <a:off x="839787" y="269874"/>
            <a:ext cx="10515600" cy="832104"/>
          </a:xfrm>
          <a:prstGeom prst="rect">
            <a:avLst/>
          </a:prstGeom>
        </p:spPr>
        <p:txBody>
          <a:bodyPr wrap="square" anchor="b"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29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title</a:t>
            </a:r>
          </a:p>
        </p:txBody>
      </p:sp>
      <p:sp>
        <p:nvSpPr>
          <p:cNvPr id="10" name="Text Placeholder 3">
            <a:extLst>
              <a:ext uri="{FF2B5EF4-FFF2-40B4-BE49-F238E27FC236}">
                <a16:creationId xmlns:a16="http://schemas.microsoft.com/office/drawing/2014/main" id="{75DAF3E6-E254-1824-0D25-99D8014D8C9B}"/>
              </a:ext>
            </a:extLst>
          </p:cNvPr>
          <p:cNvSpPr>
            <a:spLocks noGrp="1"/>
          </p:cNvSpPr>
          <p:nvPr>
            <p:ph type="body" sz="quarter" idx="145" hasCustomPrompt="1"/>
          </p:nvPr>
        </p:nvSpPr>
        <p:spPr>
          <a:xfrm>
            <a:off x="839787" y="1162440"/>
            <a:ext cx="10515600" cy="192024"/>
          </a:xfrm>
          <a:prstGeom prst="rect">
            <a:avLst/>
          </a:prstGeom>
        </p:spPr>
        <p:txBody>
          <a:bodyPr wrap="square" anchor="t"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4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subtitle</a:t>
            </a:r>
          </a:p>
        </p:txBody>
      </p:sp>
      <p:sp>
        <p:nvSpPr>
          <p:cNvPr id="11" name="Slide Number Placeholder 5">
            <a:extLst>
              <a:ext uri="{FF2B5EF4-FFF2-40B4-BE49-F238E27FC236}">
                <a16:creationId xmlns:a16="http://schemas.microsoft.com/office/drawing/2014/main" id="{0D8DAAE7-D0BD-E9DE-2A28-BE6854C12952}"/>
              </a:ext>
            </a:extLst>
          </p:cNvPr>
          <p:cNvSpPr txBox="1">
            <a:spLocks/>
          </p:cNvSpPr>
          <p:nvPr userDrawn="1"/>
        </p:nvSpPr>
        <p:spPr>
          <a:xfrm>
            <a:off x="11515725" y="6355897"/>
            <a:ext cx="320675" cy="153888"/>
          </a:xfrm>
          <a:prstGeom prst="rect">
            <a:avLst/>
          </a:prstGeom>
        </p:spPr>
        <p:txBody>
          <a:bodyPr vert="horz" wrap="square" lIns="0" tIns="0" rIns="0" bIns="0" rtlCol="0" anchor="ctr">
            <a:spAutoFit/>
          </a:bodyPr>
          <a:lstStyle>
            <a:defPPr>
              <a:defRPr lang="en-US"/>
            </a:defPPr>
            <a:lvl1pPr marL="0" algn="r" defTabSz="914400" rtl="0" eaLnBrk="1" latinLnBrk="0" hangingPunct="1">
              <a:defRPr sz="1000" kern="1200">
                <a:solidFill>
                  <a:srgbClr val="FF00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EA29875-719B-4A39-A51C-7BDD87443D68}" type="slidenum">
              <a:rPr lang="en-US" smtClean="0">
                <a:solidFill>
                  <a:schemeClr val="tx1"/>
                </a:solidFill>
              </a:rPr>
              <a:pPr/>
              <a:t>‹#›</a:t>
            </a:fld>
            <a:endParaRPr lang="en-US">
              <a:solidFill>
                <a:schemeClr val="tx1"/>
              </a:solidFill>
            </a:endParaRPr>
          </a:p>
        </p:txBody>
      </p:sp>
      <p:sp>
        <p:nvSpPr>
          <p:cNvPr id="12" name="Slide Number Placeholder 5">
            <a:extLst>
              <a:ext uri="{FF2B5EF4-FFF2-40B4-BE49-F238E27FC236}">
                <a16:creationId xmlns:a16="http://schemas.microsoft.com/office/drawing/2014/main" id="{06E0B410-C872-EB7D-9AA1-21C8FD5ADF29}"/>
              </a:ext>
            </a:extLst>
          </p:cNvPr>
          <p:cNvSpPr>
            <a:spLocks noGrp="1"/>
          </p:cNvSpPr>
          <p:nvPr>
            <p:ph type="sldNum" sz="quarter" idx="4"/>
          </p:nvPr>
        </p:nvSpPr>
        <p:spPr>
          <a:xfrm>
            <a:off x="11515725" y="6355897"/>
            <a:ext cx="320675" cy="153888"/>
          </a:xfrm>
          <a:prstGeom prst="rect">
            <a:avLst/>
          </a:prstGeom>
        </p:spPr>
        <p:txBody>
          <a:bodyPr vert="horz" wrap="square" lIns="0" tIns="0" rIns="0" bIns="0" rtlCol="0" anchor="ctr">
            <a:spAutoFit/>
          </a:bodyPr>
          <a:lstStyle>
            <a:lvl1pPr algn="r">
              <a:defRPr sz="1000">
                <a:solidFill>
                  <a:schemeClr val="tx1"/>
                </a:solidFill>
              </a:defRPr>
            </a:lvl1pPr>
          </a:lstStyle>
          <a:p>
            <a:fld id="{5EA29875-719B-4A39-A51C-7BDD87443D68}" type="slidenum">
              <a:rPr lang="en-US" smtClean="0"/>
              <a:pPr/>
              <a:t>‹#›</a:t>
            </a:fld>
            <a:endParaRPr lang="en-US"/>
          </a:p>
        </p:txBody>
      </p:sp>
      <p:sp>
        <p:nvSpPr>
          <p:cNvPr id="13" name="Slide Number Placeholder 5">
            <a:extLst>
              <a:ext uri="{FF2B5EF4-FFF2-40B4-BE49-F238E27FC236}">
                <a16:creationId xmlns:a16="http://schemas.microsoft.com/office/drawing/2014/main" id="{DA1CB924-B29D-707D-1D66-84501387C839}"/>
              </a:ext>
            </a:extLst>
          </p:cNvPr>
          <p:cNvSpPr txBox="1">
            <a:spLocks/>
          </p:cNvSpPr>
          <p:nvPr userDrawn="1"/>
        </p:nvSpPr>
        <p:spPr>
          <a:xfrm>
            <a:off x="11515725" y="6355897"/>
            <a:ext cx="320675" cy="153888"/>
          </a:xfrm>
          <a:prstGeom prst="rect">
            <a:avLst/>
          </a:prstGeom>
        </p:spPr>
        <p:txBody>
          <a:bodyPr vert="horz" wrap="square" lIns="0" tIns="0" rIns="0" bIns="0" rtlCol="0" anchor="ctr">
            <a:spAutoFit/>
          </a:bodyPr>
          <a:lstStyle>
            <a:defPPr>
              <a:defRPr lang="en-US"/>
            </a:defPPr>
            <a:lvl1pPr marL="0" algn="r" defTabSz="914400" rtl="0" eaLnBrk="1" latinLnBrk="0" hangingPunct="1">
              <a:defRPr sz="1000" kern="1200">
                <a:solidFill>
                  <a:srgbClr val="FF00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EA29875-719B-4A39-A51C-7BDD87443D68}" type="slidenum">
              <a:rPr lang="en-US" smtClean="0">
                <a:solidFill>
                  <a:schemeClr val="tx1"/>
                </a:solidFill>
              </a:rPr>
              <a:pPr/>
              <a:t>‹#›</a:t>
            </a:fld>
            <a:endParaRPr lang="en-US">
              <a:solidFill>
                <a:schemeClr val="tx1"/>
              </a:solidFill>
            </a:endParaRPr>
          </a:p>
        </p:txBody>
      </p:sp>
    </p:spTree>
    <p:extLst>
      <p:ext uri="{BB962C8B-B14F-4D97-AF65-F5344CB8AC3E}">
        <p14:creationId xmlns:p14="http://schemas.microsoft.com/office/powerpoint/2010/main" val="288195645"/>
      </p:ext>
    </p:extLst>
  </p:cSld>
  <p:clrMapOvr>
    <a:masterClrMapping/>
  </p:clrMapOvr>
  <p:hf sldNum="0" hdr="0" ftr="0" dt="0"/>
  <p:extLst>
    <p:ext uri="{DCECCB84-F9BA-43D5-87BE-67443E8EF086}">
      <p15:sldGuideLst xmlns:p15="http://schemas.microsoft.com/office/powerpoint/2012/main"/>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2 x content (blue background)">
    <p:spTree>
      <p:nvGrpSpPr>
        <p:cNvPr id="1" name=""/>
        <p:cNvGrpSpPr/>
        <p:nvPr/>
      </p:nvGrpSpPr>
      <p:grpSpPr>
        <a:xfrm>
          <a:off x="0" y="0"/>
          <a:ext cx="0" cy="0"/>
          <a:chOff x="0" y="0"/>
          <a:chExt cx="0" cy="0"/>
        </a:xfrm>
      </p:grpSpPr>
      <p:pic>
        <p:nvPicPr>
          <p:cNvPr id="2" name="Picture 1" descr="A blue and white gradient&#10;&#10;Description automatically generated">
            <a:extLst>
              <a:ext uri="{FF2B5EF4-FFF2-40B4-BE49-F238E27FC236}">
                <a16:creationId xmlns:a16="http://schemas.microsoft.com/office/drawing/2014/main" id="{6247D425-989F-8B0D-CB9C-BC7963929277}"/>
              </a:ext>
            </a:extLst>
          </p:cNvPr>
          <p:cNvPicPr>
            <a:picLocks noChangeAspect="1"/>
          </p:cNvPicPr>
          <p:nvPr userDrawn="1"/>
        </p:nvPicPr>
        <p:blipFill rotWithShape="1">
          <a:blip r:embed="rId2"/>
          <a:srcRect l="19791" t="1586" r="22186"/>
          <a:stretch/>
        </p:blipFill>
        <p:spPr>
          <a:xfrm rot="10800000">
            <a:off x="0" y="-11458"/>
            <a:ext cx="12192000" cy="6875113"/>
          </a:xfrm>
          <a:prstGeom prst="rect">
            <a:avLst/>
          </a:prstGeom>
        </p:spPr>
      </p:pic>
      <p:pic>
        <p:nvPicPr>
          <p:cNvPr id="3" name="Graphic 2">
            <a:extLst>
              <a:ext uri="{FF2B5EF4-FFF2-40B4-BE49-F238E27FC236}">
                <a16:creationId xmlns:a16="http://schemas.microsoft.com/office/drawing/2014/main" id="{5CE72A2D-1543-0DBB-6047-E9B3A298639F}"/>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839788" y="6323831"/>
            <a:ext cx="1149756" cy="228489"/>
          </a:xfrm>
          <a:prstGeom prst="rect">
            <a:avLst/>
          </a:prstGeom>
        </p:spPr>
      </p:pic>
      <p:sp>
        <p:nvSpPr>
          <p:cNvPr id="5" name="Content Placeholder 7">
            <a:extLst>
              <a:ext uri="{FF2B5EF4-FFF2-40B4-BE49-F238E27FC236}">
                <a16:creationId xmlns:a16="http://schemas.microsoft.com/office/drawing/2014/main" id="{3377327A-5669-76DE-029A-0336804673B7}"/>
              </a:ext>
            </a:extLst>
          </p:cNvPr>
          <p:cNvSpPr>
            <a:spLocks noGrp="1"/>
          </p:cNvSpPr>
          <p:nvPr>
            <p:ph sz="quarter" idx="22"/>
          </p:nvPr>
        </p:nvSpPr>
        <p:spPr>
          <a:xfrm>
            <a:off x="839787" y="1850682"/>
            <a:ext cx="5084064" cy="4334218"/>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Text Placeholder 6">
            <a:extLst>
              <a:ext uri="{FF2B5EF4-FFF2-40B4-BE49-F238E27FC236}">
                <a16:creationId xmlns:a16="http://schemas.microsoft.com/office/drawing/2014/main" id="{D6B96342-1DA9-A183-C602-227565FBDFBD}"/>
              </a:ext>
            </a:extLst>
          </p:cNvPr>
          <p:cNvSpPr>
            <a:spLocks noGrp="1"/>
          </p:cNvSpPr>
          <p:nvPr>
            <p:ph type="body" sz="quarter" idx="42" hasCustomPrompt="1"/>
          </p:nvPr>
        </p:nvSpPr>
        <p:spPr>
          <a:xfrm>
            <a:off x="839787" y="1608869"/>
            <a:ext cx="5084064" cy="166199"/>
          </a:xfrm>
          <a:prstGeom prst="rect">
            <a:avLst/>
          </a:prstGeom>
        </p:spPr>
        <p:txBody>
          <a:bodyPr vert="horz" wrap="square" lIns="0" tIns="0" rIns="0" bIns="0" rtlCol="0" anchor="t">
            <a:spAutoFit/>
          </a:bodyPr>
          <a:lstStyle>
            <a:lvl1pPr>
              <a:defRPr lang="en-US" b="1" cap="none" baseline="0" dirty="0"/>
            </a:lvl1pPr>
          </a:lstStyle>
          <a:p>
            <a:pPr marL="0" lvl="0" indent="0">
              <a:buNone/>
            </a:pPr>
            <a:r>
              <a:rPr lang="en-US"/>
              <a:t>CLICK TO ADD TEXT</a:t>
            </a:r>
          </a:p>
        </p:txBody>
      </p:sp>
      <p:sp>
        <p:nvSpPr>
          <p:cNvPr id="9" name="Content Placeholder 7">
            <a:extLst>
              <a:ext uri="{FF2B5EF4-FFF2-40B4-BE49-F238E27FC236}">
                <a16:creationId xmlns:a16="http://schemas.microsoft.com/office/drawing/2014/main" id="{C57CD4A1-3C8D-0802-98B3-34F3E87001F1}"/>
              </a:ext>
            </a:extLst>
          </p:cNvPr>
          <p:cNvSpPr>
            <a:spLocks noGrp="1"/>
          </p:cNvSpPr>
          <p:nvPr>
            <p:ph sz="quarter" idx="55"/>
          </p:nvPr>
        </p:nvSpPr>
        <p:spPr>
          <a:xfrm>
            <a:off x="6268511" y="1850682"/>
            <a:ext cx="5084064" cy="4334218"/>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6">
            <a:extLst>
              <a:ext uri="{FF2B5EF4-FFF2-40B4-BE49-F238E27FC236}">
                <a16:creationId xmlns:a16="http://schemas.microsoft.com/office/drawing/2014/main" id="{B07BD374-94E6-9338-24E6-2F2622DE70BC}"/>
              </a:ext>
            </a:extLst>
          </p:cNvPr>
          <p:cNvSpPr>
            <a:spLocks noGrp="1"/>
          </p:cNvSpPr>
          <p:nvPr>
            <p:ph type="body" sz="quarter" idx="56" hasCustomPrompt="1"/>
          </p:nvPr>
        </p:nvSpPr>
        <p:spPr>
          <a:xfrm>
            <a:off x="6268511" y="1608869"/>
            <a:ext cx="5084064" cy="166199"/>
          </a:xfrm>
          <a:prstGeom prst="rect">
            <a:avLst/>
          </a:prstGeom>
        </p:spPr>
        <p:txBody>
          <a:bodyPr vert="horz" wrap="square" lIns="0" tIns="0" rIns="0" bIns="0" rtlCol="0" anchor="t">
            <a:spAutoFit/>
          </a:bodyPr>
          <a:lstStyle>
            <a:lvl1pPr>
              <a:defRPr lang="en-US" b="1" cap="none" baseline="0" dirty="0"/>
            </a:lvl1pPr>
          </a:lstStyle>
          <a:p>
            <a:pPr marL="0" lvl="0" indent="0">
              <a:buNone/>
            </a:pPr>
            <a:r>
              <a:rPr lang="en-US"/>
              <a:t>CLICK TO ADD TEXT</a:t>
            </a:r>
          </a:p>
        </p:txBody>
      </p:sp>
      <p:sp>
        <p:nvSpPr>
          <p:cNvPr id="11" name="Text Placeholder 3">
            <a:extLst>
              <a:ext uri="{FF2B5EF4-FFF2-40B4-BE49-F238E27FC236}">
                <a16:creationId xmlns:a16="http://schemas.microsoft.com/office/drawing/2014/main" id="{A40E949F-779A-E950-35EA-2E7AD5D3C3BE}"/>
              </a:ext>
            </a:extLst>
          </p:cNvPr>
          <p:cNvSpPr>
            <a:spLocks noGrp="1"/>
          </p:cNvSpPr>
          <p:nvPr>
            <p:ph type="body" sz="quarter" idx="144" hasCustomPrompt="1"/>
          </p:nvPr>
        </p:nvSpPr>
        <p:spPr>
          <a:xfrm>
            <a:off x="839787" y="269874"/>
            <a:ext cx="10515600" cy="832104"/>
          </a:xfrm>
          <a:prstGeom prst="rect">
            <a:avLst/>
          </a:prstGeom>
        </p:spPr>
        <p:txBody>
          <a:bodyPr wrap="square" anchor="b"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29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title</a:t>
            </a:r>
          </a:p>
        </p:txBody>
      </p:sp>
      <p:sp>
        <p:nvSpPr>
          <p:cNvPr id="12" name="Text Placeholder 3">
            <a:extLst>
              <a:ext uri="{FF2B5EF4-FFF2-40B4-BE49-F238E27FC236}">
                <a16:creationId xmlns:a16="http://schemas.microsoft.com/office/drawing/2014/main" id="{6D2D794A-1194-6852-06E5-1E6C866096FF}"/>
              </a:ext>
            </a:extLst>
          </p:cNvPr>
          <p:cNvSpPr>
            <a:spLocks noGrp="1"/>
          </p:cNvSpPr>
          <p:nvPr>
            <p:ph type="body" sz="quarter" idx="145" hasCustomPrompt="1"/>
          </p:nvPr>
        </p:nvSpPr>
        <p:spPr>
          <a:xfrm>
            <a:off x="839787" y="1162440"/>
            <a:ext cx="10515600" cy="192024"/>
          </a:xfrm>
          <a:prstGeom prst="rect">
            <a:avLst/>
          </a:prstGeom>
        </p:spPr>
        <p:txBody>
          <a:bodyPr wrap="square" anchor="t"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4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subtitle</a:t>
            </a:r>
          </a:p>
        </p:txBody>
      </p:sp>
      <p:sp>
        <p:nvSpPr>
          <p:cNvPr id="13" name="Slide Number Placeholder 5">
            <a:extLst>
              <a:ext uri="{FF2B5EF4-FFF2-40B4-BE49-F238E27FC236}">
                <a16:creationId xmlns:a16="http://schemas.microsoft.com/office/drawing/2014/main" id="{96321778-1FA5-6FB7-BB48-2672DEA1AF15}"/>
              </a:ext>
            </a:extLst>
          </p:cNvPr>
          <p:cNvSpPr txBox="1">
            <a:spLocks/>
          </p:cNvSpPr>
          <p:nvPr userDrawn="1"/>
        </p:nvSpPr>
        <p:spPr>
          <a:xfrm>
            <a:off x="11515725" y="6355897"/>
            <a:ext cx="320675" cy="153888"/>
          </a:xfrm>
          <a:prstGeom prst="rect">
            <a:avLst/>
          </a:prstGeom>
        </p:spPr>
        <p:txBody>
          <a:bodyPr vert="horz" wrap="square" lIns="0" tIns="0" rIns="0" bIns="0" rtlCol="0" anchor="ctr">
            <a:spAutoFit/>
          </a:bodyPr>
          <a:lstStyle>
            <a:defPPr>
              <a:defRPr lang="en-US"/>
            </a:defPPr>
            <a:lvl1pPr marL="0" algn="r" defTabSz="914400" rtl="0" eaLnBrk="1" latinLnBrk="0" hangingPunct="1">
              <a:defRPr sz="1000" kern="1200">
                <a:solidFill>
                  <a:srgbClr val="FF00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EA29875-719B-4A39-A51C-7BDD87443D68}" type="slidenum">
              <a:rPr lang="en-US" smtClean="0">
                <a:solidFill>
                  <a:schemeClr val="tx1"/>
                </a:solidFill>
              </a:rPr>
              <a:pPr/>
              <a:t>‹#›</a:t>
            </a:fld>
            <a:endParaRPr lang="en-US">
              <a:solidFill>
                <a:schemeClr val="tx1"/>
              </a:solidFill>
            </a:endParaRPr>
          </a:p>
        </p:txBody>
      </p:sp>
      <p:sp>
        <p:nvSpPr>
          <p:cNvPr id="15" name="Slide Number Placeholder 5">
            <a:extLst>
              <a:ext uri="{FF2B5EF4-FFF2-40B4-BE49-F238E27FC236}">
                <a16:creationId xmlns:a16="http://schemas.microsoft.com/office/drawing/2014/main" id="{C8EDFF5D-60A7-E05A-EA1A-F02E4F469C3C}"/>
              </a:ext>
            </a:extLst>
          </p:cNvPr>
          <p:cNvSpPr>
            <a:spLocks noGrp="1"/>
          </p:cNvSpPr>
          <p:nvPr>
            <p:ph type="sldNum" sz="quarter" idx="4"/>
          </p:nvPr>
        </p:nvSpPr>
        <p:spPr>
          <a:xfrm>
            <a:off x="11515725" y="6355897"/>
            <a:ext cx="320675" cy="153888"/>
          </a:xfrm>
          <a:prstGeom prst="rect">
            <a:avLst/>
          </a:prstGeom>
        </p:spPr>
        <p:txBody>
          <a:bodyPr vert="horz" wrap="square" lIns="0" tIns="0" rIns="0" bIns="0" rtlCol="0" anchor="ctr">
            <a:spAutoFit/>
          </a:bodyPr>
          <a:lstStyle>
            <a:lvl1pPr algn="r">
              <a:defRPr sz="1000">
                <a:solidFill>
                  <a:schemeClr val="tx1"/>
                </a:solidFill>
              </a:defRPr>
            </a:lvl1pPr>
          </a:lstStyle>
          <a:p>
            <a:fld id="{5EA29875-719B-4A39-A51C-7BDD87443D68}" type="slidenum">
              <a:rPr lang="en-US" smtClean="0"/>
              <a:pPr/>
              <a:t>‹#›</a:t>
            </a:fld>
            <a:endParaRPr lang="en-US"/>
          </a:p>
        </p:txBody>
      </p:sp>
      <p:sp>
        <p:nvSpPr>
          <p:cNvPr id="16" name="Slide Number Placeholder 5">
            <a:extLst>
              <a:ext uri="{FF2B5EF4-FFF2-40B4-BE49-F238E27FC236}">
                <a16:creationId xmlns:a16="http://schemas.microsoft.com/office/drawing/2014/main" id="{52FF6F7D-67D4-F7FC-9A50-1EE7264C6CC5}"/>
              </a:ext>
            </a:extLst>
          </p:cNvPr>
          <p:cNvSpPr txBox="1">
            <a:spLocks/>
          </p:cNvSpPr>
          <p:nvPr userDrawn="1"/>
        </p:nvSpPr>
        <p:spPr>
          <a:xfrm>
            <a:off x="11515725" y="6355897"/>
            <a:ext cx="320675" cy="153888"/>
          </a:xfrm>
          <a:prstGeom prst="rect">
            <a:avLst/>
          </a:prstGeom>
        </p:spPr>
        <p:txBody>
          <a:bodyPr vert="horz" wrap="square" lIns="0" tIns="0" rIns="0" bIns="0" rtlCol="0" anchor="ctr">
            <a:spAutoFit/>
          </a:bodyPr>
          <a:lstStyle>
            <a:defPPr>
              <a:defRPr lang="en-US"/>
            </a:defPPr>
            <a:lvl1pPr marL="0" algn="r" defTabSz="914400" rtl="0" eaLnBrk="1" latinLnBrk="0" hangingPunct="1">
              <a:defRPr sz="1000" kern="1200">
                <a:solidFill>
                  <a:srgbClr val="FF00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EA29875-719B-4A39-A51C-7BDD87443D68}" type="slidenum">
              <a:rPr lang="en-US" smtClean="0">
                <a:solidFill>
                  <a:schemeClr val="tx1"/>
                </a:solidFill>
              </a:rPr>
              <a:pPr/>
              <a:t>‹#›</a:t>
            </a:fld>
            <a:endParaRPr lang="en-US">
              <a:solidFill>
                <a:schemeClr val="tx1"/>
              </a:solidFill>
            </a:endParaRPr>
          </a:p>
        </p:txBody>
      </p:sp>
    </p:spTree>
    <p:extLst>
      <p:ext uri="{BB962C8B-B14F-4D97-AF65-F5344CB8AC3E}">
        <p14:creationId xmlns:p14="http://schemas.microsoft.com/office/powerpoint/2010/main" val="106375152"/>
      </p:ext>
    </p:extLst>
  </p:cSld>
  <p:clrMapOvr>
    <a:masterClrMapping/>
  </p:clrMapOvr>
  <p:hf sldNum="0" hdr="0" ftr="0" dt="0"/>
  <p:extLst>
    <p:ext uri="{DCECCB84-F9BA-43D5-87BE-67443E8EF086}">
      <p15:sldGuideLst xmlns:p15="http://schemas.microsoft.com/office/powerpoint/2012/main"/>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3 x content (blue background)">
    <p:spTree>
      <p:nvGrpSpPr>
        <p:cNvPr id="1" name=""/>
        <p:cNvGrpSpPr/>
        <p:nvPr/>
      </p:nvGrpSpPr>
      <p:grpSpPr>
        <a:xfrm>
          <a:off x="0" y="0"/>
          <a:ext cx="0" cy="0"/>
          <a:chOff x="0" y="0"/>
          <a:chExt cx="0" cy="0"/>
        </a:xfrm>
      </p:grpSpPr>
      <p:pic>
        <p:nvPicPr>
          <p:cNvPr id="2" name="Picture 1" descr="A blue and white gradient&#10;&#10;Description automatically generated">
            <a:extLst>
              <a:ext uri="{FF2B5EF4-FFF2-40B4-BE49-F238E27FC236}">
                <a16:creationId xmlns:a16="http://schemas.microsoft.com/office/drawing/2014/main" id="{6247D425-989F-8B0D-CB9C-BC7963929277}"/>
              </a:ext>
            </a:extLst>
          </p:cNvPr>
          <p:cNvPicPr>
            <a:picLocks noChangeAspect="1"/>
          </p:cNvPicPr>
          <p:nvPr userDrawn="1"/>
        </p:nvPicPr>
        <p:blipFill rotWithShape="1">
          <a:blip r:embed="rId2"/>
          <a:srcRect l="19791" t="1586" r="22186"/>
          <a:stretch/>
        </p:blipFill>
        <p:spPr>
          <a:xfrm rot="10800000">
            <a:off x="0" y="-11458"/>
            <a:ext cx="12192000" cy="6875113"/>
          </a:xfrm>
          <a:prstGeom prst="rect">
            <a:avLst/>
          </a:prstGeom>
        </p:spPr>
      </p:pic>
      <p:sp>
        <p:nvSpPr>
          <p:cNvPr id="4" name="Content Placeholder 7">
            <a:extLst>
              <a:ext uri="{FF2B5EF4-FFF2-40B4-BE49-F238E27FC236}">
                <a16:creationId xmlns:a16="http://schemas.microsoft.com/office/drawing/2014/main" id="{A96A1E3E-DA99-B7F2-7C60-60511C9FF781}"/>
              </a:ext>
            </a:extLst>
          </p:cNvPr>
          <p:cNvSpPr>
            <a:spLocks noGrp="1"/>
          </p:cNvSpPr>
          <p:nvPr>
            <p:ph sz="quarter" idx="22"/>
          </p:nvPr>
        </p:nvSpPr>
        <p:spPr>
          <a:xfrm>
            <a:off x="839787" y="1850682"/>
            <a:ext cx="3282696" cy="4334218"/>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Text Placeholder 6">
            <a:extLst>
              <a:ext uri="{FF2B5EF4-FFF2-40B4-BE49-F238E27FC236}">
                <a16:creationId xmlns:a16="http://schemas.microsoft.com/office/drawing/2014/main" id="{84F98CE8-E690-F3F6-116D-15B0A0BA7E7E}"/>
              </a:ext>
            </a:extLst>
          </p:cNvPr>
          <p:cNvSpPr>
            <a:spLocks noGrp="1"/>
          </p:cNvSpPr>
          <p:nvPr>
            <p:ph type="body" sz="quarter" idx="42" hasCustomPrompt="1"/>
          </p:nvPr>
        </p:nvSpPr>
        <p:spPr>
          <a:xfrm>
            <a:off x="839787" y="1608869"/>
            <a:ext cx="3282696" cy="166199"/>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11" name="Content Placeholder 7">
            <a:extLst>
              <a:ext uri="{FF2B5EF4-FFF2-40B4-BE49-F238E27FC236}">
                <a16:creationId xmlns:a16="http://schemas.microsoft.com/office/drawing/2014/main" id="{44BC8A89-5716-4FBA-2A10-002BAE8E017A}"/>
              </a:ext>
            </a:extLst>
          </p:cNvPr>
          <p:cNvSpPr>
            <a:spLocks noGrp="1"/>
          </p:cNvSpPr>
          <p:nvPr>
            <p:ph sz="quarter" idx="55"/>
          </p:nvPr>
        </p:nvSpPr>
        <p:spPr>
          <a:xfrm>
            <a:off x="8069514" y="1850682"/>
            <a:ext cx="3282696" cy="4334218"/>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Text Placeholder 6">
            <a:extLst>
              <a:ext uri="{FF2B5EF4-FFF2-40B4-BE49-F238E27FC236}">
                <a16:creationId xmlns:a16="http://schemas.microsoft.com/office/drawing/2014/main" id="{045A4F01-8597-05CF-D19C-0ABA45002377}"/>
              </a:ext>
            </a:extLst>
          </p:cNvPr>
          <p:cNvSpPr>
            <a:spLocks noGrp="1"/>
          </p:cNvSpPr>
          <p:nvPr>
            <p:ph type="body" sz="quarter" idx="56" hasCustomPrompt="1"/>
          </p:nvPr>
        </p:nvSpPr>
        <p:spPr>
          <a:xfrm>
            <a:off x="8069514" y="1608869"/>
            <a:ext cx="3282696" cy="166199"/>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13" name="Content Placeholder 7">
            <a:extLst>
              <a:ext uri="{FF2B5EF4-FFF2-40B4-BE49-F238E27FC236}">
                <a16:creationId xmlns:a16="http://schemas.microsoft.com/office/drawing/2014/main" id="{07820561-F04C-809A-B127-CE71B0D67841}"/>
              </a:ext>
            </a:extLst>
          </p:cNvPr>
          <p:cNvSpPr>
            <a:spLocks noGrp="1"/>
          </p:cNvSpPr>
          <p:nvPr>
            <p:ph sz="quarter" idx="57"/>
          </p:nvPr>
        </p:nvSpPr>
        <p:spPr>
          <a:xfrm>
            <a:off x="4454833" y="1850682"/>
            <a:ext cx="3282696" cy="4334218"/>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Text Placeholder 6">
            <a:extLst>
              <a:ext uri="{FF2B5EF4-FFF2-40B4-BE49-F238E27FC236}">
                <a16:creationId xmlns:a16="http://schemas.microsoft.com/office/drawing/2014/main" id="{90756F32-8F67-E562-F4FF-80B174C38448}"/>
              </a:ext>
            </a:extLst>
          </p:cNvPr>
          <p:cNvSpPr>
            <a:spLocks noGrp="1"/>
          </p:cNvSpPr>
          <p:nvPr>
            <p:ph type="body" sz="quarter" idx="58" hasCustomPrompt="1"/>
          </p:nvPr>
        </p:nvSpPr>
        <p:spPr>
          <a:xfrm>
            <a:off x="4454833" y="1608869"/>
            <a:ext cx="3282696" cy="166199"/>
          </a:xfrm>
          <a:prstGeom prst="rect">
            <a:avLst/>
          </a:prstGeom>
        </p:spPr>
        <p:txBody>
          <a:bodyPr wrap="square" tIns="0" anchor="t">
            <a:spAutoFit/>
          </a:bodyPr>
          <a:lstStyle>
            <a:lvl1pPr marL="0" indent="0">
              <a:buNone/>
              <a:defRPr sz="1200" b="1" cap="none" baseline="0"/>
            </a:lvl1pPr>
          </a:lstStyle>
          <a:p>
            <a:pPr lvl="0"/>
            <a:r>
              <a:rPr lang="en-US"/>
              <a:t>CLICK TO ADD TEXT</a:t>
            </a:r>
          </a:p>
        </p:txBody>
      </p:sp>
      <p:pic>
        <p:nvPicPr>
          <p:cNvPr id="16" name="Graphic 15">
            <a:extLst>
              <a:ext uri="{FF2B5EF4-FFF2-40B4-BE49-F238E27FC236}">
                <a16:creationId xmlns:a16="http://schemas.microsoft.com/office/drawing/2014/main" id="{99CF4A3C-43CF-1C9A-ECCC-89E96BED1F71}"/>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839788" y="6323831"/>
            <a:ext cx="1149756" cy="228489"/>
          </a:xfrm>
          <a:prstGeom prst="rect">
            <a:avLst/>
          </a:prstGeom>
        </p:spPr>
      </p:pic>
      <p:sp>
        <p:nvSpPr>
          <p:cNvPr id="7" name="Text Placeholder 3">
            <a:extLst>
              <a:ext uri="{FF2B5EF4-FFF2-40B4-BE49-F238E27FC236}">
                <a16:creationId xmlns:a16="http://schemas.microsoft.com/office/drawing/2014/main" id="{D2701E25-2516-CA8F-C371-AA628B6B3F74}"/>
              </a:ext>
            </a:extLst>
          </p:cNvPr>
          <p:cNvSpPr>
            <a:spLocks noGrp="1"/>
          </p:cNvSpPr>
          <p:nvPr>
            <p:ph type="body" sz="quarter" idx="144" hasCustomPrompt="1"/>
          </p:nvPr>
        </p:nvSpPr>
        <p:spPr>
          <a:xfrm>
            <a:off x="839787" y="269874"/>
            <a:ext cx="10515600" cy="832104"/>
          </a:xfrm>
          <a:prstGeom prst="rect">
            <a:avLst/>
          </a:prstGeom>
        </p:spPr>
        <p:txBody>
          <a:bodyPr wrap="square" anchor="b"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29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title</a:t>
            </a:r>
          </a:p>
        </p:txBody>
      </p:sp>
      <p:sp>
        <p:nvSpPr>
          <p:cNvPr id="9" name="Text Placeholder 3">
            <a:extLst>
              <a:ext uri="{FF2B5EF4-FFF2-40B4-BE49-F238E27FC236}">
                <a16:creationId xmlns:a16="http://schemas.microsoft.com/office/drawing/2014/main" id="{8686EE27-2508-879E-EF54-7FC40A66A121}"/>
              </a:ext>
            </a:extLst>
          </p:cNvPr>
          <p:cNvSpPr>
            <a:spLocks noGrp="1"/>
          </p:cNvSpPr>
          <p:nvPr>
            <p:ph type="body" sz="quarter" idx="145" hasCustomPrompt="1"/>
          </p:nvPr>
        </p:nvSpPr>
        <p:spPr>
          <a:xfrm>
            <a:off x="839787" y="1162440"/>
            <a:ext cx="10515600" cy="192024"/>
          </a:xfrm>
          <a:prstGeom prst="rect">
            <a:avLst/>
          </a:prstGeom>
        </p:spPr>
        <p:txBody>
          <a:bodyPr wrap="square" anchor="t"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4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subtitle</a:t>
            </a:r>
          </a:p>
        </p:txBody>
      </p:sp>
      <p:sp>
        <p:nvSpPr>
          <p:cNvPr id="10" name="Slide Number Placeholder 5">
            <a:extLst>
              <a:ext uri="{FF2B5EF4-FFF2-40B4-BE49-F238E27FC236}">
                <a16:creationId xmlns:a16="http://schemas.microsoft.com/office/drawing/2014/main" id="{F5ACAC82-75E5-23D5-01A6-1A0ECFE62B8D}"/>
              </a:ext>
            </a:extLst>
          </p:cNvPr>
          <p:cNvSpPr txBox="1">
            <a:spLocks/>
          </p:cNvSpPr>
          <p:nvPr userDrawn="1"/>
        </p:nvSpPr>
        <p:spPr>
          <a:xfrm>
            <a:off x="11515725" y="6355897"/>
            <a:ext cx="320675" cy="153888"/>
          </a:xfrm>
          <a:prstGeom prst="rect">
            <a:avLst/>
          </a:prstGeom>
        </p:spPr>
        <p:txBody>
          <a:bodyPr vert="horz" wrap="square" lIns="0" tIns="0" rIns="0" bIns="0" rtlCol="0" anchor="ctr">
            <a:spAutoFit/>
          </a:bodyPr>
          <a:lstStyle>
            <a:defPPr>
              <a:defRPr lang="en-US"/>
            </a:defPPr>
            <a:lvl1pPr marL="0" algn="r" defTabSz="914400" rtl="0" eaLnBrk="1" latinLnBrk="0" hangingPunct="1">
              <a:defRPr sz="1000" kern="1200">
                <a:solidFill>
                  <a:srgbClr val="FF00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EA29875-719B-4A39-A51C-7BDD87443D68}" type="slidenum">
              <a:rPr lang="en-US" smtClean="0">
                <a:solidFill>
                  <a:schemeClr val="tx1"/>
                </a:solidFill>
              </a:rPr>
              <a:pPr/>
              <a:t>‹#›</a:t>
            </a:fld>
            <a:endParaRPr lang="en-US">
              <a:solidFill>
                <a:schemeClr val="tx1"/>
              </a:solidFill>
            </a:endParaRPr>
          </a:p>
        </p:txBody>
      </p:sp>
      <p:sp>
        <p:nvSpPr>
          <p:cNvPr id="17" name="Slide Number Placeholder 5">
            <a:extLst>
              <a:ext uri="{FF2B5EF4-FFF2-40B4-BE49-F238E27FC236}">
                <a16:creationId xmlns:a16="http://schemas.microsoft.com/office/drawing/2014/main" id="{4C26A8BC-48D6-839F-18A5-AA5E6E606B0B}"/>
              </a:ext>
            </a:extLst>
          </p:cNvPr>
          <p:cNvSpPr>
            <a:spLocks noGrp="1"/>
          </p:cNvSpPr>
          <p:nvPr>
            <p:ph type="sldNum" sz="quarter" idx="4"/>
          </p:nvPr>
        </p:nvSpPr>
        <p:spPr>
          <a:xfrm>
            <a:off x="11515725" y="6355897"/>
            <a:ext cx="320675" cy="153888"/>
          </a:xfrm>
          <a:prstGeom prst="rect">
            <a:avLst/>
          </a:prstGeom>
        </p:spPr>
        <p:txBody>
          <a:bodyPr vert="horz" wrap="square" lIns="0" tIns="0" rIns="0" bIns="0" rtlCol="0" anchor="ctr">
            <a:spAutoFit/>
          </a:bodyPr>
          <a:lstStyle>
            <a:lvl1pPr algn="r">
              <a:defRPr sz="1000">
                <a:solidFill>
                  <a:schemeClr val="tx1"/>
                </a:solidFill>
              </a:defRPr>
            </a:lvl1pPr>
          </a:lstStyle>
          <a:p>
            <a:fld id="{5EA29875-719B-4A39-A51C-7BDD87443D68}" type="slidenum">
              <a:rPr lang="en-US" smtClean="0"/>
              <a:pPr/>
              <a:t>‹#›</a:t>
            </a:fld>
            <a:endParaRPr lang="en-US"/>
          </a:p>
        </p:txBody>
      </p:sp>
      <p:sp>
        <p:nvSpPr>
          <p:cNvPr id="18" name="Slide Number Placeholder 5">
            <a:extLst>
              <a:ext uri="{FF2B5EF4-FFF2-40B4-BE49-F238E27FC236}">
                <a16:creationId xmlns:a16="http://schemas.microsoft.com/office/drawing/2014/main" id="{3F4CAEC0-4929-CC7F-4A06-B35EA0EBA207}"/>
              </a:ext>
            </a:extLst>
          </p:cNvPr>
          <p:cNvSpPr txBox="1">
            <a:spLocks/>
          </p:cNvSpPr>
          <p:nvPr userDrawn="1"/>
        </p:nvSpPr>
        <p:spPr>
          <a:xfrm>
            <a:off x="11515725" y="6355897"/>
            <a:ext cx="320675" cy="153888"/>
          </a:xfrm>
          <a:prstGeom prst="rect">
            <a:avLst/>
          </a:prstGeom>
        </p:spPr>
        <p:txBody>
          <a:bodyPr vert="horz" wrap="square" lIns="0" tIns="0" rIns="0" bIns="0" rtlCol="0" anchor="ctr">
            <a:spAutoFit/>
          </a:bodyPr>
          <a:lstStyle>
            <a:defPPr>
              <a:defRPr lang="en-US"/>
            </a:defPPr>
            <a:lvl1pPr marL="0" algn="r" defTabSz="914400" rtl="0" eaLnBrk="1" latinLnBrk="0" hangingPunct="1">
              <a:defRPr sz="1000" kern="1200">
                <a:solidFill>
                  <a:srgbClr val="FF00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EA29875-719B-4A39-A51C-7BDD87443D68}" type="slidenum">
              <a:rPr lang="en-US" smtClean="0">
                <a:solidFill>
                  <a:schemeClr val="tx1"/>
                </a:solidFill>
              </a:rPr>
              <a:pPr/>
              <a:t>‹#›</a:t>
            </a:fld>
            <a:endParaRPr lang="en-US">
              <a:solidFill>
                <a:schemeClr val="tx1"/>
              </a:solidFill>
            </a:endParaRPr>
          </a:p>
        </p:txBody>
      </p:sp>
    </p:spTree>
    <p:extLst>
      <p:ext uri="{BB962C8B-B14F-4D97-AF65-F5344CB8AC3E}">
        <p14:creationId xmlns:p14="http://schemas.microsoft.com/office/powerpoint/2010/main" val="4230960806"/>
      </p:ext>
    </p:extLst>
  </p:cSld>
  <p:clrMapOvr>
    <a:masterClrMapping/>
  </p:clrMapOvr>
  <p:hf sldNum="0" hdr="0" ftr="0" dt="0"/>
  <p:extLst>
    <p:ext uri="{DCECCB84-F9BA-43D5-87BE-67443E8EF086}">
      <p15:sldGuideLst xmlns:p15="http://schemas.microsoft.com/office/powerpoint/2012/main"/>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4 x content (blue background)">
    <p:spTree>
      <p:nvGrpSpPr>
        <p:cNvPr id="1" name=""/>
        <p:cNvGrpSpPr/>
        <p:nvPr/>
      </p:nvGrpSpPr>
      <p:grpSpPr>
        <a:xfrm>
          <a:off x="0" y="0"/>
          <a:ext cx="0" cy="0"/>
          <a:chOff x="0" y="0"/>
          <a:chExt cx="0" cy="0"/>
        </a:xfrm>
      </p:grpSpPr>
      <p:pic>
        <p:nvPicPr>
          <p:cNvPr id="2" name="Picture 1" descr="A blue and white gradient&#10;&#10;Description automatically generated">
            <a:extLst>
              <a:ext uri="{FF2B5EF4-FFF2-40B4-BE49-F238E27FC236}">
                <a16:creationId xmlns:a16="http://schemas.microsoft.com/office/drawing/2014/main" id="{6247D425-989F-8B0D-CB9C-BC7963929277}"/>
              </a:ext>
            </a:extLst>
          </p:cNvPr>
          <p:cNvPicPr>
            <a:picLocks noChangeAspect="1"/>
          </p:cNvPicPr>
          <p:nvPr userDrawn="1"/>
        </p:nvPicPr>
        <p:blipFill rotWithShape="1">
          <a:blip r:embed="rId2"/>
          <a:srcRect l="19791" t="1586" r="22186"/>
          <a:stretch/>
        </p:blipFill>
        <p:spPr>
          <a:xfrm rot="10800000">
            <a:off x="0" y="-11458"/>
            <a:ext cx="12192000" cy="6875113"/>
          </a:xfrm>
          <a:prstGeom prst="rect">
            <a:avLst/>
          </a:prstGeom>
        </p:spPr>
      </p:pic>
      <p:sp>
        <p:nvSpPr>
          <p:cNvPr id="3" name="Content Placeholder 7">
            <a:extLst>
              <a:ext uri="{FF2B5EF4-FFF2-40B4-BE49-F238E27FC236}">
                <a16:creationId xmlns:a16="http://schemas.microsoft.com/office/drawing/2014/main" id="{67CB7B05-B76C-32BA-D756-C4A9CEEBD466}"/>
              </a:ext>
            </a:extLst>
          </p:cNvPr>
          <p:cNvSpPr>
            <a:spLocks noGrp="1"/>
          </p:cNvSpPr>
          <p:nvPr>
            <p:ph sz="quarter" idx="22"/>
          </p:nvPr>
        </p:nvSpPr>
        <p:spPr>
          <a:xfrm>
            <a:off x="839786" y="1850682"/>
            <a:ext cx="2377440" cy="4334218"/>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6">
            <a:extLst>
              <a:ext uri="{FF2B5EF4-FFF2-40B4-BE49-F238E27FC236}">
                <a16:creationId xmlns:a16="http://schemas.microsoft.com/office/drawing/2014/main" id="{7137EB39-441C-6ECB-0527-B55F03957B64}"/>
              </a:ext>
            </a:extLst>
          </p:cNvPr>
          <p:cNvSpPr>
            <a:spLocks noGrp="1"/>
          </p:cNvSpPr>
          <p:nvPr>
            <p:ph type="body" sz="quarter" idx="42" hasCustomPrompt="1"/>
          </p:nvPr>
        </p:nvSpPr>
        <p:spPr>
          <a:xfrm>
            <a:off x="839786" y="1608869"/>
            <a:ext cx="2377440" cy="166199"/>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7" name="Content Placeholder 7">
            <a:extLst>
              <a:ext uri="{FF2B5EF4-FFF2-40B4-BE49-F238E27FC236}">
                <a16:creationId xmlns:a16="http://schemas.microsoft.com/office/drawing/2014/main" id="{CDA29A62-4696-F171-DC39-0E1DF0198F10}"/>
              </a:ext>
            </a:extLst>
          </p:cNvPr>
          <p:cNvSpPr>
            <a:spLocks noGrp="1"/>
          </p:cNvSpPr>
          <p:nvPr>
            <p:ph sz="quarter" idx="55"/>
          </p:nvPr>
        </p:nvSpPr>
        <p:spPr>
          <a:xfrm>
            <a:off x="3552373" y="1850682"/>
            <a:ext cx="2377440" cy="4334218"/>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6">
            <a:extLst>
              <a:ext uri="{FF2B5EF4-FFF2-40B4-BE49-F238E27FC236}">
                <a16:creationId xmlns:a16="http://schemas.microsoft.com/office/drawing/2014/main" id="{6D85AA2A-33D3-314C-583E-2EABA5E75E71}"/>
              </a:ext>
            </a:extLst>
          </p:cNvPr>
          <p:cNvSpPr>
            <a:spLocks noGrp="1"/>
          </p:cNvSpPr>
          <p:nvPr>
            <p:ph type="body" sz="quarter" idx="56" hasCustomPrompt="1"/>
          </p:nvPr>
        </p:nvSpPr>
        <p:spPr>
          <a:xfrm>
            <a:off x="3552373" y="1608869"/>
            <a:ext cx="2377440" cy="166199"/>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10" name="Content Placeholder 7">
            <a:extLst>
              <a:ext uri="{FF2B5EF4-FFF2-40B4-BE49-F238E27FC236}">
                <a16:creationId xmlns:a16="http://schemas.microsoft.com/office/drawing/2014/main" id="{BEDBB10A-C965-E212-3F5A-D36F7939BEDF}"/>
              </a:ext>
            </a:extLst>
          </p:cNvPr>
          <p:cNvSpPr>
            <a:spLocks noGrp="1"/>
          </p:cNvSpPr>
          <p:nvPr>
            <p:ph sz="quarter" idx="57"/>
          </p:nvPr>
        </p:nvSpPr>
        <p:spPr>
          <a:xfrm>
            <a:off x="6264960" y="1850682"/>
            <a:ext cx="2377440" cy="4334218"/>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Text Placeholder 6">
            <a:extLst>
              <a:ext uri="{FF2B5EF4-FFF2-40B4-BE49-F238E27FC236}">
                <a16:creationId xmlns:a16="http://schemas.microsoft.com/office/drawing/2014/main" id="{A722600C-82FC-E8BE-C4FB-0A9D3F39AFA5}"/>
              </a:ext>
            </a:extLst>
          </p:cNvPr>
          <p:cNvSpPr>
            <a:spLocks noGrp="1"/>
          </p:cNvSpPr>
          <p:nvPr>
            <p:ph type="body" sz="quarter" idx="58" hasCustomPrompt="1"/>
          </p:nvPr>
        </p:nvSpPr>
        <p:spPr>
          <a:xfrm>
            <a:off x="6264960" y="1608869"/>
            <a:ext cx="2377440" cy="166199"/>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17" name="Content Placeholder 7">
            <a:extLst>
              <a:ext uri="{FF2B5EF4-FFF2-40B4-BE49-F238E27FC236}">
                <a16:creationId xmlns:a16="http://schemas.microsoft.com/office/drawing/2014/main" id="{DBAB4876-D42C-0D16-9AB9-3E08128683AE}"/>
              </a:ext>
            </a:extLst>
          </p:cNvPr>
          <p:cNvSpPr>
            <a:spLocks noGrp="1"/>
          </p:cNvSpPr>
          <p:nvPr>
            <p:ph sz="quarter" idx="59"/>
          </p:nvPr>
        </p:nvSpPr>
        <p:spPr>
          <a:xfrm>
            <a:off x="8977546" y="1850682"/>
            <a:ext cx="2377440" cy="4334218"/>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8" name="Text Placeholder 6">
            <a:extLst>
              <a:ext uri="{FF2B5EF4-FFF2-40B4-BE49-F238E27FC236}">
                <a16:creationId xmlns:a16="http://schemas.microsoft.com/office/drawing/2014/main" id="{64D490D1-E27F-00CD-58C6-D2F38D5AEC17}"/>
              </a:ext>
            </a:extLst>
          </p:cNvPr>
          <p:cNvSpPr>
            <a:spLocks noGrp="1"/>
          </p:cNvSpPr>
          <p:nvPr>
            <p:ph type="body" sz="quarter" idx="60" hasCustomPrompt="1"/>
          </p:nvPr>
        </p:nvSpPr>
        <p:spPr>
          <a:xfrm>
            <a:off x="8977546" y="1608869"/>
            <a:ext cx="2377440" cy="166199"/>
          </a:xfrm>
          <a:prstGeom prst="rect">
            <a:avLst/>
          </a:prstGeom>
        </p:spPr>
        <p:txBody>
          <a:bodyPr wrap="square" tIns="0" anchor="t">
            <a:spAutoFit/>
          </a:bodyPr>
          <a:lstStyle>
            <a:lvl1pPr marL="0" indent="0">
              <a:buNone/>
              <a:defRPr sz="1200" b="1" cap="none" baseline="0"/>
            </a:lvl1pPr>
          </a:lstStyle>
          <a:p>
            <a:pPr lvl="0"/>
            <a:r>
              <a:rPr lang="en-US"/>
              <a:t>CLICK TO ADD TEXT</a:t>
            </a:r>
          </a:p>
        </p:txBody>
      </p:sp>
      <p:pic>
        <p:nvPicPr>
          <p:cNvPr id="19" name="Graphic 18">
            <a:extLst>
              <a:ext uri="{FF2B5EF4-FFF2-40B4-BE49-F238E27FC236}">
                <a16:creationId xmlns:a16="http://schemas.microsoft.com/office/drawing/2014/main" id="{E2ADF8A8-3460-FA94-F54A-7EE5AC0E4207}"/>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839788" y="6323831"/>
            <a:ext cx="1149756" cy="228489"/>
          </a:xfrm>
          <a:prstGeom prst="rect">
            <a:avLst/>
          </a:prstGeom>
        </p:spPr>
      </p:pic>
      <p:sp>
        <p:nvSpPr>
          <p:cNvPr id="11" name="Text Placeholder 3">
            <a:extLst>
              <a:ext uri="{FF2B5EF4-FFF2-40B4-BE49-F238E27FC236}">
                <a16:creationId xmlns:a16="http://schemas.microsoft.com/office/drawing/2014/main" id="{C4B80CEE-6B25-B139-1CE7-65A7C7F5A4B1}"/>
              </a:ext>
            </a:extLst>
          </p:cNvPr>
          <p:cNvSpPr>
            <a:spLocks noGrp="1"/>
          </p:cNvSpPr>
          <p:nvPr>
            <p:ph type="body" sz="quarter" idx="144" hasCustomPrompt="1"/>
          </p:nvPr>
        </p:nvSpPr>
        <p:spPr>
          <a:xfrm>
            <a:off x="839787" y="269874"/>
            <a:ext cx="10515600" cy="832104"/>
          </a:xfrm>
          <a:prstGeom prst="rect">
            <a:avLst/>
          </a:prstGeom>
        </p:spPr>
        <p:txBody>
          <a:bodyPr wrap="square" anchor="b"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29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title</a:t>
            </a:r>
          </a:p>
        </p:txBody>
      </p:sp>
      <p:sp>
        <p:nvSpPr>
          <p:cNvPr id="12" name="Text Placeholder 3">
            <a:extLst>
              <a:ext uri="{FF2B5EF4-FFF2-40B4-BE49-F238E27FC236}">
                <a16:creationId xmlns:a16="http://schemas.microsoft.com/office/drawing/2014/main" id="{699D0D5C-53A0-3839-1801-165E24F6A72E}"/>
              </a:ext>
            </a:extLst>
          </p:cNvPr>
          <p:cNvSpPr>
            <a:spLocks noGrp="1"/>
          </p:cNvSpPr>
          <p:nvPr>
            <p:ph type="body" sz="quarter" idx="145" hasCustomPrompt="1"/>
          </p:nvPr>
        </p:nvSpPr>
        <p:spPr>
          <a:xfrm>
            <a:off x="839787" y="1162440"/>
            <a:ext cx="10515600" cy="192024"/>
          </a:xfrm>
          <a:prstGeom prst="rect">
            <a:avLst/>
          </a:prstGeom>
        </p:spPr>
        <p:txBody>
          <a:bodyPr wrap="square" anchor="t"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4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subtitle</a:t>
            </a:r>
          </a:p>
        </p:txBody>
      </p:sp>
      <p:sp>
        <p:nvSpPr>
          <p:cNvPr id="13" name="Slide Number Placeholder 5">
            <a:extLst>
              <a:ext uri="{FF2B5EF4-FFF2-40B4-BE49-F238E27FC236}">
                <a16:creationId xmlns:a16="http://schemas.microsoft.com/office/drawing/2014/main" id="{776E7769-5B4E-6146-EB88-D982E4096460}"/>
              </a:ext>
            </a:extLst>
          </p:cNvPr>
          <p:cNvSpPr txBox="1">
            <a:spLocks/>
          </p:cNvSpPr>
          <p:nvPr userDrawn="1"/>
        </p:nvSpPr>
        <p:spPr>
          <a:xfrm>
            <a:off x="11515725" y="6355897"/>
            <a:ext cx="320675" cy="153888"/>
          </a:xfrm>
          <a:prstGeom prst="rect">
            <a:avLst/>
          </a:prstGeom>
        </p:spPr>
        <p:txBody>
          <a:bodyPr vert="horz" wrap="square" lIns="0" tIns="0" rIns="0" bIns="0" rtlCol="0" anchor="ctr">
            <a:spAutoFit/>
          </a:bodyPr>
          <a:lstStyle>
            <a:defPPr>
              <a:defRPr lang="en-US"/>
            </a:defPPr>
            <a:lvl1pPr marL="0" algn="r" defTabSz="914400" rtl="0" eaLnBrk="1" latinLnBrk="0" hangingPunct="1">
              <a:defRPr sz="1000" kern="1200">
                <a:solidFill>
                  <a:srgbClr val="FF00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EA29875-719B-4A39-A51C-7BDD87443D68}" type="slidenum">
              <a:rPr lang="en-US" smtClean="0">
                <a:solidFill>
                  <a:schemeClr val="tx1"/>
                </a:solidFill>
              </a:rPr>
              <a:pPr/>
              <a:t>‹#›</a:t>
            </a:fld>
            <a:endParaRPr lang="en-US">
              <a:solidFill>
                <a:schemeClr val="tx1"/>
              </a:solidFill>
            </a:endParaRPr>
          </a:p>
        </p:txBody>
      </p:sp>
      <p:sp>
        <p:nvSpPr>
          <p:cNvPr id="15" name="Slide Number Placeholder 5">
            <a:extLst>
              <a:ext uri="{FF2B5EF4-FFF2-40B4-BE49-F238E27FC236}">
                <a16:creationId xmlns:a16="http://schemas.microsoft.com/office/drawing/2014/main" id="{4171810B-DF18-E8B9-3B21-4BA64C33215E}"/>
              </a:ext>
            </a:extLst>
          </p:cNvPr>
          <p:cNvSpPr>
            <a:spLocks noGrp="1"/>
          </p:cNvSpPr>
          <p:nvPr>
            <p:ph type="sldNum" sz="quarter" idx="4"/>
          </p:nvPr>
        </p:nvSpPr>
        <p:spPr>
          <a:xfrm>
            <a:off x="11515725" y="6355897"/>
            <a:ext cx="320675" cy="153888"/>
          </a:xfrm>
          <a:prstGeom prst="rect">
            <a:avLst/>
          </a:prstGeom>
        </p:spPr>
        <p:txBody>
          <a:bodyPr vert="horz" wrap="square" lIns="0" tIns="0" rIns="0" bIns="0" rtlCol="0" anchor="ctr">
            <a:spAutoFit/>
          </a:bodyPr>
          <a:lstStyle>
            <a:lvl1pPr algn="r">
              <a:defRPr sz="1000">
                <a:solidFill>
                  <a:schemeClr val="tx1"/>
                </a:solidFill>
              </a:defRPr>
            </a:lvl1pPr>
          </a:lstStyle>
          <a:p>
            <a:fld id="{5EA29875-719B-4A39-A51C-7BDD87443D68}" type="slidenum">
              <a:rPr lang="en-US" smtClean="0"/>
              <a:pPr/>
              <a:t>‹#›</a:t>
            </a:fld>
            <a:endParaRPr lang="en-US"/>
          </a:p>
        </p:txBody>
      </p:sp>
      <p:sp>
        <p:nvSpPr>
          <p:cNvPr id="20" name="Slide Number Placeholder 5">
            <a:extLst>
              <a:ext uri="{FF2B5EF4-FFF2-40B4-BE49-F238E27FC236}">
                <a16:creationId xmlns:a16="http://schemas.microsoft.com/office/drawing/2014/main" id="{99A0C801-E724-97B2-6884-BE706220118F}"/>
              </a:ext>
            </a:extLst>
          </p:cNvPr>
          <p:cNvSpPr txBox="1">
            <a:spLocks/>
          </p:cNvSpPr>
          <p:nvPr userDrawn="1"/>
        </p:nvSpPr>
        <p:spPr>
          <a:xfrm>
            <a:off x="11515725" y="6355897"/>
            <a:ext cx="320675" cy="153888"/>
          </a:xfrm>
          <a:prstGeom prst="rect">
            <a:avLst/>
          </a:prstGeom>
        </p:spPr>
        <p:txBody>
          <a:bodyPr vert="horz" wrap="square" lIns="0" tIns="0" rIns="0" bIns="0" rtlCol="0" anchor="ctr">
            <a:spAutoFit/>
          </a:bodyPr>
          <a:lstStyle>
            <a:defPPr>
              <a:defRPr lang="en-US"/>
            </a:defPPr>
            <a:lvl1pPr marL="0" algn="r" defTabSz="914400" rtl="0" eaLnBrk="1" latinLnBrk="0" hangingPunct="1">
              <a:defRPr sz="1000" kern="1200">
                <a:solidFill>
                  <a:srgbClr val="FF00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EA29875-719B-4A39-A51C-7BDD87443D68}" type="slidenum">
              <a:rPr lang="en-US" smtClean="0">
                <a:solidFill>
                  <a:schemeClr val="tx1"/>
                </a:solidFill>
              </a:rPr>
              <a:pPr/>
              <a:t>‹#›</a:t>
            </a:fld>
            <a:endParaRPr lang="en-US">
              <a:solidFill>
                <a:schemeClr val="tx1"/>
              </a:solidFill>
            </a:endParaRPr>
          </a:p>
        </p:txBody>
      </p:sp>
    </p:spTree>
    <p:extLst>
      <p:ext uri="{BB962C8B-B14F-4D97-AF65-F5344CB8AC3E}">
        <p14:creationId xmlns:p14="http://schemas.microsoft.com/office/powerpoint/2010/main" val="3744422151"/>
      </p:ext>
    </p:extLst>
  </p:cSld>
  <p:clrMapOvr>
    <a:masterClrMapping/>
  </p:clrMapOvr>
  <p:hf sldNum="0" hdr="0" ftr="0" dt="0"/>
  <p:extLst>
    <p:ext uri="{DCECCB84-F9BA-43D5-87BE-67443E8EF086}">
      <p15:sldGuideLst xmlns:p15="http://schemas.microsoft.com/office/powerpoint/2012/main"/>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2 x content (w/ line and blue background)">
    <p:spTree>
      <p:nvGrpSpPr>
        <p:cNvPr id="1" name=""/>
        <p:cNvGrpSpPr/>
        <p:nvPr/>
      </p:nvGrpSpPr>
      <p:grpSpPr>
        <a:xfrm>
          <a:off x="0" y="0"/>
          <a:ext cx="0" cy="0"/>
          <a:chOff x="0" y="0"/>
          <a:chExt cx="0" cy="0"/>
        </a:xfrm>
      </p:grpSpPr>
      <p:pic>
        <p:nvPicPr>
          <p:cNvPr id="2" name="Picture 1" descr="A blue and white gradient&#10;&#10;Description automatically generated">
            <a:extLst>
              <a:ext uri="{FF2B5EF4-FFF2-40B4-BE49-F238E27FC236}">
                <a16:creationId xmlns:a16="http://schemas.microsoft.com/office/drawing/2014/main" id="{6247D425-989F-8B0D-CB9C-BC7963929277}"/>
              </a:ext>
            </a:extLst>
          </p:cNvPr>
          <p:cNvPicPr>
            <a:picLocks noChangeAspect="1"/>
          </p:cNvPicPr>
          <p:nvPr userDrawn="1"/>
        </p:nvPicPr>
        <p:blipFill rotWithShape="1">
          <a:blip r:embed="rId2"/>
          <a:srcRect l="19791" t="1586" r="22186"/>
          <a:stretch/>
        </p:blipFill>
        <p:spPr>
          <a:xfrm rot="10800000">
            <a:off x="0" y="-11458"/>
            <a:ext cx="12192000" cy="6875113"/>
          </a:xfrm>
          <a:prstGeom prst="rect">
            <a:avLst/>
          </a:prstGeom>
        </p:spPr>
      </p:pic>
      <p:pic>
        <p:nvPicPr>
          <p:cNvPr id="19" name="Graphic 18">
            <a:extLst>
              <a:ext uri="{FF2B5EF4-FFF2-40B4-BE49-F238E27FC236}">
                <a16:creationId xmlns:a16="http://schemas.microsoft.com/office/drawing/2014/main" id="{E2ADF8A8-3460-FA94-F54A-7EE5AC0E4207}"/>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839788" y="6323831"/>
            <a:ext cx="1149756" cy="228489"/>
          </a:xfrm>
          <a:prstGeom prst="rect">
            <a:avLst/>
          </a:prstGeom>
        </p:spPr>
      </p:pic>
      <p:sp>
        <p:nvSpPr>
          <p:cNvPr id="4" name="Content Placeholder 7">
            <a:extLst>
              <a:ext uri="{FF2B5EF4-FFF2-40B4-BE49-F238E27FC236}">
                <a16:creationId xmlns:a16="http://schemas.microsoft.com/office/drawing/2014/main" id="{283CF3B1-6FE0-6FCD-157C-54C4D1CFAA54}"/>
              </a:ext>
            </a:extLst>
          </p:cNvPr>
          <p:cNvSpPr>
            <a:spLocks noGrp="1"/>
          </p:cNvSpPr>
          <p:nvPr>
            <p:ph sz="quarter" idx="22"/>
          </p:nvPr>
        </p:nvSpPr>
        <p:spPr>
          <a:xfrm>
            <a:off x="839786" y="2973311"/>
            <a:ext cx="5084064" cy="3211589"/>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Text Placeholder 6">
            <a:extLst>
              <a:ext uri="{FF2B5EF4-FFF2-40B4-BE49-F238E27FC236}">
                <a16:creationId xmlns:a16="http://schemas.microsoft.com/office/drawing/2014/main" id="{EEB7CF2E-2F21-99AA-BAC5-3345002CA650}"/>
              </a:ext>
            </a:extLst>
          </p:cNvPr>
          <p:cNvSpPr>
            <a:spLocks noGrp="1"/>
          </p:cNvSpPr>
          <p:nvPr>
            <p:ph type="body" sz="quarter" idx="42" hasCustomPrompt="1"/>
          </p:nvPr>
        </p:nvSpPr>
        <p:spPr>
          <a:xfrm>
            <a:off x="839786" y="2487054"/>
            <a:ext cx="5084064" cy="329184"/>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11" name="Content Placeholder 7">
            <a:extLst>
              <a:ext uri="{FF2B5EF4-FFF2-40B4-BE49-F238E27FC236}">
                <a16:creationId xmlns:a16="http://schemas.microsoft.com/office/drawing/2014/main" id="{892C5487-E793-AB3C-082B-3393DA9AEFF1}"/>
              </a:ext>
            </a:extLst>
          </p:cNvPr>
          <p:cNvSpPr>
            <a:spLocks noGrp="1"/>
          </p:cNvSpPr>
          <p:nvPr>
            <p:ph sz="quarter" idx="55"/>
          </p:nvPr>
        </p:nvSpPr>
        <p:spPr>
          <a:xfrm>
            <a:off x="6268146" y="2973311"/>
            <a:ext cx="5084064" cy="3211589"/>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Text Placeholder 6">
            <a:extLst>
              <a:ext uri="{FF2B5EF4-FFF2-40B4-BE49-F238E27FC236}">
                <a16:creationId xmlns:a16="http://schemas.microsoft.com/office/drawing/2014/main" id="{EEBF4112-D2CD-1D9B-4D8D-4A75425AB806}"/>
              </a:ext>
            </a:extLst>
          </p:cNvPr>
          <p:cNvSpPr>
            <a:spLocks noGrp="1"/>
          </p:cNvSpPr>
          <p:nvPr>
            <p:ph type="body" sz="quarter" idx="56" hasCustomPrompt="1"/>
          </p:nvPr>
        </p:nvSpPr>
        <p:spPr>
          <a:xfrm>
            <a:off x="6268146" y="2487054"/>
            <a:ext cx="5084064" cy="329184"/>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13" name="Text Placeholder 6">
            <a:extLst>
              <a:ext uri="{FF2B5EF4-FFF2-40B4-BE49-F238E27FC236}">
                <a16:creationId xmlns:a16="http://schemas.microsoft.com/office/drawing/2014/main" id="{6C1970BC-3C56-B758-D752-C7ACF5116F3A}"/>
              </a:ext>
            </a:extLst>
          </p:cNvPr>
          <p:cNvSpPr>
            <a:spLocks noGrp="1"/>
          </p:cNvSpPr>
          <p:nvPr>
            <p:ph type="body" sz="quarter" idx="61" hasCustomPrompt="1"/>
          </p:nvPr>
        </p:nvSpPr>
        <p:spPr>
          <a:xfrm>
            <a:off x="839786" y="2344787"/>
            <a:ext cx="5084064" cy="18288"/>
          </a:xfrm>
          <a:prstGeom prst="rect">
            <a:avLst/>
          </a:prstGeom>
          <a:solidFill>
            <a:schemeClr val="accent2"/>
          </a:solidFill>
        </p:spPr>
        <p:txBody>
          <a:bodyPr wrap="square" tIns="0" anchor="b">
            <a:spAutoFit/>
          </a:bodyPr>
          <a:lstStyle>
            <a:lvl1pPr marL="0" indent="0">
              <a:buNone/>
              <a:defRPr sz="1200" b="1" cap="none" baseline="0"/>
            </a:lvl1pPr>
          </a:lstStyle>
          <a:p>
            <a:pPr lvl="0"/>
            <a:r>
              <a:rPr lang="en-US"/>
              <a:t> </a:t>
            </a:r>
          </a:p>
        </p:txBody>
      </p:sp>
      <p:sp>
        <p:nvSpPr>
          <p:cNvPr id="15" name="Text Placeholder 6">
            <a:extLst>
              <a:ext uri="{FF2B5EF4-FFF2-40B4-BE49-F238E27FC236}">
                <a16:creationId xmlns:a16="http://schemas.microsoft.com/office/drawing/2014/main" id="{553AF32B-0C40-8BC2-A9BE-C3F92B641F85}"/>
              </a:ext>
            </a:extLst>
          </p:cNvPr>
          <p:cNvSpPr>
            <a:spLocks noGrp="1"/>
          </p:cNvSpPr>
          <p:nvPr>
            <p:ph type="body" sz="quarter" idx="62" hasCustomPrompt="1"/>
          </p:nvPr>
        </p:nvSpPr>
        <p:spPr>
          <a:xfrm>
            <a:off x="6268146" y="2344787"/>
            <a:ext cx="5084064" cy="18288"/>
          </a:xfrm>
          <a:prstGeom prst="rect">
            <a:avLst/>
          </a:prstGeom>
          <a:solidFill>
            <a:schemeClr val="accent2"/>
          </a:solidFill>
        </p:spPr>
        <p:txBody>
          <a:bodyPr wrap="square" tIns="0" anchor="b">
            <a:spAutoFit/>
          </a:bodyPr>
          <a:lstStyle>
            <a:lvl1pPr marL="0" indent="0">
              <a:buNone/>
              <a:defRPr sz="1200" b="1" cap="none" baseline="0"/>
            </a:lvl1pPr>
          </a:lstStyle>
          <a:p>
            <a:pPr lvl="0"/>
            <a:r>
              <a:rPr lang="en-US"/>
              <a:t> </a:t>
            </a:r>
          </a:p>
        </p:txBody>
      </p:sp>
      <p:sp>
        <p:nvSpPr>
          <p:cNvPr id="7" name="Text Placeholder 3">
            <a:extLst>
              <a:ext uri="{FF2B5EF4-FFF2-40B4-BE49-F238E27FC236}">
                <a16:creationId xmlns:a16="http://schemas.microsoft.com/office/drawing/2014/main" id="{D6B493A9-0215-91F6-8730-63577DE5826D}"/>
              </a:ext>
            </a:extLst>
          </p:cNvPr>
          <p:cNvSpPr>
            <a:spLocks noGrp="1"/>
          </p:cNvSpPr>
          <p:nvPr>
            <p:ph type="body" sz="quarter" idx="144" hasCustomPrompt="1"/>
          </p:nvPr>
        </p:nvSpPr>
        <p:spPr>
          <a:xfrm>
            <a:off x="839787" y="269874"/>
            <a:ext cx="10515600" cy="832104"/>
          </a:xfrm>
          <a:prstGeom prst="rect">
            <a:avLst/>
          </a:prstGeom>
        </p:spPr>
        <p:txBody>
          <a:bodyPr wrap="square" anchor="b"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29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title</a:t>
            </a:r>
          </a:p>
        </p:txBody>
      </p:sp>
      <p:sp>
        <p:nvSpPr>
          <p:cNvPr id="9" name="Text Placeholder 3">
            <a:extLst>
              <a:ext uri="{FF2B5EF4-FFF2-40B4-BE49-F238E27FC236}">
                <a16:creationId xmlns:a16="http://schemas.microsoft.com/office/drawing/2014/main" id="{768185FB-A5E0-F944-1336-C9F190A050AE}"/>
              </a:ext>
            </a:extLst>
          </p:cNvPr>
          <p:cNvSpPr>
            <a:spLocks noGrp="1"/>
          </p:cNvSpPr>
          <p:nvPr>
            <p:ph type="body" sz="quarter" idx="145" hasCustomPrompt="1"/>
          </p:nvPr>
        </p:nvSpPr>
        <p:spPr>
          <a:xfrm>
            <a:off x="839787" y="1162440"/>
            <a:ext cx="10515600" cy="192024"/>
          </a:xfrm>
          <a:prstGeom prst="rect">
            <a:avLst/>
          </a:prstGeom>
        </p:spPr>
        <p:txBody>
          <a:bodyPr wrap="square" anchor="t"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4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subtitle</a:t>
            </a:r>
          </a:p>
        </p:txBody>
      </p:sp>
      <p:sp>
        <p:nvSpPr>
          <p:cNvPr id="10" name="Slide Number Placeholder 5">
            <a:extLst>
              <a:ext uri="{FF2B5EF4-FFF2-40B4-BE49-F238E27FC236}">
                <a16:creationId xmlns:a16="http://schemas.microsoft.com/office/drawing/2014/main" id="{76B7929D-1DCB-BFCE-9B4F-FE061B239D50}"/>
              </a:ext>
            </a:extLst>
          </p:cNvPr>
          <p:cNvSpPr txBox="1">
            <a:spLocks/>
          </p:cNvSpPr>
          <p:nvPr userDrawn="1"/>
        </p:nvSpPr>
        <p:spPr>
          <a:xfrm>
            <a:off x="11515725" y="6355897"/>
            <a:ext cx="320675" cy="153888"/>
          </a:xfrm>
          <a:prstGeom prst="rect">
            <a:avLst/>
          </a:prstGeom>
        </p:spPr>
        <p:txBody>
          <a:bodyPr vert="horz" wrap="square" lIns="0" tIns="0" rIns="0" bIns="0" rtlCol="0" anchor="ctr">
            <a:spAutoFit/>
          </a:bodyPr>
          <a:lstStyle>
            <a:defPPr>
              <a:defRPr lang="en-US"/>
            </a:defPPr>
            <a:lvl1pPr marL="0" algn="r" defTabSz="914400" rtl="0" eaLnBrk="1" latinLnBrk="0" hangingPunct="1">
              <a:defRPr sz="1000" kern="1200">
                <a:solidFill>
                  <a:srgbClr val="FF00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EA29875-719B-4A39-A51C-7BDD87443D68}" type="slidenum">
              <a:rPr lang="en-US" smtClean="0">
                <a:solidFill>
                  <a:schemeClr val="tx1"/>
                </a:solidFill>
              </a:rPr>
              <a:pPr/>
              <a:t>‹#›</a:t>
            </a:fld>
            <a:endParaRPr lang="en-US">
              <a:solidFill>
                <a:schemeClr val="tx1"/>
              </a:solidFill>
            </a:endParaRPr>
          </a:p>
        </p:txBody>
      </p:sp>
      <p:sp>
        <p:nvSpPr>
          <p:cNvPr id="16" name="Slide Number Placeholder 5">
            <a:extLst>
              <a:ext uri="{FF2B5EF4-FFF2-40B4-BE49-F238E27FC236}">
                <a16:creationId xmlns:a16="http://schemas.microsoft.com/office/drawing/2014/main" id="{D9E28E06-A948-8999-3CA6-CD44903FED8D}"/>
              </a:ext>
            </a:extLst>
          </p:cNvPr>
          <p:cNvSpPr>
            <a:spLocks noGrp="1"/>
          </p:cNvSpPr>
          <p:nvPr>
            <p:ph type="sldNum" sz="quarter" idx="4"/>
          </p:nvPr>
        </p:nvSpPr>
        <p:spPr>
          <a:xfrm>
            <a:off x="11515725" y="6355897"/>
            <a:ext cx="320675" cy="153888"/>
          </a:xfrm>
          <a:prstGeom prst="rect">
            <a:avLst/>
          </a:prstGeom>
        </p:spPr>
        <p:txBody>
          <a:bodyPr vert="horz" wrap="square" lIns="0" tIns="0" rIns="0" bIns="0" rtlCol="0" anchor="ctr">
            <a:spAutoFit/>
          </a:bodyPr>
          <a:lstStyle>
            <a:lvl1pPr algn="r">
              <a:defRPr sz="1000">
                <a:solidFill>
                  <a:schemeClr val="tx1"/>
                </a:solidFill>
              </a:defRPr>
            </a:lvl1pPr>
          </a:lstStyle>
          <a:p>
            <a:fld id="{5EA29875-719B-4A39-A51C-7BDD87443D68}" type="slidenum">
              <a:rPr lang="en-US" smtClean="0"/>
              <a:pPr/>
              <a:t>‹#›</a:t>
            </a:fld>
            <a:endParaRPr lang="en-US"/>
          </a:p>
        </p:txBody>
      </p:sp>
      <p:sp>
        <p:nvSpPr>
          <p:cNvPr id="17" name="Slide Number Placeholder 5">
            <a:extLst>
              <a:ext uri="{FF2B5EF4-FFF2-40B4-BE49-F238E27FC236}">
                <a16:creationId xmlns:a16="http://schemas.microsoft.com/office/drawing/2014/main" id="{EBF1D8D3-29DE-05AE-6117-5EA0D34FE6AD}"/>
              </a:ext>
            </a:extLst>
          </p:cNvPr>
          <p:cNvSpPr txBox="1">
            <a:spLocks/>
          </p:cNvSpPr>
          <p:nvPr userDrawn="1"/>
        </p:nvSpPr>
        <p:spPr>
          <a:xfrm>
            <a:off x="11515725" y="6355897"/>
            <a:ext cx="320675" cy="153888"/>
          </a:xfrm>
          <a:prstGeom prst="rect">
            <a:avLst/>
          </a:prstGeom>
        </p:spPr>
        <p:txBody>
          <a:bodyPr vert="horz" wrap="square" lIns="0" tIns="0" rIns="0" bIns="0" rtlCol="0" anchor="ctr">
            <a:spAutoFit/>
          </a:bodyPr>
          <a:lstStyle>
            <a:defPPr>
              <a:defRPr lang="en-US"/>
            </a:defPPr>
            <a:lvl1pPr marL="0" algn="r" defTabSz="914400" rtl="0" eaLnBrk="1" latinLnBrk="0" hangingPunct="1">
              <a:defRPr sz="1000" kern="1200">
                <a:solidFill>
                  <a:srgbClr val="FF00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EA29875-719B-4A39-A51C-7BDD87443D68}" type="slidenum">
              <a:rPr lang="en-US" smtClean="0">
                <a:solidFill>
                  <a:schemeClr val="tx1"/>
                </a:solidFill>
              </a:rPr>
              <a:pPr/>
              <a:t>‹#›</a:t>
            </a:fld>
            <a:endParaRPr lang="en-US">
              <a:solidFill>
                <a:schemeClr val="tx1"/>
              </a:solidFill>
            </a:endParaRPr>
          </a:p>
        </p:txBody>
      </p:sp>
    </p:spTree>
    <p:extLst>
      <p:ext uri="{BB962C8B-B14F-4D97-AF65-F5344CB8AC3E}">
        <p14:creationId xmlns:p14="http://schemas.microsoft.com/office/powerpoint/2010/main" val="2960204796"/>
      </p:ext>
    </p:extLst>
  </p:cSld>
  <p:clrMapOvr>
    <a:masterClrMapping/>
  </p:clrMapOvr>
  <p:hf sldNum="0" hdr="0" ftr="0" dt="0"/>
  <p:extLst>
    <p:ext uri="{DCECCB84-F9BA-43D5-87BE-67443E8EF086}">
      <p15:sldGuideLst xmlns:p15="http://schemas.microsoft.com/office/powerpoint/2012/main"/>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3 x content (w/ line and blue background)">
    <p:spTree>
      <p:nvGrpSpPr>
        <p:cNvPr id="1" name=""/>
        <p:cNvGrpSpPr/>
        <p:nvPr/>
      </p:nvGrpSpPr>
      <p:grpSpPr>
        <a:xfrm>
          <a:off x="0" y="0"/>
          <a:ext cx="0" cy="0"/>
          <a:chOff x="0" y="0"/>
          <a:chExt cx="0" cy="0"/>
        </a:xfrm>
      </p:grpSpPr>
      <p:pic>
        <p:nvPicPr>
          <p:cNvPr id="2" name="Picture 1" descr="A blue and white gradient&#10;&#10;Description automatically generated">
            <a:extLst>
              <a:ext uri="{FF2B5EF4-FFF2-40B4-BE49-F238E27FC236}">
                <a16:creationId xmlns:a16="http://schemas.microsoft.com/office/drawing/2014/main" id="{6247D425-989F-8B0D-CB9C-BC7963929277}"/>
              </a:ext>
            </a:extLst>
          </p:cNvPr>
          <p:cNvPicPr>
            <a:picLocks noChangeAspect="1"/>
          </p:cNvPicPr>
          <p:nvPr userDrawn="1"/>
        </p:nvPicPr>
        <p:blipFill rotWithShape="1">
          <a:blip r:embed="rId2"/>
          <a:srcRect l="19791" t="1586" r="22186"/>
          <a:stretch/>
        </p:blipFill>
        <p:spPr>
          <a:xfrm rot="10800000">
            <a:off x="0" y="-11458"/>
            <a:ext cx="12192000" cy="6875113"/>
          </a:xfrm>
          <a:prstGeom prst="rect">
            <a:avLst/>
          </a:prstGeom>
        </p:spPr>
      </p:pic>
      <p:pic>
        <p:nvPicPr>
          <p:cNvPr id="19" name="Graphic 18">
            <a:extLst>
              <a:ext uri="{FF2B5EF4-FFF2-40B4-BE49-F238E27FC236}">
                <a16:creationId xmlns:a16="http://schemas.microsoft.com/office/drawing/2014/main" id="{E2ADF8A8-3460-FA94-F54A-7EE5AC0E4207}"/>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839788" y="6323831"/>
            <a:ext cx="1149756" cy="228489"/>
          </a:xfrm>
          <a:prstGeom prst="rect">
            <a:avLst/>
          </a:prstGeom>
        </p:spPr>
      </p:pic>
      <p:sp>
        <p:nvSpPr>
          <p:cNvPr id="3" name="Content Placeholder 7">
            <a:extLst>
              <a:ext uri="{FF2B5EF4-FFF2-40B4-BE49-F238E27FC236}">
                <a16:creationId xmlns:a16="http://schemas.microsoft.com/office/drawing/2014/main" id="{37F7A1C1-D254-DBC8-D693-C5C560AACC5E}"/>
              </a:ext>
            </a:extLst>
          </p:cNvPr>
          <p:cNvSpPr>
            <a:spLocks noGrp="1"/>
          </p:cNvSpPr>
          <p:nvPr>
            <p:ph sz="quarter" idx="22"/>
          </p:nvPr>
        </p:nvSpPr>
        <p:spPr>
          <a:xfrm>
            <a:off x="839786" y="2973311"/>
            <a:ext cx="3282696" cy="3211589"/>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6">
            <a:extLst>
              <a:ext uri="{FF2B5EF4-FFF2-40B4-BE49-F238E27FC236}">
                <a16:creationId xmlns:a16="http://schemas.microsoft.com/office/drawing/2014/main" id="{FC036677-DD4B-7BC1-0082-64910B2D46CE}"/>
              </a:ext>
            </a:extLst>
          </p:cNvPr>
          <p:cNvSpPr>
            <a:spLocks noGrp="1"/>
          </p:cNvSpPr>
          <p:nvPr>
            <p:ph type="body" sz="quarter" idx="42" hasCustomPrompt="1"/>
          </p:nvPr>
        </p:nvSpPr>
        <p:spPr>
          <a:xfrm>
            <a:off x="839786" y="2487054"/>
            <a:ext cx="3282696" cy="329184"/>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7" name="Content Placeholder 7">
            <a:extLst>
              <a:ext uri="{FF2B5EF4-FFF2-40B4-BE49-F238E27FC236}">
                <a16:creationId xmlns:a16="http://schemas.microsoft.com/office/drawing/2014/main" id="{36900377-6F4C-4278-1DB5-11FAFC2B14EE}"/>
              </a:ext>
            </a:extLst>
          </p:cNvPr>
          <p:cNvSpPr>
            <a:spLocks noGrp="1"/>
          </p:cNvSpPr>
          <p:nvPr>
            <p:ph sz="quarter" idx="55"/>
          </p:nvPr>
        </p:nvSpPr>
        <p:spPr>
          <a:xfrm>
            <a:off x="4454650" y="2973311"/>
            <a:ext cx="3282696" cy="3211589"/>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6">
            <a:extLst>
              <a:ext uri="{FF2B5EF4-FFF2-40B4-BE49-F238E27FC236}">
                <a16:creationId xmlns:a16="http://schemas.microsoft.com/office/drawing/2014/main" id="{8E47D00A-6CF5-7972-808C-D5CECCE3B40F}"/>
              </a:ext>
            </a:extLst>
          </p:cNvPr>
          <p:cNvSpPr>
            <a:spLocks noGrp="1"/>
          </p:cNvSpPr>
          <p:nvPr>
            <p:ph type="body" sz="quarter" idx="56" hasCustomPrompt="1"/>
          </p:nvPr>
        </p:nvSpPr>
        <p:spPr>
          <a:xfrm>
            <a:off x="4454650" y="2487054"/>
            <a:ext cx="3282696" cy="329184"/>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10" name="Content Placeholder 7">
            <a:extLst>
              <a:ext uri="{FF2B5EF4-FFF2-40B4-BE49-F238E27FC236}">
                <a16:creationId xmlns:a16="http://schemas.microsoft.com/office/drawing/2014/main" id="{57F365E9-068E-9ACA-44ED-9DB373F64EFF}"/>
              </a:ext>
            </a:extLst>
          </p:cNvPr>
          <p:cNvSpPr>
            <a:spLocks noGrp="1"/>
          </p:cNvSpPr>
          <p:nvPr>
            <p:ph sz="quarter" idx="57"/>
          </p:nvPr>
        </p:nvSpPr>
        <p:spPr>
          <a:xfrm>
            <a:off x="8069514" y="2973311"/>
            <a:ext cx="3282696" cy="3211589"/>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Text Placeholder 6">
            <a:extLst>
              <a:ext uri="{FF2B5EF4-FFF2-40B4-BE49-F238E27FC236}">
                <a16:creationId xmlns:a16="http://schemas.microsoft.com/office/drawing/2014/main" id="{B13D299B-344E-B604-C1F9-301BDF21970A}"/>
              </a:ext>
            </a:extLst>
          </p:cNvPr>
          <p:cNvSpPr>
            <a:spLocks noGrp="1"/>
          </p:cNvSpPr>
          <p:nvPr>
            <p:ph type="body" sz="quarter" idx="58" hasCustomPrompt="1"/>
          </p:nvPr>
        </p:nvSpPr>
        <p:spPr>
          <a:xfrm>
            <a:off x="8069514" y="2487054"/>
            <a:ext cx="3282696" cy="329184"/>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17" name="Text Placeholder 6">
            <a:extLst>
              <a:ext uri="{FF2B5EF4-FFF2-40B4-BE49-F238E27FC236}">
                <a16:creationId xmlns:a16="http://schemas.microsoft.com/office/drawing/2014/main" id="{EE531DE9-7D37-F2B6-730E-B4786409A3E6}"/>
              </a:ext>
            </a:extLst>
          </p:cNvPr>
          <p:cNvSpPr>
            <a:spLocks noGrp="1"/>
          </p:cNvSpPr>
          <p:nvPr>
            <p:ph type="body" sz="quarter" idx="61" hasCustomPrompt="1"/>
          </p:nvPr>
        </p:nvSpPr>
        <p:spPr>
          <a:xfrm>
            <a:off x="839786" y="2344787"/>
            <a:ext cx="3282696" cy="18288"/>
          </a:xfrm>
          <a:prstGeom prst="rect">
            <a:avLst/>
          </a:prstGeom>
          <a:solidFill>
            <a:schemeClr val="accent2"/>
          </a:solidFill>
        </p:spPr>
        <p:txBody>
          <a:bodyPr wrap="square" tIns="0" anchor="b">
            <a:spAutoFit/>
          </a:bodyPr>
          <a:lstStyle>
            <a:lvl1pPr marL="0" indent="0">
              <a:buNone/>
              <a:defRPr sz="1200" b="1" cap="none" baseline="0"/>
            </a:lvl1pPr>
          </a:lstStyle>
          <a:p>
            <a:pPr lvl="0"/>
            <a:r>
              <a:rPr lang="en-US"/>
              <a:t> </a:t>
            </a:r>
          </a:p>
        </p:txBody>
      </p:sp>
      <p:sp>
        <p:nvSpPr>
          <p:cNvPr id="18" name="Text Placeholder 6">
            <a:extLst>
              <a:ext uri="{FF2B5EF4-FFF2-40B4-BE49-F238E27FC236}">
                <a16:creationId xmlns:a16="http://schemas.microsoft.com/office/drawing/2014/main" id="{37C4B96F-E9BB-D9E6-CF81-55DE2653EA99}"/>
              </a:ext>
            </a:extLst>
          </p:cNvPr>
          <p:cNvSpPr>
            <a:spLocks noGrp="1"/>
          </p:cNvSpPr>
          <p:nvPr>
            <p:ph type="body" sz="quarter" idx="62" hasCustomPrompt="1"/>
          </p:nvPr>
        </p:nvSpPr>
        <p:spPr>
          <a:xfrm>
            <a:off x="4454650" y="2344787"/>
            <a:ext cx="3282696" cy="18288"/>
          </a:xfrm>
          <a:prstGeom prst="rect">
            <a:avLst/>
          </a:prstGeom>
          <a:solidFill>
            <a:schemeClr val="accent2"/>
          </a:solidFill>
        </p:spPr>
        <p:txBody>
          <a:bodyPr wrap="square" tIns="0" anchor="b">
            <a:spAutoFit/>
          </a:bodyPr>
          <a:lstStyle>
            <a:lvl1pPr marL="0" indent="0">
              <a:buNone/>
              <a:defRPr sz="1200" b="1" cap="none" baseline="0"/>
            </a:lvl1pPr>
          </a:lstStyle>
          <a:p>
            <a:pPr lvl="0"/>
            <a:r>
              <a:rPr lang="en-US"/>
              <a:t> </a:t>
            </a:r>
          </a:p>
        </p:txBody>
      </p:sp>
      <p:sp>
        <p:nvSpPr>
          <p:cNvPr id="20" name="Text Placeholder 6">
            <a:extLst>
              <a:ext uri="{FF2B5EF4-FFF2-40B4-BE49-F238E27FC236}">
                <a16:creationId xmlns:a16="http://schemas.microsoft.com/office/drawing/2014/main" id="{2C9CFB92-510C-A2A8-62FD-FB8480632FAA}"/>
              </a:ext>
            </a:extLst>
          </p:cNvPr>
          <p:cNvSpPr>
            <a:spLocks noGrp="1"/>
          </p:cNvSpPr>
          <p:nvPr>
            <p:ph type="body" sz="quarter" idx="63" hasCustomPrompt="1"/>
          </p:nvPr>
        </p:nvSpPr>
        <p:spPr>
          <a:xfrm>
            <a:off x="8069514" y="2344787"/>
            <a:ext cx="3282696" cy="18288"/>
          </a:xfrm>
          <a:prstGeom prst="rect">
            <a:avLst/>
          </a:prstGeom>
          <a:solidFill>
            <a:schemeClr val="accent2"/>
          </a:solidFill>
        </p:spPr>
        <p:txBody>
          <a:bodyPr wrap="square" tIns="0" anchor="b">
            <a:spAutoFit/>
          </a:bodyPr>
          <a:lstStyle>
            <a:lvl1pPr marL="0" indent="0">
              <a:buNone/>
              <a:defRPr sz="1200" b="1" cap="none" baseline="0"/>
            </a:lvl1pPr>
          </a:lstStyle>
          <a:p>
            <a:pPr lvl="0"/>
            <a:r>
              <a:rPr lang="en-US"/>
              <a:t> </a:t>
            </a:r>
          </a:p>
        </p:txBody>
      </p:sp>
      <p:sp>
        <p:nvSpPr>
          <p:cNvPr id="11" name="Text Placeholder 3">
            <a:extLst>
              <a:ext uri="{FF2B5EF4-FFF2-40B4-BE49-F238E27FC236}">
                <a16:creationId xmlns:a16="http://schemas.microsoft.com/office/drawing/2014/main" id="{F5B882E5-4277-AF2A-76AD-629019B83A4F}"/>
              </a:ext>
            </a:extLst>
          </p:cNvPr>
          <p:cNvSpPr>
            <a:spLocks noGrp="1"/>
          </p:cNvSpPr>
          <p:nvPr>
            <p:ph type="body" sz="quarter" idx="144" hasCustomPrompt="1"/>
          </p:nvPr>
        </p:nvSpPr>
        <p:spPr>
          <a:xfrm>
            <a:off x="839787" y="269874"/>
            <a:ext cx="10515600" cy="832104"/>
          </a:xfrm>
          <a:prstGeom prst="rect">
            <a:avLst/>
          </a:prstGeom>
        </p:spPr>
        <p:txBody>
          <a:bodyPr wrap="square" anchor="b"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29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title</a:t>
            </a:r>
          </a:p>
        </p:txBody>
      </p:sp>
      <p:sp>
        <p:nvSpPr>
          <p:cNvPr id="12" name="Text Placeholder 3">
            <a:extLst>
              <a:ext uri="{FF2B5EF4-FFF2-40B4-BE49-F238E27FC236}">
                <a16:creationId xmlns:a16="http://schemas.microsoft.com/office/drawing/2014/main" id="{975AF096-9ACE-B36B-EA47-9CB14097F394}"/>
              </a:ext>
            </a:extLst>
          </p:cNvPr>
          <p:cNvSpPr>
            <a:spLocks noGrp="1"/>
          </p:cNvSpPr>
          <p:nvPr>
            <p:ph type="body" sz="quarter" idx="145" hasCustomPrompt="1"/>
          </p:nvPr>
        </p:nvSpPr>
        <p:spPr>
          <a:xfrm>
            <a:off x="839787" y="1162440"/>
            <a:ext cx="10515600" cy="192024"/>
          </a:xfrm>
          <a:prstGeom prst="rect">
            <a:avLst/>
          </a:prstGeom>
        </p:spPr>
        <p:txBody>
          <a:bodyPr wrap="square" anchor="t"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4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subtitle</a:t>
            </a:r>
          </a:p>
        </p:txBody>
      </p:sp>
      <p:sp>
        <p:nvSpPr>
          <p:cNvPr id="13" name="Slide Number Placeholder 5">
            <a:extLst>
              <a:ext uri="{FF2B5EF4-FFF2-40B4-BE49-F238E27FC236}">
                <a16:creationId xmlns:a16="http://schemas.microsoft.com/office/drawing/2014/main" id="{F74663C7-7DFD-434E-D12C-055DC8C5C08B}"/>
              </a:ext>
            </a:extLst>
          </p:cNvPr>
          <p:cNvSpPr txBox="1">
            <a:spLocks/>
          </p:cNvSpPr>
          <p:nvPr userDrawn="1"/>
        </p:nvSpPr>
        <p:spPr>
          <a:xfrm>
            <a:off x="11515725" y="6355897"/>
            <a:ext cx="320675" cy="153888"/>
          </a:xfrm>
          <a:prstGeom prst="rect">
            <a:avLst/>
          </a:prstGeom>
        </p:spPr>
        <p:txBody>
          <a:bodyPr vert="horz" wrap="square" lIns="0" tIns="0" rIns="0" bIns="0" rtlCol="0" anchor="ctr">
            <a:spAutoFit/>
          </a:bodyPr>
          <a:lstStyle>
            <a:defPPr>
              <a:defRPr lang="en-US"/>
            </a:defPPr>
            <a:lvl1pPr marL="0" algn="r" defTabSz="914400" rtl="0" eaLnBrk="1" latinLnBrk="0" hangingPunct="1">
              <a:defRPr sz="1000" kern="1200">
                <a:solidFill>
                  <a:srgbClr val="FF00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EA29875-719B-4A39-A51C-7BDD87443D68}" type="slidenum">
              <a:rPr lang="en-US" smtClean="0">
                <a:solidFill>
                  <a:schemeClr val="tx1"/>
                </a:solidFill>
              </a:rPr>
              <a:pPr/>
              <a:t>‹#›</a:t>
            </a:fld>
            <a:endParaRPr lang="en-US">
              <a:solidFill>
                <a:schemeClr val="tx1"/>
              </a:solidFill>
            </a:endParaRPr>
          </a:p>
        </p:txBody>
      </p:sp>
      <p:sp>
        <p:nvSpPr>
          <p:cNvPr id="15" name="Slide Number Placeholder 5">
            <a:extLst>
              <a:ext uri="{FF2B5EF4-FFF2-40B4-BE49-F238E27FC236}">
                <a16:creationId xmlns:a16="http://schemas.microsoft.com/office/drawing/2014/main" id="{68C35EAF-8A26-05CF-FBE2-1D16AC7CD54A}"/>
              </a:ext>
            </a:extLst>
          </p:cNvPr>
          <p:cNvSpPr>
            <a:spLocks noGrp="1"/>
          </p:cNvSpPr>
          <p:nvPr>
            <p:ph type="sldNum" sz="quarter" idx="4"/>
          </p:nvPr>
        </p:nvSpPr>
        <p:spPr>
          <a:xfrm>
            <a:off x="11515725" y="6355897"/>
            <a:ext cx="320675" cy="153888"/>
          </a:xfrm>
          <a:prstGeom prst="rect">
            <a:avLst/>
          </a:prstGeom>
        </p:spPr>
        <p:txBody>
          <a:bodyPr vert="horz" wrap="square" lIns="0" tIns="0" rIns="0" bIns="0" rtlCol="0" anchor="ctr">
            <a:spAutoFit/>
          </a:bodyPr>
          <a:lstStyle>
            <a:lvl1pPr algn="r">
              <a:defRPr sz="1000">
                <a:solidFill>
                  <a:schemeClr val="tx1"/>
                </a:solidFill>
              </a:defRPr>
            </a:lvl1pPr>
          </a:lstStyle>
          <a:p>
            <a:fld id="{5EA29875-719B-4A39-A51C-7BDD87443D68}" type="slidenum">
              <a:rPr lang="en-US" smtClean="0"/>
              <a:pPr/>
              <a:t>‹#›</a:t>
            </a:fld>
            <a:endParaRPr lang="en-US"/>
          </a:p>
        </p:txBody>
      </p:sp>
      <p:sp>
        <p:nvSpPr>
          <p:cNvPr id="21" name="Slide Number Placeholder 5">
            <a:extLst>
              <a:ext uri="{FF2B5EF4-FFF2-40B4-BE49-F238E27FC236}">
                <a16:creationId xmlns:a16="http://schemas.microsoft.com/office/drawing/2014/main" id="{9F448815-8ACE-68CB-44F9-E8E6FFBAFB3A}"/>
              </a:ext>
            </a:extLst>
          </p:cNvPr>
          <p:cNvSpPr txBox="1">
            <a:spLocks/>
          </p:cNvSpPr>
          <p:nvPr userDrawn="1"/>
        </p:nvSpPr>
        <p:spPr>
          <a:xfrm>
            <a:off x="11515725" y="6355897"/>
            <a:ext cx="320675" cy="153888"/>
          </a:xfrm>
          <a:prstGeom prst="rect">
            <a:avLst/>
          </a:prstGeom>
        </p:spPr>
        <p:txBody>
          <a:bodyPr vert="horz" wrap="square" lIns="0" tIns="0" rIns="0" bIns="0" rtlCol="0" anchor="ctr">
            <a:spAutoFit/>
          </a:bodyPr>
          <a:lstStyle>
            <a:defPPr>
              <a:defRPr lang="en-US"/>
            </a:defPPr>
            <a:lvl1pPr marL="0" algn="r" defTabSz="914400" rtl="0" eaLnBrk="1" latinLnBrk="0" hangingPunct="1">
              <a:defRPr sz="1000" kern="1200">
                <a:solidFill>
                  <a:srgbClr val="FF00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EA29875-719B-4A39-A51C-7BDD87443D68}" type="slidenum">
              <a:rPr lang="en-US" smtClean="0">
                <a:solidFill>
                  <a:schemeClr val="tx1"/>
                </a:solidFill>
              </a:rPr>
              <a:pPr/>
              <a:t>‹#›</a:t>
            </a:fld>
            <a:endParaRPr lang="en-US">
              <a:solidFill>
                <a:schemeClr val="tx1"/>
              </a:solidFill>
            </a:endParaRPr>
          </a:p>
        </p:txBody>
      </p:sp>
    </p:spTree>
    <p:extLst>
      <p:ext uri="{BB962C8B-B14F-4D97-AF65-F5344CB8AC3E}">
        <p14:creationId xmlns:p14="http://schemas.microsoft.com/office/powerpoint/2010/main" val="2507406005"/>
      </p:ext>
    </p:extLst>
  </p:cSld>
  <p:clrMapOvr>
    <a:masterClrMapping/>
  </p:clrMapOvr>
  <p:hf sldNum="0" hdr="0" ftr="0" dt="0"/>
  <p:extLst>
    <p:ext uri="{DCECCB84-F9BA-43D5-87BE-67443E8EF086}">
      <p15:sldGuideLst xmlns:p15="http://schemas.microsoft.com/office/powerpoint/2012/main"/>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4 x content (w/ line and blue background)">
    <p:spTree>
      <p:nvGrpSpPr>
        <p:cNvPr id="1" name=""/>
        <p:cNvGrpSpPr/>
        <p:nvPr/>
      </p:nvGrpSpPr>
      <p:grpSpPr>
        <a:xfrm>
          <a:off x="0" y="0"/>
          <a:ext cx="0" cy="0"/>
          <a:chOff x="0" y="0"/>
          <a:chExt cx="0" cy="0"/>
        </a:xfrm>
      </p:grpSpPr>
      <p:pic>
        <p:nvPicPr>
          <p:cNvPr id="2" name="Picture 1" descr="A blue and white gradient&#10;&#10;Description automatically generated">
            <a:extLst>
              <a:ext uri="{FF2B5EF4-FFF2-40B4-BE49-F238E27FC236}">
                <a16:creationId xmlns:a16="http://schemas.microsoft.com/office/drawing/2014/main" id="{6247D425-989F-8B0D-CB9C-BC7963929277}"/>
              </a:ext>
            </a:extLst>
          </p:cNvPr>
          <p:cNvPicPr>
            <a:picLocks noChangeAspect="1"/>
          </p:cNvPicPr>
          <p:nvPr userDrawn="1"/>
        </p:nvPicPr>
        <p:blipFill rotWithShape="1">
          <a:blip r:embed="rId2"/>
          <a:srcRect l="19791" t="1586" r="22186"/>
          <a:stretch/>
        </p:blipFill>
        <p:spPr>
          <a:xfrm rot="10800000">
            <a:off x="0" y="-11458"/>
            <a:ext cx="12192000" cy="6875113"/>
          </a:xfrm>
          <a:prstGeom prst="rect">
            <a:avLst/>
          </a:prstGeom>
        </p:spPr>
      </p:pic>
      <p:pic>
        <p:nvPicPr>
          <p:cNvPr id="19" name="Graphic 18">
            <a:extLst>
              <a:ext uri="{FF2B5EF4-FFF2-40B4-BE49-F238E27FC236}">
                <a16:creationId xmlns:a16="http://schemas.microsoft.com/office/drawing/2014/main" id="{E2ADF8A8-3460-FA94-F54A-7EE5AC0E4207}"/>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839788" y="6323831"/>
            <a:ext cx="1149756" cy="228489"/>
          </a:xfrm>
          <a:prstGeom prst="rect">
            <a:avLst/>
          </a:prstGeom>
        </p:spPr>
      </p:pic>
      <p:sp>
        <p:nvSpPr>
          <p:cNvPr id="4" name="Content Placeholder 7">
            <a:extLst>
              <a:ext uri="{FF2B5EF4-FFF2-40B4-BE49-F238E27FC236}">
                <a16:creationId xmlns:a16="http://schemas.microsoft.com/office/drawing/2014/main" id="{4A6850C8-4C08-AD26-4B65-208F11B9CE6C}"/>
              </a:ext>
            </a:extLst>
          </p:cNvPr>
          <p:cNvSpPr>
            <a:spLocks noGrp="1"/>
          </p:cNvSpPr>
          <p:nvPr>
            <p:ph sz="quarter" idx="22"/>
          </p:nvPr>
        </p:nvSpPr>
        <p:spPr>
          <a:xfrm>
            <a:off x="839786" y="2973311"/>
            <a:ext cx="2377440" cy="3211589"/>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Text Placeholder 6">
            <a:extLst>
              <a:ext uri="{FF2B5EF4-FFF2-40B4-BE49-F238E27FC236}">
                <a16:creationId xmlns:a16="http://schemas.microsoft.com/office/drawing/2014/main" id="{74B0EBCC-9BA0-AA62-74F0-3BE770EE5CD2}"/>
              </a:ext>
            </a:extLst>
          </p:cNvPr>
          <p:cNvSpPr>
            <a:spLocks noGrp="1"/>
          </p:cNvSpPr>
          <p:nvPr>
            <p:ph type="body" sz="quarter" idx="42" hasCustomPrompt="1"/>
          </p:nvPr>
        </p:nvSpPr>
        <p:spPr>
          <a:xfrm>
            <a:off x="839786" y="2487054"/>
            <a:ext cx="2377440" cy="329184"/>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11" name="Content Placeholder 7">
            <a:extLst>
              <a:ext uri="{FF2B5EF4-FFF2-40B4-BE49-F238E27FC236}">
                <a16:creationId xmlns:a16="http://schemas.microsoft.com/office/drawing/2014/main" id="{DBE9A169-E219-DA54-A7EB-D8D9B13D1115}"/>
              </a:ext>
            </a:extLst>
          </p:cNvPr>
          <p:cNvSpPr>
            <a:spLocks noGrp="1"/>
          </p:cNvSpPr>
          <p:nvPr>
            <p:ph sz="quarter" idx="55"/>
          </p:nvPr>
        </p:nvSpPr>
        <p:spPr>
          <a:xfrm>
            <a:off x="3551447" y="2973311"/>
            <a:ext cx="2377440" cy="3211589"/>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Text Placeholder 6">
            <a:extLst>
              <a:ext uri="{FF2B5EF4-FFF2-40B4-BE49-F238E27FC236}">
                <a16:creationId xmlns:a16="http://schemas.microsoft.com/office/drawing/2014/main" id="{9C5922A6-65AB-96A2-5E67-81D1743C1131}"/>
              </a:ext>
            </a:extLst>
          </p:cNvPr>
          <p:cNvSpPr>
            <a:spLocks noGrp="1"/>
          </p:cNvSpPr>
          <p:nvPr>
            <p:ph type="body" sz="quarter" idx="56" hasCustomPrompt="1"/>
          </p:nvPr>
        </p:nvSpPr>
        <p:spPr>
          <a:xfrm>
            <a:off x="3551447" y="2487054"/>
            <a:ext cx="2377440" cy="329184"/>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13" name="Content Placeholder 7">
            <a:extLst>
              <a:ext uri="{FF2B5EF4-FFF2-40B4-BE49-F238E27FC236}">
                <a16:creationId xmlns:a16="http://schemas.microsoft.com/office/drawing/2014/main" id="{579261AF-FE66-B839-170A-E33BD9074CED}"/>
              </a:ext>
            </a:extLst>
          </p:cNvPr>
          <p:cNvSpPr>
            <a:spLocks noGrp="1"/>
          </p:cNvSpPr>
          <p:nvPr>
            <p:ph sz="quarter" idx="57"/>
          </p:nvPr>
        </p:nvSpPr>
        <p:spPr>
          <a:xfrm>
            <a:off x="6263108" y="2973311"/>
            <a:ext cx="2377440" cy="3211589"/>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Text Placeholder 6">
            <a:extLst>
              <a:ext uri="{FF2B5EF4-FFF2-40B4-BE49-F238E27FC236}">
                <a16:creationId xmlns:a16="http://schemas.microsoft.com/office/drawing/2014/main" id="{F2D62633-499A-0F22-73AA-1126FD9E1EA5}"/>
              </a:ext>
            </a:extLst>
          </p:cNvPr>
          <p:cNvSpPr>
            <a:spLocks noGrp="1"/>
          </p:cNvSpPr>
          <p:nvPr>
            <p:ph type="body" sz="quarter" idx="58" hasCustomPrompt="1"/>
          </p:nvPr>
        </p:nvSpPr>
        <p:spPr>
          <a:xfrm>
            <a:off x="6263108" y="2487054"/>
            <a:ext cx="2377440" cy="329184"/>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21" name="Content Placeholder 7">
            <a:extLst>
              <a:ext uri="{FF2B5EF4-FFF2-40B4-BE49-F238E27FC236}">
                <a16:creationId xmlns:a16="http://schemas.microsoft.com/office/drawing/2014/main" id="{707C57C3-F0DD-DC3E-D885-5D4825521040}"/>
              </a:ext>
            </a:extLst>
          </p:cNvPr>
          <p:cNvSpPr>
            <a:spLocks noGrp="1"/>
          </p:cNvSpPr>
          <p:nvPr>
            <p:ph sz="quarter" idx="59"/>
          </p:nvPr>
        </p:nvSpPr>
        <p:spPr>
          <a:xfrm>
            <a:off x="8974770" y="2973311"/>
            <a:ext cx="2377440" cy="3211589"/>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2" name="Text Placeholder 6">
            <a:extLst>
              <a:ext uri="{FF2B5EF4-FFF2-40B4-BE49-F238E27FC236}">
                <a16:creationId xmlns:a16="http://schemas.microsoft.com/office/drawing/2014/main" id="{F769A465-C830-601E-4E74-9583FB4E8901}"/>
              </a:ext>
            </a:extLst>
          </p:cNvPr>
          <p:cNvSpPr>
            <a:spLocks noGrp="1"/>
          </p:cNvSpPr>
          <p:nvPr>
            <p:ph type="body" sz="quarter" idx="60" hasCustomPrompt="1"/>
          </p:nvPr>
        </p:nvSpPr>
        <p:spPr>
          <a:xfrm>
            <a:off x="8974770" y="2487054"/>
            <a:ext cx="2377440" cy="329184"/>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23" name="Text Placeholder 6">
            <a:extLst>
              <a:ext uri="{FF2B5EF4-FFF2-40B4-BE49-F238E27FC236}">
                <a16:creationId xmlns:a16="http://schemas.microsoft.com/office/drawing/2014/main" id="{F93E6C26-277F-7EE2-09AA-570FFE4CFD58}"/>
              </a:ext>
            </a:extLst>
          </p:cNvPr>
          <p:cNvSpPr>
            <a:spLocks noGrp="1"/>
          </p:cNvSpPr>
          <p:nvPr>
            <p:ph type="body" sz="quarter" idx="61" hasCustomPrompt="1"/>
          </p:nvPr>
        </p:nvSpPr>
        <p:spPr>
          <a:xfrm>
            <a:off x="839786" y="2344787"/>
            <a:ext cx="2377440" cy="18288"/>
          </a:xfrm>
          <a:prstGeom prst="rect">
            <a:avLst/>
          </a:prstGeom>
          <a:solidFill>
            <a:schemeClr val="accent2"/>
          </a:solidFill>
        </p:spPr>
        <p:txBody>
          <a:bodyPr wrap="square" tIns="0" anchor="b">
            <a:spAutoFit/>
          </a:bodyPr>
          <a:lstStyle>
            <a:lvl1pPr marL="0" indent="0">
              <a:buNone/>
              <a:defRPr sz="1200" b="1" cap="none" baseline="0"/>
            </a:lvl1pPr>
          </a:lstStyle>
          <a:p>
            <a:pPr lvl="0"/>
            <a:r>
              <a:rPr lang="en-US"/>
              <a:t> </a:t>
            </a:r>
          </a:p>
        </p:txBody>
      </p:sp>
      <p:sp>
        <p:nvSpPr>
          <p:cNvPr id="24" name="Text Placeholder 6">
            <a:extLst>
              <a:ext uri="{FF2B5EF4-FFF2-40B4-BE49-F238E27FC236}">
                <a16:creationId xmlns:a16="http://schemas.microsoft.com/office/drawing/2014/main" id="{5BE5EB32-77D8-340C-C233-2790298D19FF}"/>
              </a:ext>
            </a:extLst>
          </p:cNvPr>
          <p:cNvSpPr>
            <a:spLocks noGrp="1"/>
          </p:cNvSpPr>
          <p:nvPr>
            <p:ph type="body" sz="quarter" idx="62" hasCustomPrompt="1"/>
          </p:nvPr>
        </p:nvSpPr>
        <p:spPr>
          <a:xfrm>
            <a:off x="3551447" y="2344787"/>
            <a:ext cx="2377440" cy="18288"/>
          </a:xfrm>
          <a:prstGeom prst="rect">
            <a:avLst/>
          </a:prstGeom>
          <a:solidFill>
            <a:schemeClr val="accent2"/>
          </a:solidFill>
        </p:spPr>
        <p:txBody>
          <a:bodyPr wrap="square" tIns="0" anchor="b">
            <a:spAutoFit/>
          </a:bodyPr>
          <a:lstStyle>
            <a:lvl1pPr marL="0" indent="0">
              <a:buNone/>
              <a:defRPr sz="1200" b="1" cap="none" baseline="0"/>
            </a:lvl1pPr>
          </a:lstStyle>
          <a:p>
            <a:pPr lvl="0"/>
            <a:r>
              <a:rPr lang="en-US"/>
              <a:t> </a:t>
            </a:r>
          </a:p>
        </p:txBody>
      </p:sp>
      <p:sp>
        <p:nvSpPr>
          <p:cNvPr id="25" name="Text Placeholder 6">
            <a:extLst>
              <a:ext uri="{FF2B5EF4-FFF2-40B4-BE49-F238E27FC236}">
                <a16:creationId xmlns:a16="http://schemas.microsoft.com/office/drawing/2014/main" id="{F26A9BA2-4265-147C-C20D-07ADF2818323}"/>
              </a:ext>
            </a:extLst>
          </p:cNvPr>
          <p:cNvSpPr>
            <a:spLocks noGrp="1"/>
          </p:cNvSpPr>
          <p:nvPr>
            <p:ph type="body" sz="quarter" idx="63" hasCustomPrompt="1"/>
          </p:nvPr>
        </p:nvSpPr>
        <p:spPr>
          <a:xfrm>
            <a:off x="6263108" y="2344787"/>
            <a:ext cx="2377440" cy="18288"/>
          </a:xfrm>
          <a:prstGeom prst="rect">
            <a:avLst/>
          </a:prstGeom>
          <a:solidFill>
            <a:schemeClr val="accent2"/>
          </a:solidFill>
        </p:spPr>
        <p:txBody>
          <a:bodyPr wrap="square" tIns="0" anchor="b">
            <a:spAutoFit/>
          </a:bodyPr>
          <a:lstStyle>
            <a:lvl1pPr marL="0" indent="0">
              <a:buNone/>
              <a:defRPr sz="1200" b="1" cap="none" baseline="0"/>
            </a:lvl1pPr>
          </a:lstStyle>
          <a:p>
            <a:pPr lvl="0"/>
            <a:r>
              <a:rPr lang="en-US"/>
              <a:t> </a:t>
            </a:r>
          </a:p>
        </p:txBody>
      </p:sp>
      <p:sp>
        <p:nvSpPr>
          <p:cNvPr id="26" name="Text Placeholder 6">
            <a:extLst>
              <a:ext uri="{FF2B5EF4-FFF2-40B4-BE49-F238E27FC236}">
                <a16:creationId xmlns:a16="http://schemas.microsoft.com/office/drawing/2014/main" id="{7E511664-07DC-05FD-3971-4BBA057E1FD1}"/>
              </a:ext>
            </a:extLst>
          </p:cNvPr>
          <p:cNvSpPr>
            <a:spLocks noGrp="1"/>
          </p:cNvSpPr>
          <p:nvPr>
            <p:ph type="body" sz="quarter" idx="64" hasCustomPrompt="1"/>
          </p:nvPr>
        </p:nvSpPr>
        <p:spPr>
          <a:xfrm>
            <a:off x="8974770" y="2344787"/>
            <a:ext cx="2377440" cy="18288"/>
          </a:xfrm>
          <a:prstGeom prst="rect">
            <a:avLst/>
          </a:prstGeom>
          <a:solidFill>
            <a:schemeClr val="accent2"/>
          </a:solidFill>
        </p:spPr>
        <p:txBody>
          <a:bodyPr wrap="square" tIns="0" anchor="b">
            <a:spAutoFit/>
          </a:bodyPr>
          <a:lstStyle>
            <a:lvl1pPr marL="0" indent="0">
              <a:buNone/>
              <a:defRPr sz="1200" b="1" cap="none" baseline="0"/>
            </a:lvl1pPr>
          </a:lstStyle>
          <a:p>
            <a:pPr lvl="0"/>
            <a:r>
              <a:rPr lang="en-US"/>
              <a:t> </a:t>
            </a:r>
          </a:p>
        </p:txBody>
      </p:sp>
      <p:sp>
        <p:nvSpPr>
          <p:cNvPr id="7" name="Text Placeholder 3">
            <a:extLst>
              <a:ext uri="{FF2B5EF4-FFF2-40B4-BE49-F238E27FC236}">
                <a16:creationId xmlns:a16="http://schemas.microsoft.com/office/drawing/2014/main" id="{7624BE71-6287-A60C-D988-C20AC9B063D7}"/>
              </a:ext>
            </a:extLst>
          </p:cNvPr>
          <p:cNvSpPr>
            <a:spLocks noGrp="1"/>
          </p:cNvSpPr>
          <p:nvPr>
            <p:ph type="body" sz="quarter" idx="144" hasCustomPrompt="1"/>
          </p:nvPr>
        </p:nvSpPr>
        <p:spPr>
          <a:xfrm>
            <a:off x="839787" y="269874"/>
            <a:ext cx="10515600" cy="832104"/>
          </a:xfrm>
          <a:prstGeom prst="rect">
            <a:avLst/>
          </a:prstGeom>
        </p:spPr>
        <p:txBody>
          <a:bodyPr wrap="square" anchor="b"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29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title</a:t>
            </a:r>
          </a:p>
        </p:txBody>
      </p:sp>
      <p:sp>
        <p:nvSpPr>
          <p:cNvPr id="9" name="Text Placeholder 3">
            <a:extLst>
              <a:ext uri="{FF2B5EF4-FFF2-40B4-BE49-F238E27FC236}">
                <a16:creationId xmlns:a16="http://schemas.microsoft.com/office/drawing/2014/main" id="{F2931273-47DE-96C9-3DDF-9A77544BE4B5}"/>
              </a:ext>
            </a:extLst>
          </p:cNvPr>
          <p:cNvSpPr>
            <a:spLocks noGrp="1"/>
          </p:cNvSpPr>
          <p:nvPr>
            <p:ph type="body" sz="quarter" idx="145" hasCustomPrompt="1"/>
          </p:nvPr>
        </p:nvSpPr>
        <p:spPr>
          <a:xfrm>
            <a:off x="839787" y="1162440"/>
            <a:ext cx="10515600" cy="192024"/>
          </a:xfrm>
          <a:prstGeom prst="rect">
            <a:avLst/>
          </a:prstGeom>
        </p:spPr>
        <p:txBody>
          <a:bodyPr wrap="square" anchor="t"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4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subtitle</a:t>
            </a:r>
          </a:p>
        </p:txBody>
      </p:sp>
      <p:sp>
        <p:nvSpPr>
          <p:cNvPr id="10" name="Slide Number Placeholder 5">
            <a:extLst>
              <a:ext uri="{FF2B5EF4-FFF2-40B4-BE49-F238E27FC236}">
                <a16:creationId xmlns:a16="http://schemas.microsoft.com/office/drawing/2014/main" id="{1A0E3C19-6E40-051C-78B5-E09ACF2BBD4B}"/>
              </a:ext>
            </a:extLst>
          </p:cNvPr>
          <p:cNvSpPr txBox="1">
            <a:spLocks/>
          </p:cNvSpPr>
          <p:nvPr userDrawn="1"/>
        </p:nvSpPr>
        <p:spPr>
          <a:xfrm>
            <a:off x="11515725" y="6355897"/>
            <a:ext cx="320675" cy="153888"/>
          </a:xfrm>
          <a:prstGeom prst="rect">
            <a:avLst/>
          </a:prstGeom>
        </p:spPr>
        <p:txBody>
          <a:bodyPr vert="horz" wrap="square" lIns="0" tIns="0" rIns="0" bIns="0" rtlCol="0" anchor="ctr">
            <a:spAutoFit/>
          </a:bodyPr>
          <a:lstStyle>
            <a:defPPr>
              <a:defRPr lang="en-US"/>
            </a:defPPr>
            <a:lvl1pPr marL="0" algn="r" defTabSz="914400" rtl="0" eaLnBrk="1" latinLnBrk="0" hangingPunct="1">
              <a:defRPr sz="1000" kern="1200">
                <a:solidFill>
                  <a:srgbClr val="FF00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EA29875-719B-4A39-A51C-7BDD87443D68}" type="slidenum">
              <a:rPr lang="en-US" smtClean="0">
                <a:solidFill>
                  <a:schemeClr val="tx1"/>
                </a:solidFill>
              </a:rPr>
              <a:pPr/>
              <a:t>‹#›</a:t>
            </a:fld>
            <a:endParaRPr lang="en-US">
              <a:solidFill>
                <a:schemeClr val="tx1"/>
              </a:solidFill>
            </a:endParaRPr>
          </a:p>
        </p:txBody>
      </p:sp>
      <p:sp>
        <p:nvSpPr>
          <p:cNvPr id="16" name="Slide Number Placeholder 5">
            <a:extLst>
              <a:ext uri="{FF2B5EF4-FFF2-40B4-BE49-F238E27FC236}">
                <a16:creationId xmlns:a16="http://schemas.microsoft.com/office/drawing/2014/main" id="{F89831FF-0063-0222-85EF-7D3B92F1068D}"/>
              </a:ext>
            </a:extLst>
          </p:cNvPr>
          <p:cNvSpPr>
            <a:spLocks noGrp="1"/>
          </p:cNvSpPr>
          <p:nvPr>
            <p:ph type="sldNum" sz="quarter" idx="4"/>
          </p:nvPr>
        </p:nvSpPr>
        <p:spPr>
          <a:xfrm>
            <a:off x="11515725" y="6355897"/>
            <a:ext cx="320675" cy="153888"/>
          </a:xfrm>
          <a:prstGeom prst="rect">
            <a:avLst/>
          </a:prstGeom>
        </p:spPr>
        <p:txBody>
          <a:bodyPr vert="horz" wrap="square" lIns="0" tIns="0" rIns="0" bIns="0" rtlCol="0" anchor="ctr">
            <a:spAutoFit/>
          </a:bodyPr>
          <a:lstStyle>
            <a:lvl1pPr algn="r">
              <a:defRPr sz="1000">
                <a:solidFill>
                  <a:schemeClr val="tx1"/>
                </a:solidFill>
              </a:defRPr>
            </a:lvl1pPr>
          </a:lstStyle>
          <a:p>
            <a:fld id="{5EA29875-719B-4A39-A51C-7BDD87443D68}" type="slidenum">
              <a:rPr lang="en-US" smtClean="0"/>
              <a:pPr/>
              <a:t>‹#›</a:t>
            </a:fld>
            <a:endParaRPr lang="en-US"/>
          </a:p>
        </p:txBody>
      </p:sp>
      <p:sp>
        <p:nvSpPr>
          <p:cNvPr id="17" name="Slide Number Placeholder 5">
            <a:extLst>
              <a:ext uri="{FF2B5EF4-FFF2-40B4-BE49-F238E27FC236}">
                <a16:creationId xmlns:a16="http://schemas.microsoft.com/office/drawing/2014/main" id="{89CA085E-6DED-2B70-7AAF-83E3D9355083}"/>
              </a:ext>
            </a:extLst>
          </p:cNvPr>
          <p:cNvSpPr txBox="1">
            <a:spLocks/>
          </p:cNvSpPr>
          <p:nvPr userDrawn="1"/>
        </p:nvSpPr>
        <p:spPr>
          <a:xfrm>
            <a:off x="11515725" y="6355897"/>
            <a:ext cx="320675" cy="153888"/>
          </a:xfrm>
          <a:prstGeom prst="rect">
            <a:avLst/>
          </a:prstGeom>
        </p:spPr>
        <p:txBody>
          <a:bodyPr vert="horz" wrap="square" lIns="0" tIns="0" rIns="0" bIns="0" rtlCol="0" anchor="ctr">
            <a:spAutoFit/>
          </a:bodyPr>
          <a:lstStyle>
            <a:defPPr>
              <a:defRPr lang="en-US"/>
            </a:defPPr>
            <a:lvl1pPr marL="0" algn="r" defTabSz="914400" rtl="0" eaLnBrk="1" latinLnBrk="0" hangingPunct="1">
              <a:defRPr sz="1000" kern="1200">
                <a:solidFill>
                  <a:srgbClr val="FF00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EA29875-719B-4A39-A51C-7BDD87443D68}" type="slidenum">
              <a:rPr lang="en-US" smtClean="0">
                <a:solidFill>
                  <a:schemeClr val="tx1"/>
                </a:solidFill>
              </a:rPr>
              <a:pPr/>
              <a:t>‹#›</a:t>
            </a:fld>
            <a:endParaRPr lang="en-US">
              <a:solidFill>
                <a:schemeClr val="tx1"/>
              </a:solidFill>
            </a:endParaRPr>
          </a:p>
        </p:txBody>
      </p:sp>
    </p:spTree>
    <p:extLst>
      <p:ext uri="{BB962C8B-B14F-4D97-AF65-F5344CB8AC3E}">
        <p14:creationId xmlns:p14="http://schemas.microsoft.com/office/powerpoint/2010/main" val="447137075"/>
      </p:ext>
    </p:extLst>
  </p:cSld>
  <p:clrMapOvr>
    <a:masterClrMapping/>
  </p:clrMapOvr>
  <p:hf sldNum="0" hdr="0" ftr="0" dt="0"/>
  <p:extLst>
    <p:ext uri="{DCECCB84-F9BA-43D5-87BE-67443E8EF086}">
      <p15:sldGuideLst xmlns:p15="http://schemas.microsoft.com/office/powerpoint/2012/main"/>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5 x content (w/ line and blue background)">
    <p:spTree>
      <p:nvGrpSpPr>
        <p:cNvPr id="1" name=""/>
        <p:cNvGrpSpPr/>
        <p:nvPr/>
      </p:nvGrpSpPr>
      <p:grpSpPr>
        <a:xfrm>
          <a:off x="0" y="0"/>
          <a:ext cx="0" cy="0"/>
          <a:chOff x="0" y="0"/>
          <a:chExt cx="0" cy="0"/>
        </a:xfrm>
      </p:grpSpPr>
      <p:pic>
        <p:nvPicPr>
          <p:cNvPr id="22" name="Picture 21" descr="A blue and white gradient&#10;&#10;Description automatically generated">
            <a:extLst>
              <a:ext uri="{FF2B5EF4-FFF2-40B4-BE49-F238E27FC236}">
                <a16:creationId xmlns:a16="http://schemas.microsoft.com/office/drawing/2014/main" id="{6BD13FB2-FD34-2685-BC51-899FC8D55645}"/>
              </a:ext>
            </a:extLst>
          </p:cNvPr>
          <p:cNvPicPr>
            <a:picLocks noChangeAspect="1"/>
          </p:cNvPicPr>
          <p:nvPr userDrawn="1"/>
        </p:nvPicPr>
        <p:blipFill rotWithShape="1">
          <a:blip r:embed="rId2"/>
          <a:srcRect l="19791" t="1586" r="22186"/>
          <a:stretch/>
        </p:blipFill>
        <p:spPr>
          <a:xfrm rot="10800000">
            <a:off x="0" y="-11458"/>
            <a:ext cx="12192000" cy="6875113"/>
          </a:xfrm>
          <a:prstGeom prst="rect">
            <a:avLst/>
          </a:prstGeom>
        </p:spPr>
      </p:pic>
      <p:pic>
        <p:nvPicPr>
          <p:cNvPr id="19" name="Graphic 18">
            <a:extLst>
              <a:ext uri="{FF2B5EF4-FFF2-40B4-BE49-F238E27FC236}">
                <a16:creationId xmlns:a16="http://schemas.microsoft.com/office/drawing/2014/main" id="{E2ADF8A8-3460-FA94-F54A-7EE5AC0E4207}"/>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839788" y="6323831"/>
            <a:ext cx="1149756" cy="228489"/>
          </a:xfrm>
          <a:prstGeom prst="rect">
            <a:avLst/>
          </a:prstGeom>
        </p:spPr>
      </p:pic>
      <p:sp>
        <p:nvSpPr>
          <p:cNvPr id="3" name="Content Placeholder 7">
            <a:extLst>
              <a:ext uri="{FF2B5EF4-FFF2-40B4-BE49-F238E27FC236}">
                <a16:creationId xmlns:a16="http://schemas.microsoft.com/office/drawing/2014/main" id="{7A8F7CDF-5D63-DB94-497D-BB622CE0EBF9}"/>
              </a:ext>
            </a:extLst>
          </p:cNvPr>
          <p:cNvSpPr>
            <a:spLocks noGrp="1"/>
          </p:cNvSpPr>
          <p:nvPr>
            <p:ph sz="quarter" idx="22"/>
          </p:nvPr>
        </p:nvSpPr>
        <p:spPr>
          <a:xfrm>
            <a:off x="839786" y="2973311"/>
            <a:ext cx="1965960" cy="3211589"/>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6">
            <a:extLst>
              <a:ext uri="{FF2B5EF4-FFF2-40B4-BE49-F238E27FC236}">
                <a16:creationId xmlns:a16="http://schemas.microsoft.com/office/drawing/2014/main" id="{0971E8B1-23D4-CE4E-B4D7-118633B91412}"/>
              </a:ext>
            </a:extLst>
          </p:cNvPr>
          <p:cNvSpPr>
            <a:spLocks noGrp="1"/>
          </p:cNvSpPr>
          <p:nvPr>
            <p:ph type="body" sz="quarter" idx="42" hasCustomPrompt="1"/>
          </p:nvPr>
        </p:nvSpPr>
        <p:spPr>
          <a:xfrm>
            <a:off x="839786" y="2487054"/>
            <a:ext cx="1965960" cy="329184"/>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7" name="Content Placeholder 7">
            <a:extLst>
              <a:ext uri="{FF2B5EF4-FFF2-40B4-BE49-F238E27FC236}">
                <a16:creationId xmlns:a16="http://schemas.microsoft.com/office/drawing/2014/main" id="{3E194745-2C4C-DB4C-A07D-22DF12EF84D2}"/>
              </a:ext>
            </a:extLst>
          </p:cNvPr>
          <p:cNvSpPr>
            <a:spLocks noGrp="1"/>
          </p:cNvSpPr>
          <p:nvPr>
            <p:ph sz="quarter" idx="55"/>
          </p:nvPr>
        </p:nvSpPr>
        <p:spPr>
          <a:xfrm>
            <a:off x="2976402" y="2973311"/>
            <a:ext cx="1965960" cy="3211589"/>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6">
            <a:extLst>
              <a:ext uri="{FF2B5EF4-FFF2-40B4-BE49-F238E27FC236}">
                <a16:creationId xmlns:a16="http://schemas.microsoft.com/office/drawing/2014/main" id="{F04F045F-02BF-037B-EFDC-66317AC28990}"/>
              </a:ext>
            </a:extLst>
          </p:cNvPr>
          <p:cNvSpPr>
            <a:spLocks noGrp="1"/>
          </p:cNvSpPr>
          <p:nvPr>
            <p:ph type="body" sz="quarter" idx="56" hasCustomPrompt="1"/>
          </p:nvPr>
        </p:nvSpPr>
        <p:spPr>
          <a:xfrm>
            <a:off x="2976402" y="2487054"/>
            <a:ext cx="1965960" cy="329184"/>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10" name="Content Placeholder 7">
            <a:extLst>
              <a:ext uri="{FF2B5EF4-FFF2-40B4-BE49-F238E27FC236}">
                <a16:creationId xmlns:a16="http://schemas.microsoft.com/office/drawing/2014/main" id="{64F5763E-BCDC-195E-E423-66FDE6E9E612}"/>
              </a:ext>
            </a:extLst>
          </p:cNvPr>
          <p:cNvSpPr>
            <a:spLocks noGrp="1"/>
          </p:cNvSpPr>
          <p:nvPr>
            <p:ph sz="quarter" idx="57"/>
          </p:nvPr>
        </p:nvSpPr>
        <p:spPr>
          <a:xfrm>
            <a:off x="5113018" y="2973311"/>
            <a:ext cx="1965960" cy="3211589"/>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Text Placeholder 6">
            <a:extLst>
              <a:ext uri="{FF2B5EF4-FFF2-40B4-BE49-F238E27FC236}">
                <a16:creationId xmlns:a16="http://schemas.microsoft.com/office/drawing/2014/main" id="{3CD5621A-2A8A-AC8E-BB9A-2559E28AC377}"/>
              </a:ext>
            </a:extLst>
          </p:cNvPr>
          <p:cNvSpPr>
            <a:spLocks noGrp="1"/>
          </p:cNvSpPr>
          <p:nvPr>
            <p:ph type="body" sz="quarter" idx="58" hasCustomPrompt="1"/>
          </p:nvPr>
        </p:nvSpPr>
        <p:spPr>
          <a:xfrm>
            <a:off x="5113018" y="2487054"/>
            <a:ext cx="1965960" cy="329184"/>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17" name="Content Placeholder 7">
            <a:extLst>
              <a:ext uri="{FF2B5EF4-FFF2-40B4-BE49-F238E27FC236}">
                <a16:creationId xmlns:a16="http://schemas.microsoft.com/office/drawing/2014/main" id="{5B9A5E60-0360-F87F-508C-CE08DBC9DBA3}"/>
              </a:ext>
            </a:extLst>
          </p:cNvPr>
          <p:cNvSpPr>
            <a:spLocks noGrp="1"/>
          </p:cNvSpPr>
          <p:nvPr>
            <p:ph sz="quarter" idx="59"/>
          </p:nvPr>
        </p:nvSpPr>
        <p:spPr>
          <a:xfrm>
            <a:off x="7249634" y="2973311"/>
            <a:ext cx="1965960" cy="3211589"/>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8" name="Text Placeholder 6">
            <a:extLst>
              <a:ext uri="{FF2B5EF4-FFF2-40B4-BE49-F238E27FC236}">
                <a16:creationId xmlns:a16="http://schemas.microsoft.com/office/drawing/2014/main" id="{EAB13923-BEDE-8B47-A4E8-A0A13D28AFC3}"/>
              </a:ext>
            </a:extLst>
          </p:cNvPr>
          <p:cNvSpPr>
            <a:spLocks noGrp="1"/>
          </p:cNvSpPr>
          <p:nvPr>
            <p:ph type="body" sz="quarter" idx="60" hasCustomPrompt="1"/>
          </p:nvPr>
        </p:nvSpPr>
        <p:spPr>
          <a:xfrm>
            <a:off x="7249634" y="2487054"/>
            <a:ext cx="1965960" cy="329184"/>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20" name="Text Placeholder 6">
            <a:extLst>
              <a:ext uri="{FF2B5EF4-FFF2-40B4-BE49-F238E27FC236}">
                <a16:creationId xmlns:a16="http://schemas.microsoft.com/office/drawing/2014/main" id="{EE8A1B01-1782-9FAA-886F-722CEECA8343}"/>
              </a:ext>
            </a:extLst>
          </p:cNvPr>
          <p:cNvSpPr>
            <a:spLocks noGrp="1"/>
          </p:cNvSpPr>
          <p:nvPr>
            <p:ph type="body" sz="quarter" idx="61" hasCustomPrompt="1"/>
          </p:nvPr>
        </p:nvSpPr>
        <p:spPr>
          <a:xfrm>
            <a:off x="839786" y="2344787"/>
            <a:ext cx="1965960" cy="18288"/>
          </a:xfrm>
          <a:prstGeom prst="rect">
            <a:avLst/>
          </a:prstGeom>
          <a:solidFill>
            <a:schemeClr val="accent2"/>
          </a:solidFill>
        </p:spPr>
        <p:txBody>
          <a:bodyPr wrap="square" tIns="0" anchor="b">
            <a:spAutoFit/>
          </a:bodyPr>
          <a:lstStyle>
            <a:lvl1pPr marL="0" indent="0">
              <a:buNone/>
              <a:defRPr sz="1200" b="1" cap="none" baseline="0"/>
            </a:lvl1pPr>
          </a:lstStyle>
          <a:p>
            <a:pPr lvl="0"/>
            <a:r>
              <a:rPr lang="en-US"/>
              <a:t> </a:t>
            </a:r>
          </a:p>
        </p:txBody>
      </p:sp>
      <p:sp>
        <p:nvSpPr>
          <p:cNvPr id="27" name="Text Placeholder 6">
            <a:extLst>
              <a:ext uri="{FF2B5EF4-FFF2-40B4-BE49-F238E27FC236}">
                <a16:creationId xmlns:a16="http://schemas.microsoft.com/office/drawing/2014/main" id="{BD07E14D-F68A-02C7-7130-0E111C4631CF}"/>
              </a:ext>
            </a:extLst>
          </p:cNvPr>
          <p:cNvSpPr>
            <a:spLocks noGrp="1"/>
          </p:cNvSpPr>
          <p:nvPr>
            <p:ph type="body" sz="quarter" idx="62" hasCustomPrompt="1"/>
          </p:nvPr>
        </p:nvSpPr>
        <p:spPr>
          <a:xfrm>
            <a:off x="2976402" y="2344787"/>
            <a:ext cx="1965960" cy="18288"/>
          </a:xfrm>
          <a:prstGeom prst="rect">
            <a:avLst/>
          </a:prstGeom>
          <a:solidFill>
            <a:schemeClr val="accent2"/>
          </a:solidFill>
        </p:spPr>
        <p:txBody>
          <a:bodyPr wrap="square" tIns="0" anchor="b">
            <a:spAutoFit/>
          </a:bodyPr>
          <a:lstStyle>
            <a:lvl1pPr marL="0" indent="0">
              <a:buNone/>
              <a:defRPr sz="1200" b="1" cap="none" baseline="0"/>
            </a:lvl1pPr>
          </a:lstStyle>
          <a:p>
            <a:pPr lvl="0"/>
            <a:r>
              <a:rPr lang="en-US"/>
              <a:t> </a:t>
            </a:r>
          </a:p>
        </p:txBody>
      </p:sp>
      <p:sp>
        <p:nvSpPr>
          <p:cNvPr id="28" name="Text Placeholder 6">
            <a:extLst>
              <a:ext uri="{FF2B5EF4-FFF2-40B4-BE49-F238E27FC236}">
                <a16:creationId xmlns:a16="http://schemas.microsoft.com/office/drawing/2014/main" id="{BE85334F-769D-3379-4477-99F395EF9679}"/>
              </a:ext>
            </a:extLst>
          </p:cNvPr>
          <p:cNvSpPr>
            <a:spLocks noGrp="1"/>
          </p:cNvSpPr>
          <p:nvPr>
            <p:ph type="body" sz="quarter" idx="63" hasCustomPrompt="1"/>
          </p:nvPr>
        </p:nvSpPr>
        <p:spPr>
          <a:xfrm>
            <a:off x="5113018" y="2344787"/>
            <a:ext cx="1965960" cy="18288"/>
          </a:xfrm>
          <a:prstGeom prst="rect">
            <a:avLst/>
          </a:prstGeom>
          <a:solidFill>
            <a:schemeClr val="accent2"/>
          </a:solidFill>
        </p:spPr>
        <p:txBody>
          <a:bodyPr wrap="square" tIns="0" anchor="b">
            <a:spAutoFit/>
          </a:bodyPr>
          <a:lstStyle>
            <a:lvl1pPr marL="0" indent="0">
              <a:buNone/>
              <a:defRPr sz="1200" b="1" cap="none" baseline="0"/>
            </a:lvl1pPr>
          </a:lstStyle>
          <a:p>
            <a:pPr lvl="0"/>
            <a:r>
              <a:rPr lang="en-US"/>
              <a:t> </a:t>
            </a:r>
          </a:p>
        </p:txBody>
      </p:sp>
      <p:sp>
        <p:nvSpPr>
          <p:cNvPr id="29" name="Text Placeholder 6">
            <a:extLst>
              <a:ext uri="{FF2B5EF4-FFF2-40B4-BE49-F238E27FC236}">
                <a16:creationId xmlns:a16="http://schemas.microsoft.com/office/drawing/2014/main" id="{9AAAD40C-74DE-8FBB-4D8D-392ECA252E39}"/>
              </a:ext>
            </a:extLst>
          </p:cNvPr>
          <p:cNvSpPr>
            <a:spLocks noGrp="1"/>
          </p:cNvSpPr>
          <p:nvPr>
            <p:ph type="body" sz="quarter" idx="64" hasCustomPrompt="1"/>
          </p:nvPr>
        </p:nvSpPr>
        <p:spPr>
          <a:xfrm>
            <a:off x="7249634" y="2344787"/>
            <a:ext cx="1965960" cy="18288"/>
          </a:xfrm>
          <a:prstGeom prst="rect">
            <a:avLst/>
          </a:prstGeom>
          <a:solidFill>
            <a:schemeClr val="accent2"/>
          </a:solidFill>
        </p:spPr>
        <p:txBody>
          <a:bodyPr wrap="square" tIns="0" anchor="b">
            <a:spAutoFit/>
          </a:bodyPr>
          <a:lstStyle>
            <a:lvl1pPr marL="0" indent="0">
              <a:buNone/>
              <a:defRPr sz="1200" b="1" cap="none" baseline="0"/>
            </a:lvl1pPr>
          </a:lstStyle>
          <a:p>
            <a:pPr lvl="0"/>
            <a:r>
              <a:rPr lang="en-US"/>
              <a:t> </a:t>
            </a:r>
          </a:p>
        </p:txBody>
      </p:sp>
      <p:sp>
        <p:nvSpPr>
          <p:cNvPr id="30" name="Content Placeholder 7">
            <a:extLst>
              <a:ext uri="{FF2B5EF4-FFF2-40B4-BE49-F238E27FC236}">
                <a16:creationId xmlns:a16="http://schemas.microsoft.com/office/drawing/2014/main" id="{CFCAF4A0-265F-6D40-06FB-0C257FBD0486}"/>
              </a:ext>
            </a:extLst>
          </p:cNvPr>
          <p:cNvSpPr>
            <a:spLocks noGrp="1"/>
          </p:cNvSpPr>
          <p:nvPr>
            <p:ph sz="quarter" idx="65"/>
          </p:nvPr>
        </p:nvSpPr>
        <p:spPr>
          <a:xfrm>
            <a:off x="9386250" y="2973311"/>
            <a:ext cx="1965960" cy="3211589"/>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1" name="Text Placeholder 6">
            <a:extLst>
              <a:ext uri="{FF2B5EF4-FFF2-40B4-BE49-F238E27FC236}">
                <a16:creationId xmlns:a16="http://schemas.microsoft.com/office/drawing/2014/main" id="{E24F9FFB-0607-59A8-F7B6-8EDF13F3A3CC}"/>
              </a:ext>
            </a:extLst>
          </p:cNvPr>
          <p:cNvSpPr>
            <a:spLocks noGrp="1"/>
          </p:cNvSpPr>
          <p:nvPr>
            <p:ph type="body" sz="quarter" idx="66" hasCustomPrompt="1"/>
          </p:nvPr>
        </p:nvSpPr>
        <p:spPr>
          <a:xfrm>
            <a:off x="9386250" y="2487054"/>
            <a:ext cx="1965960" cy="329184"/>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32" name="Text Placeholder 6">
            <a:extLst>
              <a:ext uri="{FF2B5EF4-FFF2-40B4-BE49-F238E27FC236}">
                <a16:creationId xmlns:a16="http://schemas.microsoft.com/office/drawing/2014/main" id="{99533431-A329-4CC1-72E1-8580E35364F5}"/>
              </a:ext>
            </a:extLst>
          </p:cNvPr>
          <p:cNvSpPr>
            <a:spLocks noGrp="1"/>
          </p:cNvSpPr>
          <p:nvPr>
            <p:ph type="body" sz="quarter" idx="67" hasCustomPrompt="1"/>
          </p:nvPr>
        </p:nvSpPr>
        <p:spPr>
          <a:xfrm>
            <a:off x="9386250" y="2344787"/>
            <a:ext cx="1965960" cy="18288"/>
          </a:xfrm>
          <a:prstGeom prst="rect">
            <a:avLst/>
          </a:prstGeom>
          <a:solidFill>
            <a:schemeClr val="accent2"/>
          </a:solidFill>
        </p:spPr>
        <p:txBody>
          <a:bodyPr wrap="square" tIns="0" anchor="b">
            <a:spAutoFit/>
          </a:bodyPr>
          <a:lstStyle>
            <a:lvl1pPr marL="0" indent="0">
              <a:buNone/>
              <a:defRPr sz="1200" b="1" cap="none" baseline="0"/>
            </a:lvl1pPr>
          </a:lstStyle>
          <a:p>
            <a:pPr lvl="0"/>
            <a:r>
              <a:rPr lang="en-US"/>
              <a:t> </a:t>
            </a:r>
          </a:p>
        </p:txBody>
      </p:sp>
      <p:sp>
        <p:nvSpPr>
          <p:cNvPr id="11" name="Text Placeholder 3">
            <a:extLst>
              <a:ext uri="{FF2B5EF4-FFF2-40B4-BE49-F238E27FC236}">
                <a16:creationId xmlns:a16="http://schemas.microsoft.com/office/drawing/2014/main" id="{C633949E-3113-4194-CECB-53F3F51CCDB1}"/>
              </a:ext>
            </a:extLst>
          </p:cNvPr>
          <p:cNvSpPr>
            <a:spLocks noGrp="1"/>
          </p:cNvSpPr>
          <p:nvPr>
            <p:ph type="body" sz="quarter" idx="144" hasCustomPrompt="1"/>
          </p:nvPr>
        </p:nvSpPr>
        <p:spPr>
          <a:xfrm>
            <a:off x="839787" y="269874"/>
            <a:ext cx="10515600" cy="832104"/>
          </a:xfrm>
          <a:prstGeom prst="rect">
            <a:avLst/>
          </a:prstGeom>
        </p:spPr>
        <p:txBody>
          <a:bodyPr wrap="square" anchor="b"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29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title</a:t>
            </a:r>
          </a:p>
        </p:txBody>
      </p:sp>
      <p:sp>
        <p:nvSpPr>
          <p:cNvPr id="12" name="Text Placeholder 3">
            <a:extLst>
              <a:ext uri="{FF2B5EF4-FFF2-40B4-BE49-F238E27FC236}">
                <a16:creationId xmlns:a16="http://schemas.microsoft.com/office/drawing/2014/main" id="{6B589A52-11EF-1998-F9F2-F06908191469}"/>
              </a:ext>
            </a:extLst>
          </p:cNvPr>
          <p:cNvSpPr>
            <a:spLocks noGrp="1"/>
          </p:cNvSpPr>
          <p:nvPr>
            <p:ph type="body" sz="quarter" idx="145" hasCustomPrompt="1"/>
          </p:nvPr>
        </p:nvSpPr>
        <p:spPr>
          <a:xfrm>
            <a:off x="839787" y="1162440"/>
            <a:ext cx="10515600" cy="192024"/>
          </a:xfrm>
          <a:prstGeom prst="rect">
            <a:avLst/>
          </a:prstGeom>
        </p:spPr>
        <p:txBody>
          <a:bodyPr wrap="square" anchor="t"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4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subtitle</a:t>
            </a:r>
          </a:p>
        </p:txBody>
      </p:sp>
      <p:sp>
        <p:nvSpPr>
          <p:cNvPr id="13" name="Slide Number Placeholder 5">
            <a:extLst>
              <a:ext uri="{FF2B5EF4-FFF2-40B4-BE49-F238E27FC236}">
                <a16:creationId xmlns:a16="http://schemas.microsoft.com/office/drawing/2014/main" id="{F8913688-167D-1B9C-6359-59042251DAB0}"/>
              </a:ext>
            </a:extLst>
          </p:cNvPr>
          <p:cNvSpPr txBox="1">
            <a:spLocks/>
          </p:cNvSpPr>
          <p:nvPr userDrawn="1"/>
        </p:nvSpPr>
        <p:spPr>
          <a:xfrm>
            <a:off x="11515725" y="6355897"/>
            <a:ext cx="320675" cy="153888"/>
          </a:xfrm>
          <a:prstGeom prst="rect">
            <a:avLst/>
          </a:prstGeom>
        </p:spPr>
        <p:txBody>
          <a:bodyPr vert="horz" wrap="square" lIns="0" tIns="0" rIns="0" bIns="0" rtlCol="0" anchor="ctr">
            <a:spAutoFit/>
          </a:bodyPr>
          <a:lstStyle>
            <a:defPPr>
              <a:defRPr lang="en-US"/>
            </a:defPPr>
            <a:lvl1pPr marL="0" algn="r" defTabSz="914400" rtl="0" eaLnBrk="1" latinLnBrk="0" hangingPunct="1">
              <a:defRPr sz="1000" kern="1200">
                <a:solidFill>
                  <a:srgbClr val="FF00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EA29875-719B-4A39-A51C-7BDD87443D68}" type="slidenum">
              <a:rPr lang="en-US" smtClean="0">
                <a:solidFill>
                  <a:schemeClr val="tx1"/>
                </a:solidFill>
              </a:rPr>
              <a:pPr/>
              <a:t>‹#›</a:t>
            </a:fld>
            <a:endParaRPr lang="en-US">
              <a:solidFill>
                <a:schemeClr val="tx1"/>
              </a:solidFill>
            </a:endParaRPr>
          </a:p>
        </p:txBody>
      </p:sp>
      <p:sp>
        <p:nvSpPr>
          <p:cNvPr id="15" name="Slide Number Placeholder 5">
            <a:extLst>
              <a:ext uri="{FF2B5EF4-FFF2-40B4-BE49-F238E27FC236}">
                <a16:creationId xmlns:a16="http://schemas.microsoft.com/office/drawing/2014/main" id="{07A1B5EA-221E-B637-C689-6175DE556604}"/>
              </a:ext>
            </a:extLst>
          </p:cNvPr>
          <p:cNvSpPr>
            <a:spLocks noGrp="1"/>
          </p:cNvSpPr>
          <p:nvPr>
            <p:ph type="sldNum" sz="quarter" idx="4"/>
          </p:nvPr>
        </p:nvSpPr>
        <p:spPr>
          <a:xfrm>
            <a:off x="11515725" y="6355897"/>
            <a:ext cx="320675" cy="153888"/>
          </a:xfrm>
          <a:prstGeom prst="rect">
            <a:avLst/>
          </a:prstGeom>
        </p:spPr>
        <p:txBody>
          <a:bodyPr vert="horz" wrap="square" lIns="0" tIns="0" rIns="0" bIns="0" rtlCol="0" anchor="ctr">
            <a:spAutoFit/>
          </a:bodyPr>
          <a:lstStyle>
            <a:lvl1pPr algn="r">
              <a:defRPr sz="1000">
                <a:solidFill>
                  <a:schemeClr val="tx1"/>
                </a:solidFill>
              </a:defRPr>
            </a:lvl1pPr>
          </a:lstStyle>
          <a:p>
            <a:fld id="{5EA29875-719B-4A39-A51C-7BDD87443D68}" type="slidenum">
              <a:rPr lang="en-US" smtClean="0"/>
              <a:pPr/>
              <a:t>‹#›</a:t>
            </a:fld>
            <a:endParaRPr lang="en-US"/>
          </a:p>
        </p:txBody>
      </p:sp>
      <p:sp>
        <p:nvSpPr>
          <p:cNvPr id="21" name="Slide Number Placeholder 5">
            <a:extLst>
              <a:ext uri="{FF2B5EF4-FFF2-40B4-BE49-F238E27FC236}">
                <a16:creationId xmlns:a16="http://schemas.microsoft.com/office/drawing/2014/main" id="{7703BC7F-38BA-2002-4014-34968C93ECDA}"/>
              </a:ext>
            </a:extLst>
          </p:cNvPr>
          <p:cNvSpPr txBox="1">
            <a:spLocks/>
          </p:cNvSpPr>
          <p:nvPr userDrawn="1"/>
        </p:nvSpPr>
        <p:spPr>
          <a:xfrm>
            <a:off x="11515725" y="6355897"/>
            <a:ext cx="320675" cy="153888"/>
          </a:xfrm>
          <a:prstGeom prst="rect">
            <a:avLst/>
          </a:prstGeom>
        </p:spPr>
        <p:txBody>
          <a:bodyPr vert="horz" wrap="square" lIns="0" tIns="0" rIns="0" bIns="0" rtlCol="0" anchor="ctr">
            <a:spAutoFit/>
          </a:bodyPr>
          <a:lstStyle>
            <a:defPPr>
              <a:defRPr lang="en-US"/>
            </a:defPPr>
            <a:lvl1pPr marL="0" algn="r" defTabSz="914400" rtl="0" eaLnBrk="1" latinLnBrk="0" hangingPunct="1">
              <a:defRPr sz="1000" kern="1200">
                <a:solidFill>
                  <a:srgbClr val="FF00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EA29875-719B-4A39-A51C-7BDD87443D68}" type="slidenum">
              <a:rPr lang="en-US" smtClean="0">
                <a:solidFill>
                  <a:schemeClr val="tx1"/>
                </a:solidFill>
              </a:rPr>
              <a:pPr/>
              <a:t>‹#›</a:t>
            </a:fld>
            <a:endParaRPr lang="en-US">
              <a:solidFill>
                <a:schemeClr val="tx1"/>
              </a:solidFill>
            </a:endParaRPr>
          </a:p>
        </p:txBody>
      </p:sp>
    </p:spTree>
    <p:extLst>
      <p:ext uri="{BB962C8B-B14F-4D97-AF65-F5344CB8AC3E}">
        <p14:creationId xmlns:p14="http://schemas.microsoft.com/office/powerpoint/2010/main" val="499264713"/>
      </p:ext>
    </p:extLst>
  </p:cSld>
  <p:clrMapOvr>
    <a:masterClrMapping/>
  </p:clrMapOvr>
  <p:hf sldNum="0" hdr="0" ftr="0" dt="0"/>
  <p:extLst>
    <p:ext uri="{DCECCB84-F9BA-43D5-87BE-67443E8EF086}">
      <p15:sldGuideLst xmlns:p15="http://schemas.microsoft.com/office/powerpoint/2012/main"/>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1_Title and Content in black background">
    <p:bg>
      <p:bgPr>
        <a:solidFill>
          <a:schemeClr val="tx1"/>
        </a:solidFill>
        <a:effectLst/>
      </p:bgPr>
    </p:bg>
    <p:spTree>
      <p:nvGrpSpPr>
        <p:cNvPr id="1" name=""/>
        <p:cNvGrpSpPr/>
        <p:nvPr/>
      </p:nvGrpSpPr>
      <p:grpSpPr>
        <a:xfrm>
          <a:off x="0" y="0"/>
          <a:ext cx="0" cy="0"/>
          <a:chOff x="0" y="0"/>
          <a:chExt cx="0" cy="0"/>
        </a:xfrm>
      </p:grpSpPr>
      <p:sp>
        <p:nvSpPr>
          <p:cNvPr id="8" name="Content Placeholder 7">
            <a:extLst>
              <a:ext uri="{FF2B5EF4-FFF2-40B4-BE49-F238E27FC236}">
                <a16:creationId xmlns:a16="http://schemas.microsoft.com/office/drawing/2014/main" id="{69050904-A4D8-6621-D397-15DFB61E865F}"/>
              </a:ext>
            </a:extLst>
          </p:cNvPr>
          <p:cNvSpPr>
            <a:spLocks noGrp="1"/>
          </p:cNvSpPr>
          <p:nvPr>
            <p:ph sz="quarter" idx="22"/>
          </p:nvPr>
        </p:nvSpPr>
        <p:spPr>
          <a:xfrm>
            <a:off x="839787" y="1850682"/>
            <a:ext cx="10512788" cy="4334218"/>
          </a:xfrm>
          <a:prstGeom prst="rect">
            <a:avLst/>
          </a:prstGeom>
        </p:spPr>
        <p:txBody>
          <a:bodyPr/>
          <a:lstStyle>
            <a:lvl1pPr>
              <a:defRPr sz="1200">
                <a:solidFill>
                  <a:schemeClr val="bg1"/>
                </a:solidFill>
              </a:defRPr>
            </a:lvl1pPr>
            <a:lvl2pPr>
              <a:defRPr sz="1200">
                <a:solidFill>
                  <a:schemeClr val="bg1"/>
                </a:solidFill>
              </a:defRPr>
            </a:lvl2pPr>
            <a:lvl3pPr>
              <a:defRPr sz="1200">
                <a:solidFill>
                  <a:schemeClr val="bg1"/>
                </a:solidFill>
              </a:defRPr>
            </a:lvl3pPr>
            <a:lvl4pPr>
              <a:defRPr sz="1200">
                <a:solidFill>
                  <a:schemeClr val="bg1"/>
                </a:solidFill>
              </a:defRPr>
            </a:lvl4pPr>
            <a:lvl5pPr>
              <a:defRPr sz="120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6">
            <a:extLst>
              <a:ext uri="{FF2B5EF4-FFF2-40B4-BE49-F238E27FC236}">
                <a16:creationId xmlns:a16="http://schemas.microsoft.com/office/drawing/2014/main" id="{CA2D2715-400D-E306-204F-8A6D2454C95C}"/>
              </a:ext>
            </a:extLst>
          </p:cNvPr>
          <p:cNvSpPr>
            <a:spLocks noGrp="1"/>
          </p:cNvSpPr>
          <p:nvPr>
            <p:ph type="body" sz="quarter" idx="42" hasCustomPrompt="1"/>
          </p:nvPr>
        </p:nvSpPr>
        <p:spPr>
          <a:xfrm>
            <a:off x="839787" y="1608869"/>
            <a:ext cx="10512788" cy="166199"/>
          </a:xfrm>
          <a:prstGeom prst="rect">
            <a:avLst/>
          </a:prstGeom>
        </p:spPr>
        <p:txBody>
          <a:bodyPr wrap="square" tIns="0" anchor="t">
            <a:spAutoFit/>
          </a:bodyPr>
          <a:lstStyle>
            <a:lvl1pPr marL="0" indent="0">
              <a:buNone/>
              <a:defRPr sz="1200" b="1" cap="none" baseline="0">
                <a:solidFill>
                  <a:schemeClr val="bg1"/>
                </a:solidFill>
              </a:defRPr>
            </a:lvl1pPr>
          </a:lstStyle>
          <a:p>
            <a:pPr lvl="0"/>
            <a:r>
              <a:rPr lang="en-US"/>
              <a:t>CLICK TO ADD TEXT</a:t>
            </a:r>
          </a:p>
        </p:txBody>
      </p:sp>
      <p:sp>
        <p:nvSpPr>
          <p:cNvPr id="2" name="Text Placeholder 3">
            <a:extLst>
              <a:ext uri="{FF2B5EF4-FFF2-40B4-BE49-F238E27FC236}">
                <a16:creationId xmlns:a16="http://schemas.microsoft.com/office/drawing/2014/main" id="{14A9868D-3695-96B5-3EFE-DD1AEA3A7BDE}"/>
              </a:ext>
            </a:extLst>
          </p:cNvPr>
          <p:cNvSpPr>
            <a:spLocks noGrp="1"/>
          </p:cNvSpPr>
          <p:nvPr>
            <p:ph type="body" sz="quarter" idx="144" hasCustomPrompt="1"/>
          </p:nvPr>
        </p:nvSpPr>
        <p:spPr>
          <a:xfrm>
            <a:off x="839787" y="269874"/>
            <a:ext cx="10515600" cy="832104"/>
          </a:xfrm>
          <a:prstGeom prst="rect">
            <a:avLst/>
          </a:prstGeom>
        </p:spPr>
        <p:txBody>
          <a:bodyPr wrap="square" anchor="b"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2900" kern="1200" dirty="0">
                <a:solidFill>
                  <a:schemeClr val="bg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title</a:t>
            </a:r>
          </a:p>
        </p:txBody>
      </p:sp>
      <p:sp>
        <p:nvSpPr>
          <p:cNvPr id="3" name="Text Placeholder 3">
            <a:extLst>
              <a:ext uri="{FF2B5EF4-FFF2-40B4-BE49-F238E27FC236}">
                <a16:creationId xmlns:a16="http://schemas.microsoft.com/office/drawing/2014/main" id="{D57088DD-238A-AA44-097E-22BABB028172}"/>
              </a:ext>
            </a:extLst>
          </p:cNvPr>
          <p:cNvSpPr>
            <a:spLocks noGrp="1"/>
          </p:cNvSpPr>
          <p:nvPr>
            <p:ph type="body" sz="quarter" idx="145" hasCustomPrompt="1"/>
          </p:nvPr>
        </p:nvSpPr>
        <p:spPr>
          <a:xfrm>
            <a:off x="839787" y="1162440"/>
            <a:ext cx="10515600" cy="192024"/>
          </a:xfrm>
          <a:prstGeom prst="rect">
            <a:avLst/>
          </a:prstGeom>
        </p:spPr>
        <p:txBody>
          <a:bodyPr wrap="square" anchor="t"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400" kern="1200" dirty="0">
                <a:solidFill>
                  <a:schemeClr val="bg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subtitle</a:t>
            </a:r>
          </a:p>
        </p:txBody>
      </p:sp>
      <p:pic>
        <p:nvPicPr>
          <p:cNvPr id="5" name="Graphic 4">
            <a:extLst>
              <a:ext uri="{FF2B5EF4-FFF2-40B4-BE49-F238E27FC236}">
                <a16:creationId xmlns:a16="http://schemas.microsoft.com/office/drawing/2014/main" id="{C0F6626B-F1E3-77BC-3D18-3473592C9E2A}"/>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839788" y="6323831"/>
            <a:ext cx="1149756" cy="228489"/>
          </a:xfrm>
          <a:prstGeom prst="rect">
            <a:avLst/>
          </a:prstGeom>
        </p:spPr>
      </p:pic>
      <p:sp>
        <p:nvSpPr>
          <p:cNvPr id="6" name="Slide Number Placeholder 5">
            <a:extLst>
              <a:ext uri="{FF2B5EF4-FFF2-40B4-BE49-F238E27FC236}">
                <a16:creationId xmlns:a16="http://schemas.microsoft.com/office/drawing/2014/main" id="{5FC4C025-2653-02B2-D12E-9CFB7AEEDF87}"/>
              </a:ext>
            </a:extLst>
          </p:cNvPr>
          <p:cNvSpPr txBox="1">
            <a:spLocks/>
          </p:cNvSpPr>
          <p:nvPr userDrawn="1"/>
        </p:nvSpPr>
        <p:spPr>
          <a:xfrm>
            <a:off x="11515725" y="6355897"/>
            <a:ext cx="320675" cy="153888"/>
          </a:xfrm>
          <a:prstGeom prst="rect">
            <a:avLst/>
          </a:prstGeom>
        </p:spPr>
        <p:txBody>
          <a:bodyPr vert="horz" wrap="square" lIns="0" tIns="0" rIns="0" bIns="0" rtlCol="0" anchor="ctr">
            <a:spAutoFit/>
          </a:bodyPr>
          <a:lstStyle>
            <a:defPPr>
              <a:defRPr lang="en-US"/>
            </a:defPPr>
            <a:lvl1pPr marL="0" algn="r" defTabSz="914400" rtl="0" eaLnBrk="1" latinLnBrk="0" hangingPunct="1">
              <a:defRPr sz="1000" kern="1200">
                <a:solidFill>
                  <a:srgbClr val="FF00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EA29875-719B-4A39-A51C-7BDD87443D68}" type="slidenum">
              <a:rPr lang="en-US" smtClean="0">
                <a:solidFill>
                  <a:schemeClr val="bg1"/>
                </a:solidFill>
              </a:rPr>
              <a:pPr/>
              <a:t>‹#›</a:t>
            </a:fld>
            <a:endParaRPr lang="en-US">
              <a:solidFill>
                <a:schemeClr val="bg1"/>
              </a:solidFill>
            </a:endParaRPr>
          </a:p>
        </p:txBody>
      </p:sp>
      <p:sp>
        <p:nvSpPr>
          <p:cNvPr id="7" name="Slide Number Placeholder 5">
            <a:extLst>
              <a:ext uri="{FF2B5EF4-FFF2-40B4-BE49-F238E27FC236}">
                <a16:creationId xmlns:a16="http://schemas.microsoft.com/office/drawing/2014/main" id="{154C61E4-7DDB-5432-0FC4-E8881ED6D4B6}"/>
              </a:ext>
            </a:extLst>
          </p:cNvPr>
          <p:cNvSpPr>
            <a:spLocks noGrp="1"/>
          </p:cNvSpPr>
          <p:nvPr>
            <p:ph type="sldNum" sz="quarter" idx="4"/>
          </p:nvPr>
        </p:nvSpPr>
        <p:spPr>
          <a:xfrm>
            <a:off x="11515725" y="6355897"/>
            <a:ext cx="320675" cy="153888"/>
          </a:xfrm>
          <a:prstGeom prst="rect">
            <a:avLst/>
          </a:prstGeom>
        </p:spPr>
        <p:txBody>
          <a:bodyPr vert="horz" wrap="square" lIns="0" tIns="0" rIns="0" bIns="0" rtlCol="0" anchor="ctr">
            <a:spAutoFit/>
          </a:bodyPr>
          <a:lstStyle>
            <a:lvl1pPr algn="r">
              <a:defRPr sz="1000">
                <a:solidFill>
                  <a:schemeClr val="bg1"/>
                </a:solidFill>
              </a:defRPr>
            </a:lvl1pPr>
          </a:lstStyle>
          <a:p>
            <a:fld id="{5EA29875-719B-4A39-A51C-7BDD87443D68}" type="slidenum">
              <a:rPr lang="en-US" smtClean="0"/>
              <a:pPr/>
              <a:t>‹#›</a:t>
            </a:fld>
            <a:endParaRPr lang="en-US"/>
          </a:p>
        </p:txBody>
      </p:sp>
      <p:sp>
        <p:nvSpPr>
          <p:cNvPr id="9" name="Slide Number Placeholder 5">
            <a:extLst>
              <a:ext uri="{FF2B5EF4-FFF2-40B4-BE49-F238E27FC236}">
                <a16:creationId xmlns:a16="http://schemas.microsoft.com/office/drawing/2014/main" id="{E37CE04A-9223-07BB-3DFB-2459B6EC5D58}"/>
              </a:ext>
            </a:extLst>
          </p:cNvPr>
          <p:cNvSpPr txBox="1">
            <a:spLocks/>
          </p:cNvSpPr>
          <p:nvPr userDrawn="1"/>
        </p:nvSpPr>
        <p:spPr>
          <a:xfrm>
            <a:off x="11515725" y="6355897"/>
            <a:ext cx="320675" cy="153888"/>
          </a:xfrm>
          <a:prstGeom prst="rect">
            <a:avLst/>
          </a:prstGeom>
        </p:spPr>
        <p:txBody>
          <a:bodyPr vert="horz" wrap="square" lIns="0" tIns="0" rIns="0" bIns="0" rtlCol="0" anchor="ctr">
            <a:spAutoFit/>
          </a:bodyPr>
          <a:lstStyle>
            <a:defPPr>
              <a:defRPr lang="en-US"/>
            </a:defPPr>
            <a:lvl1pPr marL="0" algn="r" defTabSz="914400" rtl="0" eaLnBrk="1" latinLnBrk="0" hangingPunct="1">
              <a:defRPr sz="1000" kern="1200">
                <a:solidFill>
                  <a:srgbClr val="FF00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EA29875-719B-4A39-A51C-7BDD87443D68}" type="slidenum">
              <a:rPr lang="en-US" smtClean="0">
                <a:solidFill>
                  <a:schemeClr val="bg1"/>
                </a:solidFill>
              </a:rPr>
              <a:pPr/>
              <a:t>‹#›</a:t>
            </a:fld>
            <a:endParaRPr lang="en-US">
              <a:solidFill>
                <a:schemeClr val="bg1"/>
              </a:solidFill>
            </a:endParaRPr>
          </a:p>
        </p:txBody>
      </p:sp>
    </p:spTree>
    <p:extLst>
      <p:ext uri="{BB962C8B-B14F-4D97-AF65-F5344CB8AC3E}">
        <p14:creationId xmlns:p14="http://schemas.microsoft.com/office/powerpoint/2010/main" val="2822030381"/>
      </p:ext>
    </p:extLst>
  </p:cSld>
  <p:clrMapOvr>
    <a:masterClrMapping/>
  </p:clrMapOvr>
  <p:hf sldNum="0" hdr="0" ftr="0" dt="0"/>
  <p:extLst>
    <p:ext uri="{DCECCB84-F9BA-43D5-87BE-67443E8EF086}">
      <p15:sldGuideLst xmlns:p15="http://schemas.microsoft.com/office/powerpoint/2012/main"/>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6" name="Text Placeholder 3">
            <a:extLst>
              <a:ext uri="{FF2B5EF4-FFF2-40B4-BE49-F238E27FC236}">
                <a16:creationId xmlns:a16="http://schemas.microsoft.com/office/drawing/2014/main" id="{9527C44E-2047-D236-B458-7400DD11C0FB}"/>
              </a:ext>
            </a:extLst>
          </p:cNvPr>
          <p:cNvSpPr>
            <a:spLocks noGrp="1"/>
          </p:cNvSpPr>
          <p:nvPr>
            <p:ph type="body" sz="quarter" idx="144" hasCustomPrompt="1"/>
          </p:nvPr>
        </p:nvSpPr>
        <p:spPr>
          <a:xfrm>
            <a:off x="839787" y="269874"/>
            <a:ext cx="10515600" cy="832104"/>
          </a:xfrm>
          <a:prstGeom prst="rect">
            <a:avLst/>
          </a:prstGeom>
        </p:spPr>
        <p:txBody>
          <a:bodyPr wrap="square" anchor="b"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29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title</a:t>
            </a:r>
          </a:p>
        </p:txBody>
      </p:sp>
      <p:sp>
        <p:nvSpPr>
          <p:cNvPr id="7" name="Text Placeholder 3">
            <a:extLst>
              <a:ext uri="{FF2B5EF4-FFF2-40B4-BE49-F238E27FC236}">
                <a16:creationId xmlns:a16="http://schemas.microsoft.com/office/drawing/2014/main" id="{6ECC1B14-0CBD-39B8-6381-424A397FEBB4}"/>
              </a:ext>
            </a:extLst>
          </p:cNvPr>
          <p:cNvSpPr>
            <a:spLocks noGrp="1"/>
          </p:cNvSpPr>
          <p:nvPr>
            <p:ph type="body" sz="quarter" idx="145" hasCustomPrompt="1"/>
          </p:nvPr>
        </p:nvSpPr>
        <p:spPr>
          <a:xfrm>
            <a:off x="839787" y="1162440"/>
            <a:ext cx="10515600" cy="192024"/>
          </a:xfrm>
          <a:prstGeom prst="rect">
            <a:avLst/>
          </a:prstGeom>
        </p:spPr>
        <p:txBody>
          <a:bodyPr wrap="square" anchor="t"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4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subtitle</a:t>
            </a:r>
          </a:p>
        </p:txBody>
      </p:sp>
    </p:spTree>
    <p:extLst>
      <p:ext uri="{BB962C8B-B14F-4D97-AF65-F5344CB8AC3E}">
        <p14:creationId xmlns:p14="http://schemas.microsoft.com/office/powerpoint/2010/main" val="3088903416"/>
      </p:ext>
    </p:extLst>
  </p:cSld>
  <p:clrMapOvr>
    <a:masterClrMapping/>
  </p:clrMapOvr>
  <p:hf sldNum="0" hdr="0" ftr="0" dt="0"/>
  <p:extLst>
    <p:ext uri="{DCECCB84-F9BA-43D5-87BE-67443E8EF086}">
      <p15:sldGuideLst xmlns:p15="http://schemas.microsoft.com/office/powerpoint/2012/main"/>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2905007658"/>
      </p:ext>
    </p:extLst>
  </p:cSld>
  <p:clrMapOvr>
    <a:masterClrMapping/>
  </p:clrMapOvr>
  <p:hf sldNum="0" hdr="0" ftr="0" dt="0"/>
  <p:extLst>
    <p:ext uri="{DCECCB84-F9BA-43D5-87BE-67443E8EF086}">
      <p15:sldGuideLst xmlns:p15="http://schemas.microsoft.com/office/powerpoint/2012/main"/>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Picture (large) right">
    <p:spTree>
      <p:nvGrpSpPr>
        <p:cNvPr id="1" name=""/>
        <p:cNvGrpSpPr/>
        <p:nvPr/>
      </p:nvGrpSpPr>
      <p:grpSpPr>
        <a:xfrm>
          <a:off x="0" y="0"/>
          <a:ext cx="0" cy="0"/>
          <a:chOff x="0" y="0"/>
          <a:chExt cx="0" cy="0"/>
        </a:xfrm>
      </p:grpSpPr>
      <p:sp>
        <p:nvSpPr>
          <p:cNvPr id="5" name="Picture Placeholder 28">
            <a:extLst>
              <a:ext uri="{FF2B5EF4-FFF2-40B4-BE49-F238E27FC236}">
                <a16:creationId xmlns:a16="http://schemas.microsoft.com/office/drawing/2014/main" id="{237F5FB1-FF85-B9CA-EDD6-CE940434FF04}"/>
              </a:ext>
            </a:extLst>
          </p:cNvPr>
          <p:cNvSpPr>
            <a:spLocks noGrp="1"/>
          </p:cNvSpPr>
          <p:nvPr>
            <p:ph type="pic" sz="quarter" idx="31" hasCustomPrompt="1"/>
          </p:nvPr>
        </p:nvSpPr>
        <p:spPr>
          <a:xfrm>
            <a:off x="7089648" y="0"/>
            <a:ext cx="5102352" cy="6858000"/>
          </a:xfrm>
          <a:prstGeom prst="rect">
            <a:avLst/>
          </a:prstGeom>
          <a:solidFill>
            <a:srgbClr val="D5D5D5"/>
          </a:solidFill>
        </p:spPr>
        <p:txBody>
          <a:bodyPr tIns="2412000"/>
          <a:lstStyle>
            <a:lvl1pPr marL="0" indent="0" algn="ctr">
              <a:lnSpc>
                <a:spcPct val="100000"/>
              </a:lnSpc>
              <a:spcBef>
                <a:spcPts val="0"/>
              </a:spcBef>
              <a:buNone/>
              <a:defRPr>
                <a:solidFill>
                  <a:schemeClr val="tx1"/>
                </a:solidFill>
              </a:defRPr>
            </a:lvl1pPr>
          </a:lstStyle>
          <a:p>
            <a:r>
              <a:rPr lang="en-US"/>
              <a:t>CLICK ICON </a:t>
            </a:r>
            <a:br>
              <a:rPr lang="en-US"/>
            </a:br>
            <a:r>
              <a:rPr lang="en-US"/>
              <a:t>to insert a picture</a:t>
            </a:r>
          </a:p>
        </p:txBody>
      </p:sp>
      <p:sp>
        <p:nvSpPr>
          <p:cNvPr id="14" name="Content Placeholder 7">
            <a:extLst>
              <a:ext uri="{FF2B5EF4-FFF2-40B4-BE49-F238E27FC236}">
                <a16:creationId xmlns:a16="http://schemas.microsoft.com/office/drawing/2014/main" id="{E7ED9563-55C1-93FA-3535-6CB203959771}"/>
              </a:ext>
            </a:extLst>
          </p:cNvPr>
          <p:cNvSpPr>
            <a:spLocks noGrp="1"/>
          </p:cNvSpPr>
          <p:nvPr>
            <p:ph sz="quarter" idx="22"/>
          </p:nvPr>
        </p:nvSpPr>
        <p:spPr>
          <a:xfrm>
            <a:off x="839786" y="1850682"/>
            <a:ext cx="5827714" cy="4334218"/>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Text Placeholder 6">
            <a:extLst>
              <a:ext uri="{FF2B5EF4-FFF2-40B4-BE49-F238E27FC236}">
                <a16:creationId xmlns:a16="http://schemas.microsoft.com/office/drawing/2014/main" id="{1CFDB3A6-C411-0F13-83B5-1BFABDC20F41}"/>
              </a:ext>
            </a:extLst>
          </p:cNvPr>
          <p:cNvSpPr>
            <a:spLocks noGrp="1"/>
          </p:cNvSpPr>
          <p:nvPr>
            <p:ph type="body" sz="quarter" idx="42" hasCustomPrompt="1"/>
          </p:nvPr>
        </p:nvSpPr>
        <p:spPr>
          <a:xfrm>
            <a:off x="839786" y="1608869"/>
            <a:ext cx="5827714" cy="166199"/>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4" name="Text Placeholder 3">
            <a:extLst>
              <a:ext uri="{FF2B5EF4-FFF2-40B4-BE49-F238E27FC236}">
                <a16:creationId xmlns:a16="http://schemas.microsoft.com/office/drawing/2014/main" id="{D604D9E5-0B5F-DC52-C3D1-6FBDFA98C5E2}"/>
              </a:ext>
            </a:extLst>
          </p:cNvPr>
          <p:cNvSpPr>
            <a:spLocks noGrp="1"/>
          </p:cNvSpPr>
          <p:nvPr>
            <p:ph type="body" sz="quarter" idx="146" hasCustomPrompt="1"/>
          </p:nvPr>
        </p:nvSpPr>
        <p:spPr>
          <a:xfrm>
            <a:off x="839787" y="269874"/>
            <a:ext cx="5824728" cy="832104"/>
          </a:xfrm>
          <a:prstGeom prst="rect">
            <a:avLst/>
          </a:prstGeom>
        </p:spPr>
        <p:txBody>
          <a:bodyPr wrap="square" anchor="b"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29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title</a:t>
            </a:r>
          </a:p>
        </p:txBody>
      </p:sp>
      <p:sp>
        <p:nvSpPr>
          <p:cNvPr id="6" name="Text Placeholder 3">
            <a:extLst>
              <a:ext uri="{FF2B5EF4-FFF2-40B4-BE49-F238E27FC236}">
                <a16:creationId xmlns:a16="http://schemas.microsoft.com/office/drawing/2014/main" id="{64234410-7C01-D89F-44F0-EDD29D99B59D}"/>
              </a:ext>
            </a:extLst>
          </p:cNvPr>
          <p:cNvSpPr>
            <a:spLocks noGrp="1"/>
          </p:cNvSpPr>
          <p:nvPr>
            <p:ph type="body" sz="quarter" idx="147" hasCustomPrompt="1"/>
          </p:nvPr>
        </p:nvSpPr>
        <p:spPr>
          <a:xfrm>
            <a:off x="839787" y="1162440"/>
            <a:ext cx="5824728" cy="192024"/>
          </a:xfrm>
          <a:prstGeom prst="rect">
            <a:avLst/>
          </a:prstGeom>
        </p:spPr>
        <p:txBody>
          <a:bodyPr wrap="square" anchor="t"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4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subtitle</a:t>
            </a:r>
          </a:p>
        </p:txBody>
      </p:sp>
    </p:spTree>
    <p:extLst>
      <p:ext uri="{BB962C8B-B14F-4D97-AF65-F5344CB8AC3E}">
        <p14:creationId xmlns:p14="http://schemas.microsoft.com/office/powerpoint/2010/main" val="2158761160"/>
      </p:ext>
    </p:extLst>
  </p:cSld>
  <p:clrMapOvr>
    <a:masterClrMapping/>
  </p:clrMapOvr>
  <p:hf sldNum="0" hdr="0" ftr="0" dt="0"/>
  <p:extLst>
    <p:ext uri="{DCECCB84-F9BA-43D5-87BE-67443E8EF086}">
      <p15:sldGuideLst xmlns:p15="http://schemas.microsoft.com/office/powerpoint/2012/main">
        <p15:guide id="2" pos="4203">
          <p15:clr>
            <a:srgbClr val="FBAE40"/>
          </p15:clr>
        </p15:guide>
        <p15:guide id="3" pos="4465">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Picture (large) left">
    <p:spTree>
      <p:nvGrpSpPr>
        <p:cNvPr id="1" name=""/>
        <p:cNvGrpSpPr/>
        <p:nvPr/>
      </p:nvGrpSpPr>
      <p:grpSpPr>
        <a:xfrm>
          <a:off x="0" y="0"/>
          <a:ext cx="0" cy="0"/>
          <a:chOff x="0" y="0"/>
          <a:chExt cx="0" cy="0"/>
        </a:xfrm>
      </p:grpSpPr>
      <p:sp>
        <p:nvSpPr>
          <p:cNvPr id="5" name="Picture Placeholder 28">
            <a:extLst>
              <a:ext uri="{FF2B5EF4-FFF2-40B4-BE49-F238E27FC236}">
                <a16:creationId xmlns:a16="http://schemas.microsoft.com/office/drawing/2014/main" id="{237F5FB1-FF85-B9CA-EDD6-CE940434FF04}"/>
              </a:ext>
            </a:extLst>
          </p:cNvPr>
          <p:cNvSpPr>
            <a:spLocks noGrp="1"/>
          </p:cNvSpPr>
          <p:nvPr>
            <p:ph type="pic" sz="quarter" idx="31" hasCustomPrompt="1"/>
          </p:nvPr>
        </p:nvSpPr>
        <p:spPr>
          <a:xfrm>
            <a:off x="0" y="0"/>
            <a:ext cx="5102352" cy="6858000"/>
          </a:xfrm>
          <a:prstGeom prst="rect">
            <a:avLst/>
          </a:prstGeom>
          <a:solidFill>
            <a:srgbClr val="D5D5D5"/>
          </a:solidFill>
        </p:spPr>
        <p:txBody>
          <a:bodyPr tIns="2412000"/>
          <a:lstStyle>
            <a:lvl1pPr marL="0" indent="0" algn="ctr">
              <a:lnSpc>
                <a:spcPct val="100000"/>
              </a:lnSpc>
              <a:spcBef>
                <a:spcPts val="0"/>
              </a:spcBef>
              <a:buNone/>
              <a:defRPr>
                <a:solidFill>
                  <a:schemeClr val="tx1"/>
                </a:solidFill>
              </a:defRPr>
            </a:lvl1pPr>
          </a:lstStyle>
          <a:p>
            <a:r>
              <a:rPr lang="en-US"/>
              <a:t>CLICK ICON </a:t>
            </a:r>
            <a:br>
              <a:rPr lang="en-US"/>
            </a:br>
            <a:r>
              <a:rPr lang="en-US"/>
              <a:t>to insert a picture</a:t>
            </a:r>
          </a:p>
        </p:txBody>
      </p:sp>
      <p:sp>
        <p:nvSpPr>
          <p:cNvPr id="14" name="Content Placeholder 7">
            <a:extLst>
              <a:ext uri="{FF2B5EF4-FFF2-40B4-BE49-F238E27FC236}">
                <a16:creationId xmlns:a16="http://schemas.microsoft.com/office/drawing/2014/main" id="{E7ED9563-55C1-93FA-3535-6CB203959771}"/>
              </a:ext>
            </a:extLst>
          </p:cNvPr>
          <p:cNvSpPr>
            <a:spLocks noGrp="1"/>
          </p:cNvSpPr>
          <p:nvPr>
            <p:ph sz="quarter" idx="22"/>
          </p:nvPr>
        </p:nvSpPr>
        <p:spPr>
          <a:xfrm>
            <a:off x="5526086" y="1850682"/>
            <a:ext cx="5827714" cy="4334218"/>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Text Placeholder 6">
            <a:extLst>
              <a:ext uri="{FF2B5EF4-FFF2-40B4-BE49-F238E27FC236}">
                <a16:creationId xmlns:a16="http://schemas.microsoft.com/office/drawing/2014/main" id="{1CFDB3A6-C411-0F13-83B5-1BFABDC20F41}"/>
              </a:ext>
            </a:extLst>
          </p:cNvPr>
          <p:cNvSpPr>
            <a:spLocks noGrp="1"/>
          </p:cNvSpPr>
          <p:nvPr>
            <p:ph type="body" sz="quarter" idx="42" hasCustomPrompt="1"/>
          </p:nvPr>
        </p:nvSpPr>
        <p:spPr>
          <a:xfrm>
            <a:off x="5526086" y="1608869"/>
            <a:ext cx="5827714" cy="166199"/>
          </a:xfrm>
          <a:prstGeom prst="rect">
            <a:avLst/>
          </a:prstGeom>
        </p:spPr>
        <p:txBody>
          <a:bodyPr wrap="square" tIns="0" anchor="t">
            <a:spAutoFit/>
          </a:bodyPr>
          <a:lstStyle>
            <a:lvl1pPr marL="0" indent="0">
              <a:buNone/>
              <a:defRPr sz="1200" b="1" cap="none" baseline="0"/>
            </a:lvl1pPr>
          </a:lstStyle>
          <a:p>
            <a:pPr lvl="0"/>
            <a:r>
              <a:rPr lang="en-US"/>
              <a:t>CLICK TO ADD TEXT</a:t>
            </a:r>
          </a:p>
        </p:txBody>
      </p:sp>
      <p:pic>
        <p:nvPicPr>
          <p:cNvPr id="2" name="Graphic 1">
            <a:extLst>
              <a:ext uri="{FF2B5EF4-FFF2-40B4-BE49-F238E27FC236}">
                <a16:creationId xmlns:a16="http://schemas.microsoft.com/office/drawing/2014/main" id="{BD3AB349-A30E-7391-EE92-54EE6EE5E985}"/>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0204044" y="6323831"/>
            <a:ext cx="1149756" cy="228489"/>
          </a:xfrm>
          <a:prstGeom prst="rect">
            <a:avLst/>
          </a:prstGeom>
        </p:spPr>
      </p:pic>
      <p:sp>
        <p:nvSpPr>
          <p:cNvPr id="6" name="Text Placeholder 3">
            <a:extLst>
              <a:ext uri="{FF2B5EF4-FFF2-40B4-BE49-F238E27FC236}">
                <a16:creationId xmlns:a16="http://schemas.microsoft.com/office/drawing/2014/main" id="{2D33C56A-0EA6-F211-863A-1A46664128A0}"/>
              </a:ext>
            </a:extLst>
          </p:cNvPr>
          <p:cNvSpPr>
            <a:spLocks noGrp="1"/>
          </p:cNvSpPr>
          <p:nvPr>
            <p:ph type="body" sz="quarter" idx="146" hasCustomPrompt="1"/>
          </p:nvPr>
        </p:nvSpPr>
        <p:spPr>
          <a:xfrm>
            <a:off x="5528562" y="269874"/>
            <a:ext cx="5824728" cy="832104"/>
          </a:xfrm>
          <a:prstGeom prst="rect">
            <a:avLst/>
          </a:prstGeom>
        </p:spPr>
        <p:txBody>
          <a:bodyPr wrap="square" anchor="b"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29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title</a:t>
            </a:r>
          </a:p>
        </p:txBody>
      </p:sp>
      <p:sp>
        <p:nvSpPr>
          <p:cNvPr id="7" name="Text Placeholder 3">
            <a:extLst>
              <a:ext uri="{FF2B5EF4-FFF2-40B4-BE49-F238E27FC236}">
                <a16:creationId xmlns:a16="http://schemas.microsoft.com/office/drawing/2014/main" id="{AF82D212-E95A-E457-0A63-7CD47016EF48}"/>
              </a:ext>
            </a:extLst>
          </p:cNvPr>
          <p:cNvSpPr>
            <a:spLocks noGrp="1"/>
          </p:cNvSpPr>
          <p:nvPr>
            <p:ph type="body" sz="quarter" idx="147" hasCustomPrompt="1"/>
          </p:nvPr>
        </p:nvSpPr>
        <p:spPr>
          <a:xfrm>
            <a:off x="5528562" y="1162440"/>
            <a:ext cx="5824728" cy="192024"/>
          </a:xfrm>
          <a:prstGeom prst="rect">
            <a:avLst/>
          </a:prstGeom>
        </p:spPr>
        <p:txBody>
          <a:bodyPr wrap="square" anchor="t"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4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subtitle</a:t>
            </a:r>
          </a:p>
        </p:txBody>
      </p:sp>
    </p:spTree>
    <p:extLst>
      <p:ext uri="{BB962C8B-B14F-4D97-AF65-F5344CB8AC3E}">
        <p14:creationId xmlns:p14="http://schemas.microsoft.com/office/powerpoint/2010/main" val="2480389804"/>
      </p:ext>
    </p:extLst>
  </p:cSld>
  <p:clrMapOvr>
    <a:masterClrMapping/>
  </p:clrMapOvr>
  <p:hf sldNum="0" hdr="0" ftr="0" dt="0"/>
  <p:extLst>
    <p:ext uri="{DCECCB84-F9BA-43D5-87BE-67443E8EF086}">
      <p15:sldGuideLst xmlns:p15="http://schemas.microsoft.com/office/powerpoint/2012/main">
        <p15:guide id="2" pos="4203">
          <p15:clr>
            <a:srgbClr val="FBAE40"/>
          </p15:clr>
        </p15:guide>
        <p15:guide id="3" pos="4465">
          <p15:clr>
            <a:srgbClr val="FBAE40"/>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Picture (small) right">
    <p:spTree>
      <p:nvGrpSpPr>
        <p:cNvPr id="1" name=""/>
        <p:cNvGrpSpPr/>
        <p:nvPr/>
      </p:nvGrpSpPr>
      <p:grpSpPr>
        <a:xfrm>
          <a:off x="0" y="0"/>
          <a:ext cx="0" cy="0"/>
          <a:chOff x="0" y="0"/>
          <a:chExt cx="0" cy="0"/>
        </a:xfrm>
      </p:grpSpPr>
      <p:sp>
        <p:nvSpPr>
          <p:cNvPr id="5" name="Picture Placeholder 28">
            <a:extLst>
              <a:ext uri="{FF2B5EF4-FFF2-40B4-BE49-F238E27FC236}">
                <a16:creationId xmlns:a16="http://schemas.microsoft.com/office/drawing/2014/main" id="{237F5FB1-FF85-B9CA-EDD6-CE940434FF04}"/>
              </a:ext>
            </a:extLst>
          </p:cNvPr>
          <p:cNvSpPr>
            <a:spLocks noGrp="1"/>
          </p:cNvSpPr>
          <p:nvPr>
            <p:ph type="pic" sz="quarter" idx="31" hasCustomPrompt="1"/>
          </p:nvPr>
        </p:nvSpPr>
        <p:spPr>
          <a:xfrm>
            <a:off x="8605222" y="0"/>
            <a:ext cx="3586777" cy="6857999"/>
          </a:xfrm>
          <a:prstGeom prst="rect">
            <a:avLst/>
          </a:prstGeom>
          <a:solidFill>
            <a:srgbClr val="D5D5D5"/>
          </a:solidFill>
        </p:spPr>
        <p:txBody>
          <a:bodyPr tIns="2412000"/>
          <a:lstStyle>
            <a:lvl1pPr marL="0" indent="0" algn="ctr">
              <a:lnSpc>
                <a:spcPct val="100000"/>
              </a:lnSpc>
              <a:spcBef>
                <a:spcPts val="0"/>
              </a:spcBef>
              <a:spcAft>
                <a:spcPts val="0"/>
              </a:spcAft>
              <a:buNone/>
              <a:defRPr>
                <a:solidFill>
                  <a:schemeClr val="tx1"/>
                </a:solidFill>
              </a:defRPr>
            </a:lvl1pPr>
          </a:lstStyle>
          <a:p>
            <a:r>
              <a:rPr lang="en-US"/>
              <a:t>CLICK ICON </a:t>
            </a:r>
            <a:br>
              <a:rPr lang="en-US"/>
            </a:br>
            <a:r>
              <a:rPr lang="en-US"/>
              <a:t>to insert a picture</a:t>
            </a:r>
          </a:p>
        </p:txBody>
      </p:sp>
      <p:sp>
        <p:nvSpPr>
          <p:cNvPr id="12" name="Content Placeholder 7">
            <a:extLst>
              <a:ext uri="{FF2B5EF4-FFF2-40B4-BE49-F238E27FC236}">
                <a16:creationId xmlns:a16="http://schemas.microsoft.com/office/drawing/2014/main" id="{936F5F2C-7AC4-D20C-0F56-57FE683DC7FA}"/>
              </a:ext>
            </a:extLst>
          </p:cNvPr>
          <p:cNvSpPr>
            <a:spLocks noGrp="1"/>
          </p:cNvSpPr>
          <p:nvPr>
            <p:ph sz="quarter" idx="22"/>
          </p:nvPr>
        </p:nvSpPr>
        <p:spPr>
          <a:xfrm>
            <a:off x="839786" y="1850682"/>
            <a:ext cx="7405437" cy="4334218"/>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ext Placeholder 6">
            <a:extLst>
              <a:ext uri="{FF2B5EF4-FFF2-40B4-BE49-F238E27FC236}">
                <a16:creationId xmlns:a16="http://schemas.microsoft.com/office/drawing/2014/main" id="{26C29CDE-0371-352A-B198-3B9EBDBDDAC5}"/>
              </a:ext>
            </a:extLst>
          </p:cNvPr>
          <p:cNvSpPr>
            <a:spLocks noGrp="1"/>
          </p:cNvSpPr>
          <p:nvPr>
            <p:ph type="body" sz="quarter" idx="42" hasCustomPrompt="1"/>
          </p:nvPr>
        </p:nvSpPr>
        <p:spPr>
          <a:xfrm>
            <a:off x="839786" y="1608869"/>
            <a:ext cx="7405437" cy="166199"/>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4" name="Text Placeholder 3">
            <a:extLst>
              <a:ext uri="{FF2B5EF4-FFF2-40B4-BE49-F238E27FC236}">
                <a16:creationId xmlns:a16="http://schemas.microsoft.com/office/drawing/2014/main" id="{59FE27E5-1166-BA0B-B392-2DBAEBE078A5}"/>
              </a:ext>
            </a:extLst>
          </p:cNvPr>
          <p:cNvSpPr>
            <a:spLocks noGrp="1"/>
          </p:cNvSpPr>
          <p:nvPr>
            <p:ph type="body" sz="quarter" idx="146" hasCustomPrompt="1"/>
          </p:nvPr>
        </p:nvSpPr>
        <p:spPr>
          <a:xfrm>
            <a:off x="839787" y="269874"/>
            <a:ext cx="7406640" cy="832104"/>
          </a:xfrm>
          <a:prstGeom prst="rect">
            <a:avLst/>
          </a:prstGeom>
        </p:spPr>
        <p:txBody>
          <a:bodyPr wrap="square" anchor="b"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29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title</a:t>
            </a:r>
          </a:p>
        </p:txBody>
      </p:sp>
      <p:sp>
        <p:nvSpPr>
          <p:cNvPr id="6" name="Text Placeholder 3">
            <a:extLst>
              <a:ext uri="{FF2B5EF4-FFF2-40B4-BE49-F238E27FC236}">
                <a16:creationId xmlns:a16="http://schemas.microsoft.com/office/drawing/2014/main" id="{ABE0BF8E-F216-7972-5577-7D6E0428F58C}"/>
              </a:ext>
            </a:extLst>
          </p:cNvPr>
          <p:cNvSpPr>
            <a:spLocks noGrp="1"/>
          </p:cNvSpPr>
          <p:nvPr>
            <p:ph type="body" sz="quarter" idx="147" hasCustomPrompt="1"/>
          </p:nvPr>
        </p:nvSpPr>
        <p:spPr>
          <a:xfrm>
            <a:off x="839787" y="1162440"/>
            <a:ext cx="7406640" cy="192024"/>
          </a:xfrm>
          <a:prstGeom prst="rect">
            <a:avLst/>
          </a:prstGeom>
        </p:spPr>
        <p:txBody>
          <a:bodyPr wrap="square" anchor="t"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4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subtitle</a:t>
            </a:r>
          </a:p>
        </p:txBody>
      </p:sp>
    </p:spTree>
    <p:extLst>
      <p:ext uri="{BB962C8B-B14F-4D97-AF65-F5344CB8AC3E}">
        <p14:creationId xmlns:p14="http://schemas.microsoft.com/office/powerpoint/2010/main" val="1682490797"/>
      </p:ext>
    </p:extLst>
  </p:cSld>
  <p:clrMapOvr>
    <a:masterClrMapping/>
  </p:clrMapOvr>
  <p:hf sldNum="0" hdr="0" ftr="0" dt="0"/>
  <p:extLst>
    <p:ext uri="{DCECCB84-F9BA-43D5-87BE-67443E8EF086}">
      <p15:sldGuideLst xmlns:p15="http://schemas.microsoft.com/office/powerpoint/2012/main">
        <p15:guide id="1" pos="5193">
          <p15:clr>
            <a:srgbClr val="FBAE40"/>
          </p15:clr>
        </p15:guide>
        <p15:guide id="2" pos="542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Picture (small) left">
    <p:spTree>
      <p:nvGrpSpPr>
        <p:cNvPr id="1" name=""/>
        <p:cNvGrpSpPr/>
        <p:nvPr/>
      </p:nvGrpSpPr>
      <p:grpSpPr>
        <a:xfrm>
          <a:off x="0" y="0"/>
          <a:ext cx="0" cy="0"/>
          <a:chOff x="0" y="0"/>
          <a:chExt cx="0" cy="0"/>
        </a:xfrm>
      </p:grpSpPr>
      <p:sp>
        <p:nvSpPr>
          <p:cNvPr id="5" name="Picture Placeholder 28">
            <a:extLst>
              <a:ext uri="{FF2B5EF4-FFF2-40B4-BE49-F238E27FC236}">
                <a16:creationId xmlns:a16="http://schemas.microsoft.com/office/drawing/2014/main" id="{237F5FB1-FF85-B9CA-EDD6-CE940434FF04}"/>
              </a:ext>
            </a:extLst>
          </p:cNvPr>
          <p:cNvSpPr>
            <a:spLocks noGrp="1"/>
          </p:cNvSpPr>
          <p:nvPr>
            <p:ph type="pic" sz="quarter" idx="31" hasCustomPrompt="1"/>
          </p:nvPr>
        </p:nvSpPr>
        <p:spPr>
          <a:xfrm>
            <a:off x="0" y="0"/>
            <a:ext cx="3586777" cy="6857999"/>
          </a:xfrm>
          <a:prstGeom prst="rect">
            <a:avLst/>
          </a:prstGeom>
          <a:solidFill>
            <a:srgbClr val="D5D5D5"/>
          </a:solidFill>
        </p:spPr>
        <p:txBody>
          <a:bodyPr tIns="2412000"/>
          <a:lstStyle>
            <a:lvl1pPr marL="0" indent="0" algn="ctr">
              <a:lnSpc>
                <a:spcPct val="100000"/>
              </a:lnSpc>
              <a:spcBef>
                <a:spcPts val="0"/>
              </a:spcBef>
              <a:spcAft>
                <a:spcPts val="0"/>
              </a:spcAft>
              <a:buNone/>
              <a:defRPr>
                <a:solidFill>
                  <a:schemeClr val="tx1"/>
                </a:solidFill>
              </a:defRPr>
            </a:lvl1pPr>
          </a:lstStyle>
          <a:p>
            <a:r>
              <a:rPr lang="en-US"/>
              <a:t>CLICK ICON </a:t>
            </a:r>
            <a:br>
              <a:rPr lang="en-US"/>
            </a:br>
            <a:r>
              <a:rPr lang="en-US"/>
              <a:t>to insert a picture</a:t>
            </a:r>
          </a:p>
        </p:txBody>
      </p:sp>
      <p:sp>
        <p:nvSpPr>
          <p:cNvPr id="12" name="Content Placeholder 7">
            <a:extLst>
              <a:ext uri="{FF2B5EF4-FFF2-40B4-BE49-F238E27FC236}">
                <a16:creationId xmlns:a16="http://schemas.microsoft.com/office/drawing/2014/main" id="{936F5F2C-7AC4-D20C-0F56-57FE683DC7FA}"/>
              </a:ext>
            </a:extLst>
          </p:cNvPr>
          <p:cNvSpPr>
            <a:spLocks noGrp="1"/>
          </p:cNvSpPr>
          <p:nvPr>
            <p:ph sz="quarter" idx="22"/>
          </p:nvPr>
        </p:nvSpPr>
        <p:spPr>
          <a:xfrm>
            <a:off x="3948363" y="1850682"/>
            <a:ext cx="7405437" cy="4334218"/>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ext Placeholder 6">
            <a:extLst>
              <a:ext uri="{FF2B5EF4-FFF2-40B4-BE49-F238E27FC236}">
                <a16:creationId xmlns:a16="http://schemas.microsoft.com/office/drawing/2014/main" id="{26C29CDE-0371-352A-B198-3B9EBDBDDAC5}"/>
              </a:ext>
            </a:extLst>
          </p:cNvPr>
          <p:cNvSpPr>
            <a:spLocks noGrp="1"/>
          </p:cNvSpPr>
          <p:nvPr>
            <p:ph type="body" sz="quarter" idx="42" hasCustomPrompt="1"/>
          </p:nvPr>
        </p:nvSpPr>
        <p:spPr>
          <a:xfrm>
            <a:off x="3948363" y="1608869"/>
            <a:ext cx="7405437" cy="166199"/>
          </a:xfrm>
          <a:prstGeom prst="rect">
            <a:avLst/>
          </a:prstGeom>
        </p:spPr>
        <p:txBody>
          <a:bodyPr wrap="square" tIns="0" anchor="t">
            <a:spAutoFit/>
          </a:bodyPr>
          <a:lstStyle>
            <a:lvl1pPr marL="0" indent="0">
              <a:buNone/>
              <a:defRPr sz="1200" b="1" cap="none" baseline="0"/>
            </a:lvl1pPr>
          </a:lstStyle>
          <a:p>
            <a:pPr lvl="0"/>
            <a:r>
              <a:rPr lang="en-US"/>
              <a:t>CLICK TO ADD TEXT</a:t>
            </a:r>
          </a:p>
        </p:txBody>
      </p:sp>
      <p:pic>
        <p:nvPicPr>
          <p:cNvPr id="2" name="Graphic 1">
            <a:extLst>
              <a:ext uri="{FF2B5EF4-FFF2-40B4-BE49-F238E27FC236}">
                <a16:creationId xmlns:a16="http://schemas.microsoft.com/office/drawing/2014/main" id="{F10C0264-DB7C-81CC-219A-1A4CDD4F6F1D}"/>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0204044" y="6323831"/>
            <a:ext cx="1149756" cy="228489"/>
          </a:xfrm>
          <a:prstGeom prst="rect">
            <a:avLst/>
          </a:prstGeom>
        </p:spPr>
      </p:pic>
      <p:sp>
        <p:nvSpPr>
          <p:cNvPr id="6" name="Text Placeholder 3">
            <a:extLst>
              <a:ext uri="{FF2B5EF4-FFF2-40B4-BE49-F238E27FC236}">
                <a16:creationId xmlns:a16="http://schemas.microsoft.com/office/drawing/2014/main" id="{F21C800D-4C64-D366-A796-8D271F329963}"/>
              </a:ext>
            </a:extLst>
          </p:cNvPr>
          <p:cNvSpPr>
            <a:spLocks noGrp="1"/>
          </p:cNvSpPr>
          <p:nvPr>
            <p:ph type="body" sz="quarter" idx="146" hasCustomPrompt="1"/>
          </p:nvPr>
        </p:nvSpPr>
        <p:spPr>
          <a:xfrm>
            <a:off x="3947160" y="269874"/>
            <a:ext cx="7406640" cy="832104"/>
          </a:xfrm>
          <a:prstGeom prst="rect">
            <a:avLst/>
          </a:prstGeom>
        </p:spPr>
        <p:txBody>
          <a:bodyPr wrap="square" anchor="b"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29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title</a:t>
            </a:r>
          </a:p>
        </p:txBody>
      </p:sp>
      <p:sp>
        <p:nvSpPr>
          <p:cNvPr id="7" name="Text Placeholder 3">
            <a:extLst>
              <a:ext uri="{FF2B5EF4-FFF2-40B4-BE49-F238E27FC236}">
                <a16:creationId xmlns:a16="http://schemas.microsoft.com/office/drawing/2014/main" id="{2D918107-BBBF-152F-C226-596981D7498D}"/>
              </a:ext>
            </a:extLst>
          </p:cNvPr>
          <p:cNvSpPr>
            <a:spLocks noGrp="1"/>
          </p:cNvSpPr>
          <p:nvPr>
            <p:ph type="body" sz="quarter" idx="147" hasCustomPrompt="1"/>
          </p:nvPr>
        </p:nvSpPr>
        <p:spPr>
          <a:xfrm>
            <a:off x="3947160" y="1162440"/>
            <a:ext cx="7406640" cy="192024"/>
          </a:xfrm>
          <a:prstGeom prst="rect">
            <a:avLst/>
          </a:prstGeom>
        </p:spPr>
        <p:txBody>
          <a:bodyPr wrap="square" anchor="t"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4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subtitle</a:t>
            </a:r>
          </a:p>
        </p:txBody>
      </p:sp>
    </p:spTree>
    <p:extLst>
      <p:ext uri="{BB962C8B-B14F-4D97-AF65-F5344CB8AC3E}">
        <p14:creationId xmlns:p14="http://schemas.microsoft.com/office/powerpoint/2010/main" val="768367519"/>
      </p:ext>
    </p:extLst>
  </p:cSld>
  <p:clrMapOvr>
    <a:masterClrMapping/>
  </p:clrMapOvr>
  <p:hf sldNum="0" hdr="0" ftr="0" dt="0"/>
  <p:extLst>
    <p:ext uri="{DCECCB84-F9BA-43D5-87BE-67443E8EF086}">
      <p15:sldGuideLst xmlns:p15="http://schemas.microsoft.com/office/powerpoint/2012/main">
        <p15:guide id="1" pos="5193">
          <p15:clr>
            <a:srgbClr val="FBAE40"/>
          </p15:clr>
        </p15:guide>
        <p15:guide id="2" pos="542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Quote 1">
    <p:spTree>
      <p:nvGrpSpPr>
        <p:cNvPr id="1" name=""/>
        <p:cNvGrpSpPr/>
        <p:nvPr/>
      </p:nvGrpSpPr>
      <p:grpSpPr>
        <a:xfrm>
          <a:off x="0" y="0"/>
          <a:ext cx="0" cy="0"/>
          <a:chOff x="0" y="0"/>
          <a:chExt cx="0" cy="0"/>
        </a:xfrm>
      </p:grpSpPr>
      <p:sp>
        <p:nvSpPr>
          <p:cNvPr id="7" name="Text Placeholder 5">
            <a:extLst>
              <a:ext uri="{FF2B5EF4-FFF2-40B4-BE49-F238E27FC236}">
                <a16:creationId xmlns:a16="http://schemas.microsoft.com/office/drawing/2014/main" id="{9366B1C9-D95E-382C-61CA-3E1C2C4C75AD}"/>
              </a:ext>
            </a:extLst>
          </p:cNvPr>
          <p:cNvSpPr>
            <a:spLocks noGrp="1"/>
          </p:cNvSpPr>
          <p:nvPr>
            <p:ph type="body" sz="quarter" idx="27" hasCustomPrompt="1"/>
          </p:nvPr>
        </p:nvSpPr>
        <p:spPr>
          <a:xfrm>
            <a:off x="1866000" y="266700"/>
            <a:ext cx="8460000" cy="3987445"/>
          </a:xfrm>
          <a:prstGeom prst="rect">
            <a:avLst/>
          </a:prstGeom>
        </p:spPr>
        <p:txBody>
          <a:bodyPr anchor="b">
            <a:noAutofit/>
          </a:bodyPr>
          <a:lstStyle>
            <a:lvl1pPr marL="0" indent="0" algn="ctr">
              <a:buNone/>
              <a:defRPr lang="en-US" sz="5000" kern="1200" cap="none" dirty="0">
                <a:ln w="0"/>
                <a:gradFill flip="none" rotWithShape="1">
                  <a:gsLst>
                    <a:gs pos="17000">
                      <a:srgbClr val="6A1DA1"/>
                    </a:gs>
                    <a:gs pos="66000">
                      <a:srgbClr val="EE424A"/>
                    </a:gs>
                  </a:gsLst>
                  <a:lin ang="2400000" scaled="0"/>
                  <a:tileRect/>
                </a:gradFill>
                <a:latin typeface="+mn-lt"/>
                <a:ea typeface="+mn-ea"/>
                <a:cs typeface="+mn-cs"/>
              </a:defRPr>
            </a:lvl1pPr>
          </a:lstStyle>
          <a:p>
            <a:pPr lvl="0"/>
            <a:r>
              <a:rPr lang="en-US"/>
              <a:t>Click to add quote – </a:t>
            </a:r>
            <a:r>
              <a:rPr lang="en-US" err="1"/>
              <a:t>fontsize</a:t>
            </a:r>
            <a:r>
              <a:rPr lang="en-US"/>
              <a:t>: max. 50 pt and min. 28 pt</a:t>
            </a:r>
          </a:p>
        </p:txBody>
      </p:sp>
      <p:sp>
        <p:nvSpPr>
          <p:cNvPr id="2" name="Text Placeholder 3">
            <a:extLst>
              <a:ext uri="{FF2B5EF4-FFF2-40B4-BE49-F238E27FC236}">
                <a16:creationId xmlns:a16="http://schemas.microsoft.com/office/drawing/2014/main" id="{B8C48276-D5E4-B27C-F498-76D8AF44B789}"/>
              </a:ext>
            </a:extLst>
          </p:cNvPr>
          <p:cNvSpPr>
            <a:spLocks noGrp="1"/>
          </p:cNvSpPr>
          <p:nvPr>
            <p:ph type="body" sz="quarter" idx="145" hasCustomPrompt="1"/>
          </p:nvPr>
        </p:nvSpPr>
        <p:spPr>
          <a:xfrm>
            <a:off x="3412732" y="4550077"/>
            <a:ext cx="5367528" cy="283464"/>
          </a:xfrm>
          <a:prstGeom prst="rect">
            <a:avLst/>
          </a:prstGeom>
        </p:spPr>
        <p:txBody>
          <a:bodyPr wrap="square" anchor="ctr" anchorCtr="0">
            <a:noAutofit/>
          </a:bodyPr>
          <a:lstStyle>
            <a:lvl1pPr marL="0" indent="0" algn="ctr" defTabSz="914400" rtl="0" eaLnBrk="1" latinLnBrk="0" hangingPunct="1">
              <a:lnSpc>
                <a:spcPct val="90000"/>
              </a:lnSpc>
              <a:spcBef>
                <a:spcPts val="1000"/>
              </a:spcBef>
              <a:spcAft>
                <a:spcPts val="400"/>
              </a:spcAft>
              <a:buFont typeface="Wingdings" pitchFamily="2" charset="2"/>
              <a:buNone/>
              <a:defRPr lang="en-US" sz="1600" b="1"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text</a:t>
            </a:r>
          </a:p>
        </p:txBody>
      </p:sp>
      <p:sp>
        <p:nvSpPr>
          <p:cNvPr id="3" name="Text Placeholder 3">
            <a:extLst>
              <a:ext uri="{FF2B5EF4-FFF2-40B4-BE49-F238E27FC236}">
                <a16:creationId xmlns:a16="http://schemas.microsoft.com/office/drawing/2014/main" id="{8AF41D23-A245-58E6-6592-B800954892E1}"/>
              </a:ext>
            </a:extLst>
          </p:cNvPr>
          <p:cNvSpPr>
            <a:spLocks noGrp="1"/>
          </p:cNvSpPr>
          <p:nvPr>
            <p:ph type="body" sz="quarter" idx="146" hasCustomPrompt="1"/>
          </p:nvPr>
        </p:nvSpPr>
        <p:spPr>
          <a:xfrm>
            <a:off x="3412732" y="4886206"/>
            <a:ext cx="5367528" cy="283464"/>
          </a:xfrm>
          <a:prstGeom prst="rect">
            <a:avLst/>
          </a:prstGeom>
        </p:spPr>
        <p:txBody>
          <a:bodyPr wrap="square" anchor="ctr" anchorCtr="0">
            <a:noAutofit/>
          </a:bodyPr>
          <a:lstStyle>
            <a:lvl1pPr marL="0" indent="0" algn="ctr" defTabSz="914400" rtl="0" eaLnBrk="1" latinLnBrk="0" hangingPunct="1">
              <a:lnSpc>
                <a:spcPct val="90000"/>
              </a:lnSpc>
              <a:spcBef>
                <a:spcPts val="1000"/>
              </a:spcBef>
              <a:spcAft>
                <a:spcPts val="400"/>
              </a:spcAft>
              <a:buFont typeface="Wingdings" pitchFamily="2" charset="2"/>
              <a:buNone/>
              <a:defRPr lang="en-US" sz="14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text</a:t>
            </a:r>
          </a:p>
        </p:txBody>
      </p:sp>
    </p:spTree>
    <p:extLst>
      <p:ext uri="{BB962C8B-B14F-4D97-AF65-F5344CB8AC3E}">
        <p14:creationId xmlns:p14="http://schemas.microsoft.com/office/powerpoint/2010/main" val="3059134028"/>
      </p:ext>
    </p:extLst>
  </p:cSld>
  <p:clrMapOvr>
    <a:masterClrMapping/>
  </p:clrMapOvr>
  <p:hf sldNum="0" hdr="0" ftr="0" dt="0"/>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Quote (w/ background)">
    <p:spTree>
      <p:nvGrpSpPr>
        <p:cNvPr id="1" name=""/>
        <p:cNvGrpSpPr/>
        <p:nvPr/>
      </p:nvGrpSpPr>
      <p:grpSpPr>
        <a:xfrm>
          <a:off x="0" y="0"/>
          <a:ext cx="0" cy="0"/>
          <a:chOff x="0" y="0"/>
          <a:chExt cx="0" cy="0"/>
        </a:xfrm>
      </p:grpSpPr>
      <p:pic>
        <p:nvPicPr>
          <p:cNvPr id="2" name="Picture 1" descr="A blue and white gradient&#10;&#10;Description automatically generated">
            <a:extLst>
              <a:ext uri="{FF2B5EF4-FFF2-40B4-BE49-F238E27FC236}">
                <a16:creationId xmlns:a16="http://schemas.microsoft.com/office/drawing/2014/main" id="{23BC3275-5D18-1ED2-A4B9-20DE23770E90}"/>
              </a:ext>
            </a:extLst>
          </p:cNvPr>
          <p:cNvPicPr>
            <a:picLocks noChangeAspect="1"/>
          </p:cNvPicPr>
          <p:nvPr userDrawn="1"/>
        </p:nvPicPr>
        <p:blipFill rotWithShape="1">
          <a:blip r:embed="rId2"/>
          <a:srcRect l="19791" t="1586" r="22186"/>
          <a:stretch/>
        </p:blipFill>
        <p:spPr>
          <a:xfrm>
            <a:off x="0" y="-11458"/>
            <a:ext cx="12192000" cy="6875113"/>
          </a:xfrm>
          <a:prstGeom prst="rect">
            <a:avLst/>
          </a:prstGeom>
        </p:spPr>
      </p:pic>
      <p:sp>
        <p:nvSpPr>
          <p:cNvPr id="7" name="Text Placeholder 5">
            <a:extLst>
              <a:ext uri="{FF2B5EF4-FFF2-40B4-BE49-F238E27FC236}">
                <a16:creationId xmlns:a16="http://schemas.microsoft.com/office/drawing/2014/main" id="{9366B1C9-D95E-382C-61CA-3E1C2C4C75AD}"/>
              </a:ext>
            </a:extLst>
          </p:cNvPr>
          <p:cNvSpPr>
            <a:spLocks noGrp="1"/>
          </p:cNvSpPr>
          <p:nvPr>
            <p:ph type="body" sz="quarter" idx="27" hasCustomPrompt="1"/>
          </p:nvPr>
        </p:nvSpPr>
        <p:spPr>
          <a:xfrm>
            <a:off x="1866000" y="266700"/>
            <a:ext cx="8460000" cy="3987445"/>
          </a:xfrm>
          <a:prstGeom prst="rect">
            <a:avLst/>
          </a:prstGeom>
        </p:spPr>
        <p:txBody>
          <a:bodyPr anchor="b">
            <a:noAutofit/>
          </a:bodyPr>
          <a:lstStyle>
            <a:lvl1pPr marL="0" indent="0" algn="ctr">
              <a:buNone/>
              <a:defRPr sz="5000"/>
            </a:lvl1pPr>
          </a:lstStyle>
          <a:p>
            <a:pPr lvl="0"/>
            <a:r>
              <a:rPr lang="en-US"/>
              <a:t>Click to add quote – </a:t>
            </a:r>
            <a:r>
              <a:rPr lang="en-US" err="1"/>
              <a:t>fontsize</a:t>
            </a:r>
            <a:r>
              <a:rPr lang="en-US"/>
              <a:t>: max. 50 pt and min. 28 pt</a:t>
            </a:r>
          </a:p>
        </p:txBody>
      </p:sp>
      <p:pic>
        <p:nvPicPr>
          <p:cNvPr id="3" name="Graphic 2">
            <a:extLst>
              <a:ext uri="{FF2B5EF4-FFF2-40B4-BE49-F238E27FC236}">
                <a16:creationId xmlns:a16="http://schemas.microsoft.com/office/drawing/2014/main" id="{EE4C54A9-FE4A-CF9A-84DA-67AAE5515FA1}"/>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839788" y="6323831"/>
            <a:ext cx="1149756" cy="228489"/>
          </a:xfrm>
          <a:prstGeom prst="rect">
            <a:avLst/>
          </a:prstGeom>
        </p:spPr>
      </p:pic>
      <p:sp>
        <p:nvSpPr>
          <p:cNvPr id="4" name="Text Placeholder 3">
            <a:extLst>
              <a:ext uri="{FF2B5EF4-FFF2-40B4-BE49-F238E27FC236}">
                <a16:creationId xmlns:a16="http://schemas.microsoft.com/office/drawing/2014/main" id="{E20B702C-FB12-83BF-F4E2-91F5D9F49BD2}"/>
              </a:ext>
            </a:extLst>
          </p:cNvPr>
          <p:cNvSpPr>
            <a:spLocks noGrp="1"/>
          </p:cNvSpPr>
          <p:nvPr>
            <p:ph type="body" sz="quarter" idx="145" hasCustomPrompt="1"/>
          </p:nvPr>
        </p:nvSpPr>
        <p:spPr>
          <a:xfrm>
            <a:off x="3412732" y="4550077"/>
            <a:ext cx="5367528" cy="283464"/>
          </a:xfrm>
          <a:prstGeom prst="rect">
            <a:avLst/>
          </a:prstGeom>
        </p:spPr>
        <p:txBody>
          <a:bodyPr wrap="square" anchor="ctr" anchorCtr="0">
            <a:noAutofit/>
          </a:bodyPr>
          <a:lstStyle>
            <a:lvl1pPr marL="0" indent="0" algn="ctr" defTabSz="914400" rtl="0" eaLnBrk="1" latinLnBrk="0" hangingPunct="1">
              <a:lnSpc>
                <a:spcPct val="90000"/>
              </a:lnSpc>
              <a:spcBef>
                <a:spcPts val="1000"/>
              </a:spcBef>
              <a:spcAft>
                <a:spcPts val="400"/>
              </a:spcAft>
              <a:buFont typeface="Wingdings" pitchFamily="2" charset="2"/>
              <a:buNone/>
              <a:defRPr lang="en-US" sz="1600" b="1"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text</a:t>
            </a:r>
          </a:p>
        </p:txBody>
      </p:sp>
      <p:sp>
        <p:nvSpPr>
          <p:cNvPr id="5" name="Text Placeholder 3">
            <a:extLst>
              <a:ext uri="{FF2B5EF4-FFF2-40B4-BE49-F238E27FC236}">
                <a16:creationId xmlns:a16="http://schemas.microsoft.com/office/drawing/2014/main" id="{5705149E-6982-F886-E34A-8791F693794F}"/>
              </a:ext>
            </a:extLst>
          </p:cNvPr>
          <p:cNvSpPr>
            <a:spLocks noGrp="1"/>
          </p:cNvSpPr>
          <p:nvPr>
            <p:ph type="body" sz="quarter" idx="146" hasCustomPrompt="1"/>
          </p:nvPr>
        </p:nvSpPr>
        <p:spPr>
          <a:xfrm>
            <a:off x="3412732" y="4886206"/>
            <a:ext cx="5367528" cy="283464"/>
          </a:xfrm>
          <a:prstGeom prst="rect">
            <a:avLst/>
          </a:prstGeom>
        </p:spPr>
        <p:txBody>
          <a:bodyPr wrap="square" anchor="ctr" anchorCtr="0">
            <a:noAutofit/>
          </a:bodyPr>
          <a:lstStyle>
            <a:lvl1pPr marL="0" indent="0" algn="ctr" defTabSz="914400" rtl="0" eaLnBrk="1" latinLnBrk="0" hangingPunct="1">
              <a:lnSpc>
                <a:spcPct val="90000"/>
              </a:lnSpc>
              <a:spcBef>
                <a:spcPts val="1000"/>
              </a:spcBef>
              <a:spcAft>
                <a:spcPts val="400"/>
              </a:spcAft>
              <a:buFont typeface="Wingdings" pitchFamily="2" charset="2"/>
              <a:buNone/>
              <a:defRPr lang="en-US" sz="14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text</a:t>
            </a:r>
          </a:p>
        </p:txBody>
      </p:sp>
    </p:spTree>
    <p:extLst>
      <p:ext uri="{BB962C8B-B14F-4D97-AF65-F5344CB8AC3E}">
        <p14:creationId xmlns:p14="http://schemas.microsoft.com/office/powerpoint/2010/main" val="3495201016"/>
      </p:ext>
    </p:extLst>
  </p:cSld>
  <p:clrMapOvr>
    <a:masterClrMapping/>
  </p:clrMapOvr>
  <p:hf sldNum="0" hdr="0" ftr="0" dt="0"/>
</p:sldLayout>
</file>

<file path=ppt/slideLayouts/slideLayout32.xml><?xml version="1.0" encoding="utf-8"?>
<p:sldLayout xmlns:a="http://schemas.openxmlformats.org/drawingml/2006/main" xmlns:r="http://schemas.openxmlformats.org/officeDocument/2006/relationships" xmlns:p="http://schemas.openxmlformats.org/presentationml/2006/main" showMasterSp="0" preserve="1" userDrawn="1">
  <p:cSld name="End slide with disclaimer 1">
    <p:spTree>
      <p:nvGrpSpPr>
        <p:cNvPr id="1" name=""/>
        <p:cNvGrpSpPr/>
        <p:nvPr/>
      </p:nvGrpSpPr>
      <p:grpSpPr>
        <a:xfrm>
          <a:off x="0" y="0"/>
          <a:ext cx="0" cy="0"/>
          <a:chOff x="0" y="0"/>
          <a:chExt cx="0" cy="0"/>
        </a:xfrm>
      </p:grpSpPr>
      <p:pic>
        <p:nvPicPr>
          <p:cNvPr id="3" name="Picture 2" descr="A colorful gradient of squares&#10;&#10;Description automatically generated with medium confidence">
            <a:extLst>
              <a:ext uri="{FF2B5EF4-FFF2-40B4-BE49-F238E27FC236}">
                <a16:creationId xmlns:a16="http://schemas.microsoft.com/office/drawing/2014/main" id="{334EFC3A-5C72-60BC-E29C-9858F7369F28}"/>
              </a:ext>
            </a:extLst>
          </p:cNvPr>
          <p:cNvPicPr>
            <a:picLocks noChangeAspect="1"/>
          </p:cNvPicPr>
          <p:nvPr userDrawn="1"/>
        </p:nvPicPr>
        <p:blipFill>
          <a:blip r:embed="rId2"/>
          <a:stretch>
            <a:fillRect/>
          </a:stretch>
        </p:blipFill>
        <p:spPr>
          <a:xfrm>
            <a:off x="0" y="0"/>
            <a:ext cx="12192000" cy="6858000"/>
          </a:xfrm>
          <a:prstGeom prst="rect">
            <a:avLst/>
          </a:prstGeom>
        </p:spPr>
      </p:pic>
      <p:pic>
        <p:nvPicPr>
          <p:cNvPr id="2" name="Graphic 1">
            <a:extLst>
              <a:ext uri="{FF2B5EF4-FFF2-40B4-BE49-F238E27FC236}">
                <a16:creationId xmlns:a16="http://schemas.microsoft.com/office/drawing/2014/main" id="{1924593E-99ED-FAE1-2706-3FA040357ED4}"/>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357189" y="5157116"/>
            <a:ext cx="2170219" cy="431283"/>
          </a:xfrm>
          <a:prstGeom prst="rect">
            <a:avLst/>
          </a:prstGeom>
        </p:spPr>
      </p:pic>
      <p:sp>
        <p:nvSpPr>
          <p:cNvPr id="6" name="TextBox 5">
            <a:extLst>
              <a:ext uri="{FF2B5EF4-FFF2-40B4-BE49-F238E27FC236}">
                <a16:creationId xmlns:a16="http://schemas.microsoft.com/office/drawing/2014/main" id="{C78A028D-4E43-9D46-40FE-48A0FB521753}"/>
              </a:ext>
            </a:extLst>
          </p:cNvPr>
          <p:cNvSpPr txBox="1">
            <a:spLocks/>
          </p:cNvSpPr>
          <p:nvPr userDrawn="1"/>
        </p:nvSpPr>
        <p:spPr>
          <a:xfrm>
            <a:off x="357189" y="5886044"/>
            <a:ext cx="11476036" cy="674311"/>
          </a:xfrm>
          <a:prstGeom prst="rect">
            <a:avLst/>
          </a:prstGeom>
          <a:noFill/>
          <a:ln>
            <a:noFill/>
          </a:ln>
        </p:spPr>
        <p:txBody>
          <a:bodyPr vert="horz" wrap="square" lIns="0" tIns="0" rIns="0" bIns="0" rtlCol="0" anchor="b">
            <a:spAutoFit/>
          </a:bodyPr>
          <a:lstStyle>
            <a:lvl1pPr marL="179388" indent="-179388" algn="l" defTabSz="914400" rtl="0" eaLnBrk="1" latinLnBrk="0" hangingPunct="1">
              <a:lnSpc>
                <a:spcPct val="90000"/>
              </a:lnSpc>
              <a:spcBef>
                <a:spcPts val="600"/>
              </a:spcBef>
              <a:buFont typeface="Arial" pitchFamily="34" charset="0"/>
              <a:buChar char="•"/>
              <a:defRPr sz="1800" kern="1200">
                <a:solidFill>
                  <a:schemeClr val="tx1"/>
                </a:solidFill>
                <a:latin typeface="+mn-lt"/>
                <a:ea typeface="+mn-ea"/>
                <a:cs typeface="+mn-cs"/>
              </a:defRPr>
            </a:lvl1pPr>
            <a:lvl2pPr marL="360000" indent="-180975" algn="l" defTabSz="914400" rtl="0" eaLnBrk="1" latinLnBrk="0" hangingPunct="1">
              <a:lnSpc>
                <a:spcPct val="90000"/>
              </a:lnSpc>
              <a:spcBef>
                <a:spcPts val="600"/>
              </a:spcBef>
              <a:buFont typeface="Arial" pitchFamily="34" charset="0"/>
              <a:buChar char="–"/>
              <a:defRPr sz="1800" kern="1200">
                <a:solidFill>
                  <a:schemeClr val="tx1"/>
                </a:solidFill>
                <a:latin typeface="+mn-lt"/>
                <a:ea typeface="+mn-ea"/>
                <a:cs typeface="+mn-cs"/>
              </a:defRPr>
            </a:lvl2pPr>
            <a:lvl3pPr marL="540000" indent="-180975" algn="l" defTabSz="914400" rtl="0" eaLnBrk="1" latinLnBrk="0" hangingPunct="1">
              <a:lnSpc>
                <a:spcPct val="90000"/>
              </a:lnSpc>
              <a:spcBef>
                <a:spcPts val="600"/>
              </a:spcBef>
              <a:buFont typeface="Arial" pitchFamily="34" charset="0"/>
              <a:buChar char="•"/>
              <a:defRPr sz="1800" kern="1200">
                <a:solidFill>
                  <a:schemeClr val="tx1"/>
                </a:solidFill>
                <a:latin typeface="+mn-lt"/>
                <a:ea typeface="+mn-ea"/>
                <a:cs typeface="+mn-cs"/>
              </a:defRPr>
            </a:lvl3pPr>
            <a:lvl4pPr marL="720000" indent="-180000" algn="l" defTabSz="914400" rtl="0" eaLnBrk="1" latinLnBrk="0" hangingPunct="1">
              <a:lnSpc>
                <a:spcPct val="90000"/>
              </a:lnSpc>
              <a:spcBef>
                <a:spcPts val="600"/>
              </a:spcBef>
              <a:buFont typeface="Arial" pitchFamily="34" charset="0"/>
              <a:buChar char="–"/>
              <a:defRPr sz="1800" kern="1200">
                <a:solidFill>
                  <a:schemeClr val="tx1"/>
                </a:solidFill>
                <a:latin typeface="+mn-lt"/>
                <a:ea typeface="+mn-ea"/>
                <a:cs typeface="+mn-cs"/>
              </a:defRPr>
            </a:lvl4pPr>
            <a:lvl5pPr marL="900000" indent="-180975" algn="l" defTabSz="914400" rtl="0" eaLnBrk="1" latinLnBrk="0" hangingPunct="1">
              <a:lnSpc>
                <a:spcPct val="90000"/>
              </a:lnSpc>
              <a:spcBef>
                <a:spcPts val="600"/>
              </a:spcBef>
              <a:buFont typeface="Arial" pitchFamily="34" charset="0"/>
              <a:buChar char="»"/>
              <a:defRPr sz="18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just">
              <a:buNone/>
            </a:pPr>
            <a:r>
              <a:rPr lang="en-US" sz="800" b="1" noProof="0">
                <a:solidFill>
                  <a:schemeClr val="bg1"/>
                </a:solidFill>
              </a:rPr>
              <a:t>Legal notice</a:t>
            </a:r>
          </a:p>
          <a:p>
            <a:pPr marL="0" marR="0" lvl="0" indent="0" algn="just" defTabSz="914400" rtl="0" eaLnBrk="1" fontAlgn="auto" latinLnBrk="0" hangingPunct="1">
              <a:lnSpc>
                <a:spcPct val="90000"/>
              </a:lnSpc>
              <a:spcBef>
                <a:spcPts val="600"/>
              </a:spcBef>
              <a:spcAft>
                <a:spcPts val="0"/>
              </a:spcAft>
              <a:buClrTx/>
              <a:buSzTx/>
              <a:buFont typeface="Arial" pitchFamily="34" charset="0"/>
              <a:buNone/>
              <a:tabLst/>
              <a:defRPr/>
            </a:pPr>
            <a:r>
              <a:rPr lang="en-US" sz="800" noProof="0">
                <a:solidFill>
                  <a:schemeClr val="bg1"/>
                </a:solidFill>
                <a:latin typeface="+mn-lt"/>
              </a:rPr>
              <a:t>The contents of this publication are for general information and illustrative purposes only and are used at the reader’s own risk. SimCorp uses all reasonable endeavors to ensure the accuracy of the information. However, SimCorp does not guarantee or warrant the accuracy, completeness, factual correctness, or reliability of any information in this publication and does not accept liability for errors, omissions, inaccuracies, or typographical errors. The views and opinions expressed in this publication are not necessarily those of SimCorp. © 2024 SimCorp A/S. All rights reserved. Without limiting rights under copyright, no part of this document may be reproduced, stored in, or introduced into a retrieval system, or transmitted in any form, by any means (electronic, mechanical, photocopying, recording, or otherwise), or for any purpose without the express written permission of SimCorp A/S. SimCorp, the SimCorp logo, SimCorp</a:t>
            </a:r>
            <a:r>
              <a:rPr lang="en-US" sz="800" baseline="30000" noProof="0">
                <a:solidFill>
                  <a:schemeClr val="bg1"/>
                </a:solidFill>
                <a:latin typeface="+mn-lt"/>
              </a:rPr>
              <a:t> ®, </a:t>
            </a:r>
            <a:r>
              <a:rPr lang="en-US" sz="800" noProof="0">
                <a:solidFill>
                  <a:schemeClr val="bg1"/>
                </a:solidFill>
                <a:latin typeface="+mn-lt"/>
              </a:rPr>
              <a:t>and SimCorp Services are either registered trademarks or trademarks of SimCorp A/S in Denmark and/or other countries. Refer to www.simcorp.com/trademarks for a full list of SimCorp A/S trademarks. Other trademarks referred to in this document are the property of their respective owners.</a:t>
            </a:r>
            <a:endParaRPr lang="en-US" sz="800" b="0" noProof="0">
              <a:solidFill>
                <a:schemeClr val="bg1"/>
              </a:solidFill>
            </a:endParaRPr>
          </a:p>
        </p:txBody>
      </p:sp>
      <p:sp>
        <p:nvSpPr>
          <p:cNvPr id="7" name="Text Placeholder 5">
            <a:extLst>
              <a:ext uri="{FF2B5EF4-FFF2-40B4-BE49-F238E27FC236}">
                <a16:creationId xmlns:a16="http://schemas.microsoft.com/office/drawing/2014/main" id="{3C633310-3E85-E315-7991-5513A27ADB9F}"/>
              </a:ext>
            </a:extLst>
          </p:cNvPr>
          <p:cNvSpPr>
            <a:spLocks noGrp="1"/>
          </p:cNvSpPr>
          <p:nvPr>
            <p:ph type="body" sz="quarter" idx="28" hasCustomPrompt="1"/>
          </p:nvPr>
        </p:nvSpPr>
        <p:spPr>
          <a:xfrm>
            <a:off x="1034796" y="2655654"/>
            <a:ext cx="10122408" cy="1792224"/>
          </a:xfrm>
          <a:prstGeom prst="rect">
            <a:avLst/>
          </a:prstGeom>
        </p:spPr>
        <p:txBody>
          <a:bodyPr anchor="ctr">
            <a:noAutofit/>
          </a:bodyPr>
          <a:lstStyle>
            <a:lvl1pPr marL="0" indent="0" algn="ctr">
              <a:buNone/>
              <a:defRPr sz="6600">
                <a:solidFill>
                  <a:schemeClr val="bg1"/>
                </a:solidFill>
              </a:defRPr>
            </a:lvl1pPr>
          </a:lstStyle>
          <a:p>
            <a:pPr lvl="0"/>
            <a:r>
              <a:rPr lang="en-US"/>
              <a:t>Text here</a:t>
            </a:r>
          </a:p>
        </p:txBody>
      </p:sp>
    </p:spTree>
    <p:extLst>
      <p:ext uri="{BB962C8B-B14F-4D97-AF65-F5344CB8AC3E}">
        <p14:creationId xmlns:p14="http://schemas.microsoft.com/office/powerpoint/2010/main" val="1531861916"/>
      </p:ext>
    </p:extLst>
  </p:cSld>
  <p:clrMapOvr>
    <a:masterClrMapping/>
  </p:clrMapOvr>
  <p:extLst>
    <p:ext uri="{DCECCB84-F9BA-43D5-87BE-67443E8EF086}">
      <p15:sldGuideLst xmlns:p15="http://schemas.microsoft.com/office/powerpoint/2012/main"/>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showMasterSp="0" preserve="1" userDrawn="1">
  <p:cSld name="End slide with disclaimer 2">
    <p:spTree>
      <p:nvGrpSpPr>
        <p:cNvPr id="1" name=""/>
        <p:cNvGrpSpPr/>
        <p:nvPr/>
      </p:nvGrpSpPr>
      <p:grpSpPr>
        <a:xfrm>
          <a:off x="0" y="0"/>
          <a:ext cx="0" cy="0"/>
          <a:chOff x="0" y="0"/>
          <a:chExt cx="0" cy="0"/>
        </a:xfrm>
      </p:grpSpPr>
      <p:pic>
        <p:nvPicPr>
          <p:cNvPr id="7" name="Gradient 4 - LOOP">
            <a:hlinkClick r:id="" action="ppaction://media"/>
            <a:extLst>
              <a:ext uri="{FF2B5EF4-FFF2-40B4-BE49-F238E27FC236}">
                <a16:creationId xmlns:a16="http://schemas.microsoft.com/office/drawing/2014/main" id="{83ED7213-FAD8-6169-1D5C-2579EE065D0C}"/>
              </a:ext>
            </a:extLst>
          </p:cNvPr>
          <p:cNvPicPr>
            <a:picLocks noChangeAspect="1"/>
          </p:cNvPicPr>
          <p:nvPr userDrawn="1">
            <a:videoFile r:link="rId2"/>
            <p:extLst>
              <p:ext uri="{DAA4B4D4-6D71-4841-9C94-3DE7FCFB9230}">
                <p14:media xmlns:p14="http://schemas.microsoft.com/office/powerpoint/2010/main" r:embed="rId1"/>
              </p:ext>
            </p:extLst>
          </p:nvPr>
        </p:nvPicPr>
        <p:blipFill>
          <a:blip r:embed="rId4"/>
          <a:stretch>
            <a:fillRect/>
          </a:stretch>
        </p:blipFill>
        <p:spPr>
          <a:xfrm>
            <a:off x="0" y="0"/>
            <a:ext cx="12192000" cy="6858000"/>
          </a:xfrm>
          <a:prstGeom prst="rect">
            <a:avLst/>
          </a:prstGeom>
        </p:spPr>
      </p:pic>
      <p:pic>
        <p:nvPicPr>
          <p:cNvPr id="2" name="Graphic 1">
            <a:extLst>
              <a:ext uri="{FF2B5EF4-FFF2-40B4-BE49-F238E27FC236}">
                <a16:creationId xmlns:a16="http://schemas.microsoft.com/office/drawing/2014/main" id="{1924593E-99ED-FAE1-2706-3FA040357ED4}"/>
              </a:ext>
            </a:extLst>
          </p:cNvPr>
          <p:cNvPicPr>
            <a:picLocks noChangeAspect="1"/>
          </p:cNvPicPr>
          <p:nvPr userDrawn="1"/>
        </p:nvPicPr>
        <p:blipFill>
          <a:blip r:embed="rId5">
            <a:extLst>
              <a:ext uri="{96DAC541-7B7A-43D3-8B79-37D633B846F1}">
                <asvg:svgBlip xmlns:asvg="http://schemas.microsoft.com/office/drawing/2016/SVG/main" r:embed="rId6"/>
              </a:ext>
            </a:extLst>
          </a:blip>
          <a:stretch>
            <a:fillRect/>
          </a:stretch>
        </p:blipFill>
        <p:spPr>
          <a:xfrm>
            <a:off x="357189" y="5157116"/>
            <a:ext cx="2170219" cy="431283"/>
          </a:xfrm>
          <a:prstGeom prst="rect">
            <a:avLst/>
          </a:prstGeom>
        </p:spPr>
      </p:pic>
      <p:sp>
        <p:nvSpPr>
          <p:cNvPr id="6" name="TextBox 5">
            <a:extLst>
              <a:ext uri="{FF2B5EF4-FFF2-40B4-BE49-F238E27FC236}">
                <a16:creationId xmlns:a16="http://schemas.microsoft.com/office/drawing/2014/main" id="{C78A028D-4E43-9D46-40FE-48A0FB521753}"/>
              </a:ext>
            </a:extLst>
          </p:cNvPr>
          <p:cNvSpPr txBox="1">
            <a:spLocks/>
          </p:cNvSpPr>
          <p:nvPr userDrawn="1"/>
        </p:nvSpPr>
        <p:spPr>
          <a:xfrm>
            <a:off x="357189" y="5886044"/>
            <a:ext cx="11476036" cy="674311"/>
          </a:xfrm>
          <a:prstGeom prst="rect">
            <a:avLst/>
          </a:prstGeom>
          <a:noFill/>
          <a:ln>
            <a:noFill/>
          </a:ln>
        </p:spPr>
        <p:txBody>
          <a:bodyPr vert="horz" wrap="square" lIns="0" tIns="0" rIns="0" bIns="0" rtlCol="0" anchor="b">
            <a:spAutoFit/>
          </a:bodyPr>
          <a:lstStyle>
            <a:lvl1pPr marL="179388" indent="-179388" algn="l" defTabSz="914400" rtl="0" eaLnBrk="1" latinLnBrk="0" hangingPunct="1">
              <a:lnSpc>
                <a:spcPct val="90000"/>
              </a:lnSpc>
              <a:spcBef>
                <a:spcPts val="600"/>
              </a:spcBef>
              <a:buFont typeface="Arial" pitchFamily="34" charset="0"/>
              <a:buChar char="•"/>
              <a:defRPr sz="1800" kern="1200">
                <a:solidFill>
                  <a:schemeClr val="tx1"/>
                </a:solidFill>
                <a:latin typeface="+mn-lt"/>
                <a:ea typeface="+mn-ea"/>
                <a:cs typeface="+mn-cs"/>
              </a:defRPr>
            </a:lvl1pPr>
            <a:lvl2pPr marL="360000" indent="-180975" algn="l" defTabSz="914400" rtl="0" eaLnBrk="1" latinLnBrk="0" hangingPunct="1">
              <a:lnSpc>
                <a:spcPct val="90000"/>
              </a:lnSpc>
              <a:spcBef>
                <a:spcPts val="600"/>
              </a:spcBef>
              <a:buFont typeface="Arial" pitchFamily="34" charset="0"/>
              <a:buChar char="–"/>
              <a:defRPr sz="1800" kern="1200">
                <a:solidFill>
                  <a:schemeClr val="tx1"/>
                </a:solidFill>
                <a:latin typeface="+mn-lt"/>
                <a:ea typeface="+mn-ea"/>
                <a:cs typeface="+mn-cs"/>
              </a:defRPr>
            </a:lvl2pPr>
            <a:lvl3pPr marL="540000" indent="-180975" algn="l" defTabSz="914400" rtl="0" eaLnBrk="1" latinLnBrk="0" hangingPunct="1">
              <a:lnSpc>
                <a:spcPct val="90000"/>
              </a:lnSpc>
              <a:spcBef>
                <a:spcPts val="600"/>
              </a:spcBef>
              <a:buFont typeface="Arial" pitchFamily="34" charset="0"/>
              <a:buChar char="•"/>
              <a:defRPr sz="1800" kern="1200">
                <a:solidFill>
                  <a:schemeClr val="tx1"/>
                </a:solidFill>
                <a:latin typeface="+mn-lt"/>
                <a:ea typeface="+mn-ea"/>
                <a:cs typeface="+mn-cs"/>
              </a:defRPr>
            </a:lvl3pPr>
            <a:lvl4pPr marL="720000" indent="-180000" algn="l" defTabSz="914400" rtl="0" eaLnBrk="1" latinLnBrk="0" hangingPunct="1">
              <a:lnSpc>
                <a:spcPct val="90000"/>
              </a:lnSpc>
              <a:spcBef>
                <a:spcPts val="600"/>
              </a:spcBef>
              <a:buFont typeface="Arial" pitchFamily="34" charset="0"/>
              <a:buChar char="–"/>
              <a:defRPr sz="1800" kern="1200">
                <a:solidFill>
                  <a:schemeClr val="tx1"/>
                </a:solidFill>
                <a:latin typeface="+mn-lt"/>
                <a:ea typeface="+mn-ea"/>
                <a:cs typeface="+mn-cs"/>
              </a:defRPr>
            </a:lvl4pPr>
            <a:lvl5pPr marL="900000" indent="-180975" algn="l" defTabSz="914400" rtl="0" eaLnBrk="1" latinLnBrk="0" hangingPunct="1">
              <a:lnSpc>
                <a:spcPct val="90000"/>
              </a:lnSpc>
              <a:spcBef>
                <a:spcPts val="600"/>
              </a:spcBef>
              <a:buFont typeface="Arial" pitchFamily="34" charset="0"/>
              <a:buChar char="»"/>
              <a:defRPr sz="18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just">
              <a:buNone/>
            </a:pPr>
            <a:r>
              <a:rPr lang="en-US" sz="800" b="1" noProof="0">
                <a:solidFill>
                  <a:schemeClr val="bg1"/>
                </a:solidFill>
              </a:rPr>
              <a:t>Legal notice</a:t>
            </a:r>
          </a:p>
          <a:p>
            <a:pPr marL="0" marR="0" lvl="0" indent="0" algn="just" defTabSz="914400" rtl="0" eaLnBrk="1" fontAlgn="auto" latinLnBrk="0" hangingPunct="1">
              <a:lnSpc>
                <a:spcPct val="90000"/>
              </a:lnSpc>
              <a:spcBef>
                <a:spcPts val="600"/>
              </a:spcBef>
              <a:spcAft>
                <a:spcPts val="0"/>
              </a:spcAft>
              <a:buClrTx/>
              <a:buSzTx/>
              <a:buFont typeface="Arial" pitchFamily="34" charset="0"/>
              <a:buNone/>
              <a:tabLst/>
              <a:defRPr/>
            </a:pPr>
            <a:r>
              <a:rPr lang="en-US" sz="800" noProof="0">
                <a:solidFill>
                  <a:schemeClr val="bg1"/>
                </a:solidFill>
                <a:latin typeface="+mn-lt"/>
              </a:rPr>
              <a:t>The contents of this publication are for general information and illustrative purposes only and are used at the reader’s own risk. SimCorp uses all reasonable endeavors to ensure the accuracy of the information. However, SimCorp does not guarantee or warrant the accuracy, completeness, factual correctness, or reliability of any information in this publication and does not accept liability for errors, omissions, inaccuracies, or typographical errors. The views and opinions expressed in this publication are not necessarily those of SimCorp. © 2024 SimCorp A/S. All rights reserved. Without limiting rights under copyright, no part of this document may be reproduced, stored in, or introduced into a retrieval system, or transmitted in any form, by any means (electronic, mechanical, photocopying, recording, or otherwise), or for any purpose without the express written permission of SimCorp A/S. SimCorp, the SimCorp logo, SimCorp</a:t>
            </a:r>
            <a:r>
              <a:rPr lang="en-US" sz="800" baseline="30000" noProof="0">
                <a:solidFill>
                  <a:schemeClr val="bg1"/>
                </a:solidFill>
                <a:latin typeface="+mn-lt"/>
              </a:rPr>
              <a:t> ®, </a:t>
            </a:r>
            <a:r>
              <a:rPr lang="en-US" sz="800" noProof="0">
                <a:solidFill>
                  <a:schemeClr val="bg1"/>
                </a:solidFill>
                <a:latin typeface="+mn-lt"/>
              </a:rPr>
              <a:t>and SimCorp Services are either registered trademarks or trademarks of SimCorp A/S in Denmark and/or other countries. Refer to www.simcorp.com/trademarks for a full list of SimCorp A/S trademarks. Other trademarks referred to in this document are the property of their respective owners.</a:t>
            </a:r>
            <a:endParaRPr lang="en-US" sz="800" b="0" noProof="0">
              <a:solidFill>
                <a:schemeClr val="bg1"/>
              </a:solidFill>
            </a:endParaRPr>
          </a:p>
        </p:txBody>
      </p:sp>
      <p:sp>
        <p:nvSpPr>
          <p:cNvPr id="3" name="Text Placeholder 5">
            <a:extLst>
              <a:ext uri="{FF2B5EF4-FFF2-40B4-BE49-F238E27FC236}">
                <a16:creationId xmlns:a16="http://schemas.microsoft.com/office/drawing/2014/main" id="{00BF095A-D73C-9C17-CEFE-B1AD18EDBF62}"/>
              </a:ext>
            </a:extLst>
          </p:cNvPr>
          <p:cNvSpPr>
            <a:spLocks noGrp="1"/>
          </p:cNvSpPr>
          <p:nvPr>
            <p:ph type="body" sz="quarter" idx="28" hasCustomPrompt="1"/>
          </p:nvPr>
        </p:nvSpPr>
        <p:spPr>
          <a:xfrm>
            <a:off x="1034796" y="2655654"/>
            <a:ext cx="10122408" cy="1792224"/>
          </a:xfrm>
          <a:prstGeom prst="rect">
            <a:avLst/>
          </a:prstGeom>
        </p:spPr>
        <p:txBody>
          <a:bodyPr anchor="ctr">
            <a:noAutofit/>
          </a:bodyPr>
          <a:lstStyle>
            <a:lvl1pPr marL="0" indent="0" algn="ctr">
              <a:buNone/>
              <a:defRPr sz="6600">
                <a:solidFill>
                  <a:schemeClr val="bg1"/>
                </a:solidFill>
              </a:defRPr>
            </a:lvl1pPr>
          </a:lstStyle>
          <a:p>
            <a:pPr lvl="0"/>
            <a:r>
              <a:rPr lang="en-US"/>
              <a:t>Text here</a:t>
            </a:r>
          </a:p>
        </p:txBody>
      </p:sp>
    </p:spTree>
    <p:extLst>
      <p:ext uri="{BB962C8B-B14F-4D97-AF65-F5344CB8AC3E}">
        <p14:creationId xmlns:p14="http://schemas.microsoft.com/office/powerpoint/2010/main" val="29602275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9342"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seq concurrent="1" nextAc="seek">
              <p:cTn id="7" restart="whenNotActive" fill="hold" evtFilter="cancelBubble" nodeType="interactiveSeq">
                <p:stCondLst>
                  <p:cond evt="onClick" delay="0">
                    <p:tgtEl>
                      <p:spTgt spid="7"/>
                    </p:tgtEl>
                  </p:cond>
                </p:stCondLst>
                <p:endSync evt="end" delay="0">
                  <p:rtn val="all"/>
                </p:endSync>
                <p:childTnLst>
                  <p:par>
                    <p:cTn id="8" fill="hold">
                      <p:stCondLst>
                        <p:cond delay="0"/>
                      </p:stCondLst>
                      <p:childTnLst>
                        <p:par>
                          <p:cTn id="9" fill="hold">
                            <p:stCondLst>
                              <p:cond delay="0"/>
                            </p:stCondLst>
                            <p:childTnLst>
                              <p:par>
                                <p:cTn id="10" presetID="2" presetClass="mediacall" presetSubtype="0" fill="hold" nodeType="clickEffect">
                                  <p:stCondLst>
                                    <p:cond delay="0"/>
                                  </p:stCondLst>
                                  <p:childTnLst>
                                    <p:cmd type="call" cmd="togglePause">
                                      <p:cBhvr>
                                        <p:cTn id="11" dur="1" fill="hold"/>
                                        <p:tgtEl>
                                          <p:spTgt spid="7"/>
                                        </p:tgtEl>
                                      </p:cBhvr>
                                    </p:cmd>
                                  </p:childTnLst>
                                </p:cTn>
                              </p:par>
                            </p:childTnLst>
                          </p:cTn>
                        </p:par>
                      </p:childTnLst>
                    </p:cTn>
                  </p:par>
                </p:childTnLst>
              </p:cTn>
              <p:nextCondLst>
                <p:cond evt="onClick" delay="0">
                  <p:tgtEl>
                    <p:spTgt spid="7"/>
                  </p:tgtEl>
                </p:cond>
              </p:nextCondLst>
            </p:seq>
            <p:video>
              <p:cMediaNode vol="80000">
                <p:cTn id="12" repeatCount="indefinite" fill="hold" display="0">
                  <p:stCondLst>
                    <p:cond delay="indefinite"/>
                  </p:stCondLst>
                </p:cTn>
                <p:tgtEl>
                  <p:spTgt spid="7"/>
                </p:tgtEl>
              </p:cMediaNode>
            </p:video>
          </p:childTnLst>
        </p:cTn>
      </p:par>
    </p:tnLst>
  </p:timing>
  <p:extLst>
    <p:ext uri="{DCECCB84-F9BA-43D5-87BE-67443E8EF086}">
      <p15:sldGuideLst xmlns:p15="http://schemas.microsoft.com/office/powerpoint/2012/main"/>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userDrawn="1">
  <p:cSld name="1_Title only">
    <p:spTree>
      <p:nvGrpSpPr>
        <p:cNvPr id="1" name=""/>
        <p:cNvGrpSpPr/>
        <p:nvPr/>
      </p:nvGrpSpPr>
      <p:grpSpPr>
        <a:xfrm>
          <a:off x="0" y="0"/>
          <a:ext cx="0" cy="0"/>
          <a:chOff x="0" y="0"/>
          <a:chExt cx="0" cy="0"/>
        </a:xfrm>
      </p:grpSpPr>
      <p:sp>
        <p:nvSpPr>
          <p:cNvPr id="2" name="Title 13">
            <a:extLst>
              <a:ext uri="{FF2B5EF4-FFF2-40B4-BE49-F238E27FC236}">
                <a16:creationId xmlns:a16="http://schemas.microsoft.com/office/drawing/2014/main" id="{D3D8D834-4010-7C1D-5E18-6B738E75FD51}"/>
              </a:ext>
            </a:extLst>
          </p:cNvPr>
          <p:cNvSpPr>
            <a:spLocks noGrp="1"/>
          </p:cNvSpPr>
          <p:nvPr>
            <p:ph type="title" hasCustomPrompt="1"/>
          </p:nvPr>
        </p:nvSpPr>
        <p:spPr>
          <a:xfrm>
            <a:off x="839787" y="269874"/>
            <a:ext cx="10512788" cy="835025"/>
          </a:xfrm>
          <a:prstGeom prst="rect">
            <a:avLst/>
          </a:prstGeom>
        </p:spPr>
        <p:txBody>
          <a:bodyPr anchor="b"/>
          <a:lstStyle>
            <a:lvl1pPr>
              <a:defRPr sz="2900"/>
            </a:lvl1pPr>
          </a:lstStyle>
          <a:p>
            <a:r>
              <a:rPr lang="en-US"/>
              <a:t>Click to ADD TITLE</a:t>
            </a:r>
          </a:p>
        </p:txBody>
      </p:sp>
      <p:sp>
        <p:nvSpPr>
          <p:cNvPr id="3" name="Text Placeholder 9">
            <a:extLst>
              <a:ext uri="{FF2B5EF4-FFF2-40B4-BE49-F238E27FC236}">
                <a16:creationId xmlns:a16="http://schemas.microsoft.com/office/drawing/2014/main" id="{313B9E46-FFE0-0F0B-B7CD-723F4EA38B4A}"/>
              </a:ext>
            </a:extLst>
          </p:cNvPr>
          <p:cNvSpPr>
            <a:spLocks noGrp="1"/>
          </p:cNvSpPr>
          <p:nvPr>
            <p:ph type="body" sz="quarter" idx="23" hasCustomPrompt="1"/>
          </p:nvPr>
        </p:nvSpPr>
        <p:spPr>
          <a:xfrm>
            <a:off x="839424" y="1162440"/>
            <a:ext cx="10512786" cy="193899"/>
          </a:xfrm>
          <a:prstGeom prst="rect">
            <a:avLst/>
          </a:prstGeom>
        </p:spPr>
        <p:txBody>
          <a:bodyPr wrap="square" lIns="0" tIns="0" rIns="0" bIns="0">
            <a:spAutoFit/>
          </a:bodyPr>
          <a:lstStyle>
            <a:lvl1pPr marL="0" indent="0">
              <a:buNone/>
              <a:defRPr sz="1400" cap="all" baseline="0">
                <a:latin typeface="+mj-lt"/>
              </a:defRPr>
            </a:lvl1pPr>
            <a:lvl2pPr marL="178775" indent="0">
              <a:buNone/>
              <a:defRPr cap="all" baseline="0"/>
            </a:lvl2pPr>
            <a:lvl3pPr marL="360000" indent="0">
              <a:buNone/>
              <a:defRPr cap="all" baseline="0"/>
            </a:lvl3pPr>
            <a:lvl4pPr marL="539138" indent="0">
              <a:buNone/>
              <a:defRPr cap="all" baseline="0"/>
            </a:lvl4pPr>
            <a:lvl5pPr marL="720000" indent="0">
              <a:buNone/>
              <a:defRPr cap="all" baseline="0"/>
            </a:lvl5pPr>
          </a:lstStyle>
          <a:p>
            <a:pPr lvl="0"/>
            <a:r>
              <a:rPr lang="en-US"/>
              <a:t>Click to add subtitle</a:t>
            </a:r>
          </a:p>
        </p:txBody>
      </p:sp>
    </p:spTree>
    <p:extLst>
      <p:ext uri="{BB962C8B-B14F-4D97-AF65-F5344CB8AC3E}">
        <p14:creationId xmlns:p14="http://schemas.microsoft.com/office/powerpoint/2010/main" val="2994606278"/>
      </p:ext>
    </p:extLst>
  </p:cSld>
  <p:clrMapOvr>
    <a:masterClrMapping/>
  </p:clrMapOvr>
  <p:hf sldNum="0" hdr="0" ftr="0" dt="0"/>
  <p:extLst>
    <p:ext uri="{DCECCB84-F9BA-43D5-87BE-67443E8EF086}">
      <p15:sldGuideLst xmlns:p15="http://schemas.microsoft.com/office/powerpoint/2012/main"/>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theme" Target="../theme/theme1.xml"/><Relationship Id="rId36" Type="http://schemas.openxmlformats.org/officeDocument/2006/relationships/image" Target="../media/image1.png"/><Relationship Id="rId37" Type="http://schemas.openxmlformats.org/officeDocument/2006/relationships/image" Target="../media/image2.sv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9" name="Slide Number Placeholder 5">
            <a:extLst>
              <a:ext uri="{FF2B5EF4-FFF2-40B4-BE49-F238E27FC236}">
                <a16:creationId xmlns:a16="http://schemas.microsoft.com/office/drawing/2014/main" id="{59601648-525C-EEDB-6958-14BBD0D2A803}"/>
              </a:ext>
            </a:extLst>
          </p:cNvPr>
          <p:cNvSpPr txBox="1">
            <a:spLocks/>
          </p:cNvSpPr>
          <p:nvPr/>
        </p:nvSpPr>
        <p:spPr>
          <a:xfrm>
            <a:off x="11515725" y="6355897"/>
            <a:ext cx="320675" cy="153888"/>
          </a:xfrm>
          <a:prstGeom prst="rect">
            <a:avLst/>
          </a:prstGeom>
        </p:spPr>
        <p:txBody>
          <a:bodyPr vert="horz" wrap="square" lIns="0" tIns="0" rIns="0" bIns="0" rtlCol="0" anchor="ctr">
            <a:spAutoFit/>
          </a:bodyPr>
          <a:lstStyle>
            <a:defPPr>
              <a:defRPr lang="en-US"/>
            </a:defPPr>
            <a:lvl1pPr marL="0" algn="r" defTabSz="914400" rtl="0" eaLnBrk="1" latinLnBrk="0" hangingPunct="1">
              <a:defRPr sz="1000" kern="1200">
                <a:solidFill>
                  <a:srgbClr val="FF00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EA29875-719B-4A39-A51C-7BDD87443D68}" type="slidenum">
              <a:rPr lang="en-US" smtClean="0">
                <a:solidFill>
                  <a:schemeClr val="tx1"/>
                </a:solidFill>
              </a:rPr>
              <a:pPr/>
              <a:t>‹#›</a:t>
            </a:fld>
            <a:endParaRPr lang="en-US">
              <a:solidFill>
                <a:schemeClr val="tx1"/>
              </a:solidFill>
            </a:endParaRPr>
          </a:p>
        </p:txBody>
      </p:sp>
      <p:sp>
        <p:nvSpPr>
          <p:cNvPr id="2" name="Title Placeholder 1">
            <a:extLst>
              <a:ext uri="{FF2B5EF4-FFF2-40B4-BE49-F238E27FC236}">
                <a16:creationId xmlns:a16="http://schemas.microsoft.com/office/drawing/2014/main" id="{43E2F12F-86BB-5982-0A48-2379ABF5C921}"/>
              </a:ext>
            </a:extLst>
          </p:cNvPr>
          <p:cNvSpPr>
            <a:spLocks noGrp="1"/>
          </p:cNvSpPr>
          <p:nvPr>
            <p:ph type="title"/>
          </p:nvPr>
        </p:nvSpPr>
        <p:spPr>
          <a:xfrm>
            <a:off x="836975" y="269874"/>
            <a:ext cx="10515600" cy="832104"/>
          </a:xfrm>
          <a:prstGeom prst="rect">
            <a:avLst/>
          </a:prstGeom>
        </p:spPr>
        <p:txBody>
          <a:bodyPr vert="horz" wrap="square" lIns="0" tIns="0" rIns="0" bIns="0" rtlCol="0" anchor="b" anchorCtr="0">
            <a:noAutofit/>
          </a:bodyPr>
          <a:lstStyle/>
          <a:p>
            <a:pPr marL="0" lvl="0" indent="0">
              <a:spcBef>
                <a:spcPts val="1000"/>
              </a:spcBef>
              <a:spcAft>
                <a:spcPts val="400"/>
              </a:spcAft>
              <a:buFont typeface="Wingdings" pitchFamily="2" charset="2"/>
            </a:pPr>
            <a:r>
              <a:rPr lang="en-US"/>
              <a:t>Click to add title</a:t>
            </a:r>
          </a:p>
        </p:txBody>
      </p:sp>
      <p:sp>
        <p:nvSpPr>
          <p:cNvPr id="3" name="Text Placeholder 2">
            <a:extLst>
              <a:ext uri="{FF2B5EF4-FFF2-40B4-BE49-F238E27FC236}">
                <a16:creationId xmlns:a16="http://schemas.microsoft.com/office/drawing/2014/main" id="{1D0F23DB-3FBD-343C-39BF-D36668E5BBE4}"/>
              </a:ext>
            </a:extLst>
          </p:cNvPr>
          <p:cNvSpPr>
            <a:spLocks noGrp="1"/>
          </p:cNvSpPr>
          <p:nvPr>
            <p:ph type="body" idx="1"/>
          </p:nvPr>
        </p:nvSpPr>
        <p:spPr>
          <a:xfrm>
            <a:off x="839424" y="1607771"/>
            <a:ext cx="10515600" cy="4577129"/>
          </a:xfrm>
          <a:prstGeom prst="rect">
            <a:avLst/>
          </a:prstGeom>
        </p:spPr>
        <p:txBody>
          <a:bodyPr vert="horz" lIns="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Slide Number Placeholder 5">
            <a:extLst>
              <a:ext uri="{FF2B5EF4-FFF2-40B4-BE49-F238E27FC236}">
                <a16:creationId xmlns:a16="http://schemas.microsoft.com/office/drawing/2014/main" id="{17A07310-264A-C0B4-4A60-9DB66C14910E}"/>
              </a:ext>
            </a:extLst>
          </p:cNvPr>
          <p:cNvSpPr>
            <a:spLocks noGrp="1"/>
          </p:cNvSpPr>
          <p:nvPr>
            <p:ph type="sldNum" sz="quarter" idx="4"/>
          </p:nvPr>
        </p:nvSpPr>
        <p:spPr>
          <a:xfrm>
            <a:off x="11515725" y="6355897"/>
            <a:ext cx="320675" cy="153888"/>
          </a:xfrm>
          <a:prstGeom prst="rect">
            <a:avLst/>
          </a:prstGeom>
        </p:spPr>
        <p:txBody>
          <a:bodyPr vert="horz" wrap="square" lIns="0" tIns="0" rIns="0" bIns="0" rtlCol="0" anchor="ctr">
            <a:spAutoFit/>
          </a:bodyPr>
          <a:lstStyle>
            <a:lvl1pPr algn="r">
              <a:defRPr sz="1000">
                <a:solidFill>
                  <a:schemeClr val="tx1"/>
                </a:solidFill>
              </a:defRPr>
            </a:lvl1pPr>
          </a:lstStyle>
          <a:p>
            <a:fld id="{5EA29875-719B-4A39-A51C-7BDD87443D68}" type="slidenum">
              <a:rPr lang="en-US" smtClean="0"/>
              <a:pPr/>
              <a:t>‹#›</a:t>
            </a:fld>
            <a:endParaRPr lang="en-US"/>
          </a:p>
        </p:txBody>
      </p:sp>
      <p:sp>
        <p:nvSpPr>
          <p:cNvPr id="6" name="Slide Number Placeholder 5">
            <a:extLst>
              <a:ext uri="{FF2B5EF4-FFF2-40B4-BE49-F238E27FC236}">
                <a16:creationId xmlns:a16="http://schemas.microsoft.com/office/drawing/2014/main" id="{99D6D354-117E-1912-7F5F-4EA96472024E}"/>
              </a:ext>
            </a:extLst>
          </p:cNvPr>
          <p:cNvSpPr txBox="1">
            <a:spLocks/>
          </p:cNvSpPr>
          <p:nvPr userDrawn="1"/>
        </p:nvSpPr>
        <p:spPr>
          <a:xfrm>
            <a:off x="11515725" y="6355897"/>
            <a:ext cx="320675" cy="153888"/>
          </a:xfrm>
          <a:prstGeom prst="rect">
            <a:avLst/>
          </a:prstGeom>
        </p:spPr>
        <p:txBody>
          <a:bodyPr vert="horz" wrap="square" lIns="0" tIns="0" rIns="0" bIns="0" rtlCol="0" anchor="ctr">
            <a:spAutoFit/>
          </a:bodyPr>
          <a:lstStyle>
            <a:defPPr>
              <a:defRPr lang="en-US"/>
            </a:defPPr>
            <a:lvl1pPr marL="0" algn="r" defTabSz="914400" rtl="0" eaLnBrk="1" latinLnBrk="0" hangingPunct="1">
              <a:defRPr sz="1000" kern="1200">
                <a:solidFill>
                  <a:srgbClr val="FF00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EA29875-719B-4A39-A51C-7BDD87443D68}" type="slidenum">
              <a:rPr lang="en-US" smtClean="0">
                <a:solidFill>
                  <a:schemeClr val="tx1"/>
                </a:solidFill>
              </a:rPr>
              <a:pPr/>
              <a:t>‹#›</a:t>
            </a:fld>
            <a:endParaRPr lang="en-US">
              <a:solidFill>
                <a:schemeClr val="tx1"/>
              </a:solidFill>
            </a:endParaRPr>
          </a:p>
        </p:txBody>
      </p:sp>
      <p:pic>
        <p:nvPicPr>
          <p:cNvPr id="4" name="Graphic 3">
            <a:extLst>
              <a:ext uri="{FF2B5EF4-FFF2-40B4-BE49-F238E27FC236}">
                <a16:creationId xmlns:a16="http://schemas.microsoft.com/office/drawing/2014/main" id="{12954059-E802-AB0A-C2FA-9E92AD21720B}"/>
              </a:ext>
            </a:extLst>
          </p:cNvPr>
          <p:cNvPicPr>
            <a:picLocks noChangeAspect="1"/>
          </p:cNvPicPr>
          <p:nvPr userDrawn="1"/>
        </p:nvPicPr>
        <p:blipFill>
          <a:blip r:embed="rId36">
            <a:extLst>
              <a:ext uri="{96DAC541-7B7A-43D3-8B79-37D633B846F1}">
                <asvg:svgBlip xmlns:asvg="http://schemas.microsoft.com/office/drawing/2016/SVG/main" r:embed="rId37"/>
              </a:ext>
            </a:extLst>
          </a:blip>
          <a:stretch>
            <a:fillRect/>
          </a:stretch>
        </p:blipFill>
        <p:spPr>
          <a:xfrm>
            <a:off x="839788" y="6323831"/>
            <a:ext cx="1149756" cy="228489"/>
          </a:xfrm>
          <a:prstGeom prst="rect">
            <a:avLst/>
          </a:prstGeom>
        </p:spPr>
      </p:pic>
    </p:spTree>
    <p:extLst>
      <p:ext uri="{BB962C8B-B14F-4D97-AF65-F5344CB8AC3E}">
        <p14:creationId xmlns:p14="http://schemas.microsoft.com/office/powerpoint/2010/main" val="2827153021"/>
      </p:ext>
    </p:extLst>
  </p:cSld>
  <p:clrMap bg1="lt1" tx1="dk1" bg2="lt2" tx2="dk2" accent1="accent1" accent2="accent2" accent3="accent3" accent4="accent4" accent5="accent5" accent6="accent6" hlink="hlink" folHlink="folHlink"/>
  <p:sldLayoutIdLst>
    <p:sldLayoutId id="2147484327" r:id="rId1"/>
    <p:sldLayoutId id="2147484287" r:id="rId2"/>
    <p:sldLayoutId id="2147484291" r:id="rId3"/>
    <p:sldLayoutId id="2147484292" r:id="rId4"/>
    <p:sldLayoutId id="2147484294" r:id="rId5"/>
    <p:sldLayoutId id="2147484295" r:id="rId6"/>
    <p:sldLayoutId id="2147484297" r:id="rId7"/>
    <p:sldLayoutId id="2147484298" r:id="rId8"/>
    <p:sldLayoutId id="2147484299" r:id="rId9"/>
    <p:sldLayoutId id="2147484300" r:id="rId10"/>
    <p:sldLayoutId id="2147484315" r:id="rId11"/>
    <p:sldLayoutId id="2147484314" r:id="rId12"/>
    <p:sldLayoutId id="2147484316" r:id="rId13"/>
    <p:sldLayoutId id="2147484317" r:id="rId14"/>
    <p:sldLayoutId id="2147484312" r:id="rId15"/>
    <p:sldLayoutId id="2147484320" r:id="rId16"/>
    <p:sldLayoutId id="2147484321" r:id="rId17"/>
    <p:sldLayoutId id="2147484322" r:id="rId18"/>
    <p:sldLayoutId id="2147484323" r:id="rId19"/>
    <p:sldLayoutId id="2147484324" r:id="rId20"/>
    <p:sldLayoutId id="2147484325" r:id="rId21"/>
    <p:sldLayoutId id="2147484326" r:id="rId22"/>
    <p:sldLayoutId id="2147484328" r:id="rId23"/>
    <p:sldLayoutId id="2147484301" r:id="rId24"/>
    <p:sldLayoutId id="2147484302" r:id="rId25"/>
    <p:sldLayoutId id="2147484304" r:id="rId26"/>
    <p:sldLayoutId id="2147484318" r:id="rId27"/>
    <p:sldLayoutId id="2147484305" r:id="rId28"/>
    <p:sldLayoutId id="2147484319" r:id="rId29"/>
    <p:sldLayoutId id="2147484307" r:id="rId30"/>
    <p:sldLayoutId id="2147484311" r:id="rId31"/>
    <p:sldLayoutId id="2147484310" r:id="rId32"/>
    <p:sldLayoutId id="2147484309" r:id="rId33"/>
    <p:sldLayoutId id="2147484329" r:id="rId34"/>
  </p:sldLayoutIdLst>
  <p:hf sldNum="0" hdr="0" ftr="0" dt="0"/>
  <p:txStyles>
    <p:titleStyle>
      <a:lvl1pPr algn="l" defTabSz="914400" rtl="0" eaLnBrk="1" latinLnBrk="0" hangingPunct="1">
        <a:lnSpc>
          <a:spcPct val="90000"/>
        </a:lnSpc>
        <a:spcBef>
          <a:spcPct val="0"/>
        </a:spcBef>
        <a:buNone/>
        <a:defRPr lang="en-US" sz="2900" b="0" kern="1200" cap="none" baseline="0" dirty="0">
          <a:solidFill>
            <a:schemeClr val="tx1"/>
          </a:solidFill>
          <a:latin typeface="Microsoft Sans Serif" panose="020B0604020202020204" pitchFamily="34" charset="0"/>
          <a:ea typeface="+mn-ea"/>
          <a:cs typeface="Microsoft Sans Serif" panose="020B0604020202020204" pitchFamily="34" charset="0"/>
        </a:defRPr>
      </a:lvl1pPr>
    </p:titleStyle>
    <p:bodyStyle>
      <a:lvl1pPr marL="180000" indent="-180000" algn="l" defTabSz="914400" rtl="0" eaLnBrk="1" latinLnBrk="0" hangingPunct="1">
        <a:lnSpc>
          <a:spcPct val="90000"/>
        </a:lnSpc>
        <a:spcBef>
          <a:spcPts val="1000"/>
        </a:spcBef>
        <a:buFont typeface="Wingdings" panose="05000000000000000000" pitchFamily="2" charset="2"/>
        <a:buChar char="§"/>
        <a:defRPr sz="1200" kern="1200">
          <a:solidFill>
            <a:schemeClr val="tx1"/>
          </a:solidFill>
          <a:latin typeface="+mn-lt"/>
          <a:ea typeface="+mn-ea"/>
          <a:cs typeface="+mn-cs"/>
        </a:defRPr>
      </a:lvl1pPr>
      <a:lvl2pPr marL="358775" indent="-180000" algn="l" defTabSz="914400" rtl="0" eaLnBrk="1" latinLnBrk="0" hangingPunct="1">
        <a:lnSpc>
          <a:spcPct val="90000"/>
        </a:lnSpc>
        <a:spcBef>
          <a:spcPts val="1000"/>
        </a:spcBef>
        <a:buFont typeface="Wingdings" panose="05000000000000000000" pitchFamily="2" charset="2"/>
        <a:buChar char="§"/>
        <a:defRPr sz="1200" kern="1200">
          <a:solidFill>
            <a:schemeClr val="tx1"/>
          </a:solidFill>
          <a:latin typeface="+mn-lt"/>
          <a:ea typeface="+mn-ea"/>
          <a:cs typeface="+mn-cs"/>
        </a:defRPr>
      </a:lvl2pPr>
      <a:lvl3pPr marL="540000" indent="-180000" algn="l" defTabSz="914400" rtl="0" eaLnBrk="1" latinLnBrk="0" hangingPunct="1">
        <a:lnSpc>
          <a:spcPct val="90000"/>
        </a:lnSpc>
        <a:spcBef>
          <a:spcPts val="1000"/>
        </a:spcBef>
        <a:buFont typeface="Wingdings" panose="05000000000000000000" pitchFamily="2" charset="2"/>
        <a:buChar char="§"/>
        <a:defRPr sz="1200" kern="1200">
          <a:solidFill>
            <a:schemeClr val="tx1"/>
          </a:solidFill>
          <a:latin typeface="+mn-lt"/>
          <a:ea typeface="+mn-ea"/>
          <a:cs typeface="+mn-cs"/>
        </a:defRPr>
      </a:lvl3pPr>
      <a:lvl4pPr marL="719138" indent="-180000" algn="l" defTabSz="914400" rtl="0" eaLnBrk="1" latinLnBrk="0" hangingPunct="1">
        <a:lnSpc>
          <a:spcPct val="90000"/>
        </a:lnSpc>
        <a:spcBef>
          <a:spcPts val="1000"/>
        </a:spcBef>
        <a:buFont typeface="Wingdings" panose="05000000000000000000" pitchFamily="2" charset="2"/>
        <a:buChar char="§"/>
        <a:defRPr sz="1200" kern="1200">
          <a:solidFill>
            <a:schemeClr val="tx1"/>
          </a:solidFill>
          <a:latin typeface="+mn-lt"/>
          <a:ea typeface="+mn-ea"/>
          <a:cs typeface="+mn-cs"/>
        </a:defRPr>
      </a:lvl4pPr>
      <a:lvl5pPr marL="900000" indent="-180000" algn="l" defTabSz="914400" rtl="0" eaLnBrk="1" latinLnBrk="0" hangingPunct="1">
        <a:lnSpc>
          <a:spcPct val="90000"/>
        </a:lnSpc>
        <a:spcBef>
          <a:spcPts val="1000"/>
        </a:spcBef>
        <a:buFont typeface="Wingdings" panose="05000000000000000000" pitchFamily="2" charset="2"/>
        <a:buChar char="§"/>
        <a:defRPr sz="12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34" pos="525">
          <p15:clr>
            <a:srgbClr val="F26B43"/>
          </p15:clr>
        </p15:guide>
        <p15:guide id="35" orient="horz" pos="639">
          <p15:clr>
            <a:srgbClr val="F26B43"/>
          </p15:clr>
        </p15:guide>
        <p15:guide id="36" orient="horz" pos="751">
          <p15:clr>
            <a:srgbClr val="F26B43"/>
          </p15:clr>
        </p15:guide>
        <p15:guide id="37" orient="horz" pos="3896">
          <p15:clr>
            <a:srgbClr val="F26B43"/>
          </p15:clr>
        </p15:guide>
        <p15:guide id="38" pos="7488">
          <p15:clr>
            <a:srgbClr val="F26B43"/>
          </p15:clr>
        </p15:guide>
        <p15:guide id="39" orient="horz" pos="218">
          <p15:clr>
            <a:srgbClr val="F26B43"/>
          </p15:clr>
        </p15:guide>
        <p15:guide id="40" orient="horz" pos="168">
          <p15:clr>
            <a:srgbClr val="FFFFFF"/>
          </p15:clr>
        </p15:guide>
        <p15:guide id="41" pos="7152">
          <p15:clr>
            <a:srgbClr val="F26B43"/>
          </p15:clr>
        </p15:guide>
        <p15:guide id="42" orient="horz" pos="1007">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20" sz="quarter"/>
          </p:nvPr>
        </p:nvSpPr>
        <p:spPr/>
        <p:txBody>
          <a:bodyPr/>
          <a:lstStyle/>
          <a:p>
            <a:r>
              <a:t>{period} LAND review · {scope_label}</a:t>
            </a:r>
          </a:p>
        </p:txBody>
      </p:sp>
      <p:sp>
        <p:nvSpPr>
          <p:cNvPr id="3" name="Text Placeholder 2"/>
          <p:cNvSpPr>
            <a:spLocks noGrp="1"/>
          </p:cNvSpPr>
          <p:nvPr>
            <p:ph type="body" idx="22" sz="quarter"/>
          </p:nvPr>
        </p:nvSpPr>
        <p:spPr/>
        <p:txBody>
          <a:bodyPr/>
          <a:lstStyle/>
          <a:p/>
        </p:txBody>
      </p:sp>
      <p:sp>
        <p:nvSpPr>
          <p:cNvPr id="4" name="Text Placeholder 3"/>
          <p:cNvSpPr>
            <a:spLocks noGrp="1"/>
          </p:cNvSpPr>
          <p:nvPr>
            <p:ph type="body" idx="24" sz="quarter"/>
          </p:nvPr>
        </p:nvSpPr>
        <p:spPr/>
        <p:txBody>
          <a:bodyPr/>
          <a:lstStyle/>
          <a:p>
            <a:r>
              <a:t>{director_name}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22" sz="quarter"/>
          </p:nvPr>
        </p:nvSpPr>
        <p:spPr/>
        <p:txBody>
          <a:bodyPr/>
          <a:lstStyle/>
          <a:p/>
        </p:txBody>
      </p:sp>
      <p:sp>
        <p:nvSpPr>
          <p:cNvPr id="3" name="Text Placeholder 2"/>
          <p:cNvSpPr>
            <a:spLocks noGrp="1"/>
          </p:cNvSpPr>
          <p:nvPr>
            <p:ph type="body" idx="42" sz="quarter"/>
          </p:nvPr>
        </p:nvSpPr>
        <p:spPr/>
        <p:txBody>
          <a:bodyPr/>
          <a:lstStyle/>
          <a:p>
            <a:r>
              <a:t>{period} closeable / beyond / renewal — three numbers, one slide</a:t>
            </a:r>
          </a:p>
        </p:txBody>
      </p:sp>
      <p:sp>
        <p:nvSpPr>
          <p:cNvPr id="4" name="Text Placeholder 3"/>
          <p:cNvSpPr>
            <a:spLocks noGrp="1"/>
          </p:cNvSpPr>
          <p:nvPr>
            <p:ph type="body" idx="144" sz="quarter"/>
          </p:nvPr>
        </p:nvSpPr>
        <p:spPr/>
        <p:txBody>
          <a:bodyPr/>
          <a:lstStyle/>
          <a:p>
            <a:r>
              <a:t>Headline</a:t>
            </a:r>
          </a:p>
        </p:txBody>
      </p:sp>
      <p:sp>
        <p:nvSpPr>
          <p:cNvPr id="5" name="Text Placeholder 4"/>
          <p:cNvSpPr>
            <a:spLocks noGrp="1"/>
          </p:cNvSpPr>
          <p:nvPr>
            <p:ph type="body" idx="145" sz="quarter"/>
          </p:nvPr>
        </p:nvSpPr>
        <p:spPr/>
        <p:txBody>
          <a:bodyPr/>
          <a:lstStyle/>
          <a:p/>
        </p:txBody>
      </p:sp>
      <p:sp>
        <p:nvSpPr>
          <p:cNvPr id="6" name="Rectangle 5"/>
          <p:cNvSpPr/>
          <p:nvPr/>
        </p:nvSpPr>
        <p:spPr>
          <a:xfrm>
            <a:off x="457200" y="1828800"/>
            <a:ext cx="11274552" cy="4389120"/>
          </a:xfrm>
          <a:prstGeom prst="rect">
            <a:avLst/>
          </a:prstGeom>
          <a:solidFill>
            <a:srgbClr val="F5F8FD"/>
          </a:solidFill>
          <a:ln w="19050">
            <a:solidFill>
              <a:srgbClr val="083EA7"/>
            </a:solidFill>
          </a:ln>
        </p:spPr>
        <p:style>
          <a:lnRef idx="1">
            <a:schemeClr val="accent1"/>
          </a:lnRef>
          <a:fillRef idx="3">
            <a:schemeClr val="accent1"/>
          </a:fillRef>
          <a:effectRef idx="2">
            <a:schemeClr val="accent1"/>
          </a:effectRef>
          <a:fontRef idx="minor">
            <a:schemeClr val="lt1"/>
          </a:fontRef>
        </p:style>
        <p:txBody>
          <a:bodyPr rtlCol="0" anchor="ctr" wrap="square" lIns="365760" rIns="365760" tIns="274320" bIns="274320"/>
          <a:lstStyle/>
          <a:p>
            <a:pPr algn="l"/>
            <a:r>
              <a:rPr sz="1400" b="1">
                <a:solidFill>
                  <a:srgbClr val="083EA7"/>
                </a:solidFill>
                <a:latin typeface="Arial"/>
              </a:rPr>
              <a:t>[think-cell text or 3 single-cell charts]</a:t>
            </a:r>
          </a:p>
          <a:p>
            <a:r>
              <a:rPr sz="1100" b="0">
                <a:solidFill>
                  <a:srgbClr val="1A1D31"/>
                </a:solidFill>
                <a:latin typeface="Arial"/>
              </a:rPr>
              <a:t>Bind to:</a:t>
            </a:r>
          </a:p>
          <a:p>
            <a:r>
              <a:rPr sz="1100" b="0">
                <a:solidFill>
                  <a:srgbClr val="1A1D31"/>
                </a:solidFill>
                <a:latin typeface="Arial"/>
              </a:rPr>
              <a:t>  Pipeline_Total!B2  →  closeable Land+Expand ARR</a:t>
            </a:r>
          </a:p>
          <a:p>
            <a:r>
              <a:rPr sz="1100" b="0">
                <a:solidFill>
                  <a:srgbClr val="1A1D31"/>
                </a:solidFill>
                <a:latin typeface="Arial"/>
              </a:rPr>
              <a:t>  Pipeline_Total!B3  →  open beyond {period}</a:t>
            </a:r>
          </a:p>
          <a:p>
            <a:r>
              <a:rPr sz="1100" b="0">
                <a:solidFill>
                  <a:srgbClr val="1A1D31"/>
                </a:solidFill>
                <a:latin typeface="Arial"/>
              </a:rPr>
              <a:t>  Pipeline_Total!B4  →  renewal ACV</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22" sz="quarter"/>
          </p:nvPr>
        </p:nvSpPr>
        <p:spPr/>
        <p:txBody>
          <a:bodyPr/>
          <a:lstStyle/>
          <a:p/>
        </p:txBody>
      </p:sp>
      <p:sp>
        <p:nvSpPr>
          <p:cNvPr id="3" name="Text Placeholder 2"/>
          <p:cNvSpPr>
            <a:spLocks noGrp="1"/>
          </p:cNvSpPr>
          <p:nvPr>
            <p:ph type="body" idx="42" sz="quarter"/>
          </p:nvPr>
        </p:nvSpPr>
        <p:spPr/>
        <p:txBody>
          <a:bodyPr/>
          <a:lstStyle/>
          <a:p>
            <a:r>
              <a:t>What moved this quarter — opening + new − won − lost = closing</a:t>
            </a:r>
          </a:p>
        </p:txBody>
      </p:sp>
      <p:sp>
        <p:nvSpPr>
          <p:cNvPr id="4" name="Text Placeholder 3"/>
          <p:cNvSpPr>
            <a:spLocks noGrp="1"/>
          </p:cNvSpPr>
          <p:nvPr>
            <p:ph type="body" idx="144" sz="quarter"/>
          </p:nvPr>
        </p:nvSpPr>
        <p:spPr/>
        <p:txBody>
          <a:bodyPr/>
          <a:lstStyle/>
          <a:p>
            <a:r>
              <a:t>Pipe-movement bridge</a:t>
            </a:r>
          </a:p>
        </p:txBody>
      </p:sp>
      <p:sp>
        <p:nvSpPr>
          <p:cNvPr id="5" name="Text Placeholder 4"/>
          <p:cNvSpPr>
            <a:spLocks noGrp="1"/>
          </p:cNvSpPr>
          <p:nvPr>
            <p:ph type="body" idx="145" sz="quarter"/>
          </p:nvPr>
        </p:nvSpPr>
        <p:spPr/>
        <p:txBody>
          <a:bodyPr/>
          <a:lstStyle/>
          <a:p/>
        </p:txBody>
      </p:sp>
      <p:sp>
        <p:nvSpPr>
          <p:cNvPr id="6" name="Rectangle 5"/>
          <p:cNvSpPr/>
          <p:nvPr/>
        </p:nvSpPr>
        <p:spPr>
          <a:xfrm>
            <a:off x="457200" y="1828800"/>
            <a:ext cx="11274552" cy="4389120"/>
          </a:xfrm>
          <a:prstGeom prst="rect">
            <a:avLst/>
          </a:prstGeom>
          <a:solidFill>
            <a:srgbClr val="F5F8FD"/>
          </a:solidFill>
          <a:ln w="19050">
            <a:solidFill>
              <a:srgbClr val="083EA7"/>
            </a:solidFill>
          </a:ln>
        </p:spPr>
        <p:style>
          <a:lnRef idx="1">
            <a:schemeClr val="accent1"/>
          </a:lnRef>
          <a:fillRef idx="3">
            <a:schemeClr val="accent1"/>
          </a:fillRef>
          <a:effectRef idx="2">
            <a:schemeClr val="accent1"/>
          </a:effectRef>
          <a:fontRef idx="minor">
            <a:schemeClr val="lt1"/>
          </a:fontRef>
        </p:style>
        <p:txBody>
          <a:bodyPr rtlCol="0" anchor="ctr" wrap="square" lIns="365760" rIns="365760" tIns="274320" bIns="274320"/>
          <a:lstStyle/>
          <a:p>
            <a:pPr algn="l"/>
            <a:r>
              <a:rPr sz="1400" b="1">
                <a:solidFill>
                  <a:srgbClr val="083EA7"/>
                </a:solidFill>
                <a:latin typeface="Arial"/>
              </a:rPr>
              <a:t>[think-cell WATERFALL chart — datalinked]</a:t>
            </a:r>
          </a:p>
          <a:p>
            <a:r>
              <a:rPr sz="1100" b="0">
                <a:solidFill>
                  <a:srgbClr val="1A1D31"/>
                </a:solidFill>
                <a:latin typeface="Arial"/>
              </a:rPr>
              <a:t>Range: Pipe_Movement!A2:B6</a:t>
            </a:r>
          </a:p>
          <a:p>
            <a:r>
              <a:rPr sz="1100" b="0">
                <a:solidFill>
                  <a:srgbClr val="1A1D31"/>
                </a:solidFill>
                <a:latin typeface="Arial"/>
              </a:rPr>
              <a:t>  Categories  = Bucket label (col A)</a:t>
            </a:r>
          </a:p>
          <a:p>
            <a:r>
              <a:rPr sz="1100" b="0">
                <a:solidFill>
                  <a:srgbClr val="1A1D31"/>
                </a:solidFill>
                <a:latin typeface="Arial"/>
              </a:rPr>
              <a:t>  Values      = ARR EUR (col B)</a:t>
            </a:r>
          </a:p>
          <a:p>
            <a:r>
              <a:rPr sz="1100" b="0">
                <a:solidFill>
                  <a:srgbClr val="1A1D31"/>
                </a:solidFill>
                <a:latin typeface="Arial"/>
              </a:rPr>
              <a:t>Use 'e' (subtotal) on Closing pipe row. Connectors on by default.</a:t>
            </a:r>
          </a:p>
          <a:p>
            <a:r>
              <a:rPr sz="1100" b="0">
                <a:solidFill>
                  <a:srgbClr val="1A1D31"/>
                </a:solidFill>
                <a:latin typeface="Arial"/>
              </a:rPr>
              <a:t>New+Advanced is currently a residual bucket — Phase 2 will</a:t>
            </a:r>
          </a:p>
          <a:p>
            <a:r>
              <a:rPr sz="1100" b="0">
                <a:solidFill>
                  <a:srgbClr val="1A1D31"/>
                </a:solidFill>
                <a:latin typeface="Arial"/>
              </a:rPr>
              <a:t>decompose via OpportunityFieldHistory.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22" sz="quarter"/>
          </p:nvPr>
        </p:nvSpPr>
        <p:spPr/>
        <p:txBody>
          <a:bodyPr/>
          <a:lstStyle/>
          <a:p/>
        </p:txBody>
      </p:sp>
      <p:sp>
        <p:nvSpPr>
          <p:cNvPr id="3" name="Text Placeholder 2"/>
          <p:cNvSpPr>
            <a:spLocks noGrp="1"/>
          </p:cNvSpPr>
          <p:nvPr>
            <p:ph type="body" idx="42" sz="quarter"/>
          </p:nvPr>
        </p:nvSpPr>
        <p:spPr/>
        <p:txBody>
          <a:bodyPr/>
          <a:lstStyle/>
          <a:p>
            <a:r>
              <a:t>8-stage SimCorp sales process — open Land+Expand ARR, {period}</a:t>
            </a:r>
          </a:p>
        </p:txBody>
      </p:sp>
      <p:sp>
        <p:nvSpPr>
          <p:cNvPr id="4" name="Text Placeholder 3"/>
          <p:cNvSpPr>
            <a:spLocks noGrp="1"/>
          </p:cNvSpPr>
          <p:nvPr>
            <p:ph type="body" idx="144" sz="quarter"/>
          </p:nvPr>
        </p:nvSpPr>
        <p:spPr/>
        <p:txBody>
          <a:bodyPr/>
          <a:lstStyle/>
          <a:p>
            <a:r>
              <a:t>Pipeline by stage</a:t>
            </a:r>
          </a:p>
        </p:txBody>
      </p:sp>
      <p:sp>
        <p:nvSpPr>
          <p:cNvPr id="5" name="Text Placeholder 4"/>
          <p:cNvSpPr>
            <a:spLocks noGrp="1"/>
          </p:cNvSpPr>
          <p:nvPr>
            <p:ph type="body" idx="145" sz="quarter"/>
          </p:nvPr>
        </p:nvSpPr>
        <p:spPr/>
        <p:txBody>
          <a:bodyPr/>
          <a:lstStyle/>
          <a:p/>
        </p:txBody>
      </p:sp>
      <p:sp>
        <p:nvSpPr>
          <p:cNvPr id="6" name="Rectangle 5"/>
          <p:cNvSpPr/>
          <p:nvPr/>
        </p:nvSpPr>
        <p:spPr>
          <a:xfrm>
            <a:off x="457200" y="1828800"/>
            <a:ext cx="11274552" cy="4389120"/>
          </a:xfrm>
          <a:prstGeom prst="rect">
            <a:avLst/>
          </a:prstGeom>
          <a:solidFill>
            <a:srgbClr val="F5F8FD"/>
          </a:solidFill>
          <a:ln w="19050">
            <a:solidFill>
              <a:srgbClr val="083EA7"/>
            </a:solidFill>
          </a:ln>
        </p:spPr>
        <p:style>
          <a:lnRef idx="1">
            <a:schemeClr val="accent1"/>
          </a:lnRef>
          <a:fillRef idx="3">
            <a:schemeClr val="accent1"/>
          </a:fillRef>
          <a:effectRef idx="2">
            <a:schemeClr val="accent1"/>
          </a:effectRef>
          <a:fontRef idx="minor">
            <a:schemeClr val="lt1"/>
          </a:fontRef>
        </p:style>
        <p:txBody>
          <a:bodyPr rtlCol="0" anchor="ctr" wrap="square" lIns="365760" rIns="365760" tIns="274320" bIns="274320"/>
          <a:lstStyle/>
          <a:p>
            <a:pPr algn="l"/>
            <a:r>
              <a:rPr sz="1400" b="1">
                <a:solidFill>
                  <a:srgbClr val="083EA7"/>
                </a:solidFill>
                <a:latin typeface="Arial"/>
              </a:rPr>
              <a:t>[think-cell BAR or COLUMN chart]</a:t>
            </a:r>
          </a:p>
          <a:p>
            <a:r>
              <a:rPr sz="1100" b="0">
                <a:solidFill>
                  <a:srgbClr val="1A1D31"/>
                </a:solidFill>
                <a:latin typeface="Arial"/>
              </a:rPr>
              <a:t>Range: Pipeline_By_Stage!A2:B9</a:t>
            </a:r>
          </a:p>
          <a:p>
            <a:r>
              <a:rPr sz="1100" b="0">
                <a:solidFill>
                  <a:srgbClr val="1A1D31"/>
                </a:solidFill>
                <a:latin typeface="Arial"/>
              </a:rPr>
              <a:t>  X-axis = Stage label  (col A)</a:t>
            </a:r>
          </a:p>
          <a:p>
            <a:r>
              <a:rPr sz="1100" b="0">
                <a:solidFill>
                  <a:srgbClr val="1A1D31"/>
                </a:solidFill>
                <a:latin typeface="Arial"/>
              </a:rPr>
              <a:t>  Y-axis = ARR (EUR)    (col B)</a:t>
            </a:r>
          </a:p>
          <a:p>
            <a:r>
              <a:rPr sz="1100" b="0">
                <a:solidFill>
                  <a:srgbClr val="1A1D31"/>
                </a:solidFill>
                <a:latin typeface="Arial"/>
              </a:rPr>
              <a:t>Optional 2nd series: # Opps from Pipeline_By_Stage!D2:D9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22" sz="quarter"/>
          </p:nvPr>
        </p:nvSpPr>
        <p:spPr/>
        <p:txBody>
          <a:bodyPr/>
          <a:lstStyle/>
          <a:p/>
        </p:txBody>
      </p:sp>
      <p:sp>
        <p:nvSpPr>
          <p:cNvPr id="3" name="Text Placeholder 2"/>
          <p:cNvSpPr>
            <a:spLocks noGrp="1"/>
          </p:cNvSpPr>
          <p:nvPr>
            <p:ph type="body" idx="42" sz="quarter"/>
          </p:nvPr>
        </p:nvSpPr>
        <p:spPr/>
        <p:txBody>
          <a:bodyPr/>
          <a:lstStyle/>
          <a:p>
            <a:r>
              <a:t>Open Land+Expand ARR by days since CreatedDate</a:t>
            </a:r>
          </a:p>
        </p:txBody>
      </p:sp>
      <p:sp>
        <p:nvSpPr>
          <p:cNvPr id="4" name="Text Placeholder 3"/>
          <p:cNvSpPr>
            <a:spLocks noGrp="1"/>
          </p:cNvSpPr>
          <p:nvPr>
            <p:ph type="body" idx="144" sz="quarter"/>
          </p:nvPr>
        </p:nvSpPr>
        <p:spPr/>
        <p:txBody>
          <a:bodyPr/>
          <a:lstStyle/>
          <a:p>
            <a:r>
              <a:t>Pipeline aging</a:t>
            </a:r>
          </a:p>
        </p:txBody>
      </p:sp>
      <p:sp>
        <p:nvSpPr>
          <p:cNvPr id="5" name="Text Placeholder 4"/>
          <p:cNvSpPr>
            <a:spLocks noGrp="1"/>
          </p:cNvSpPr>
          <p:nvPr>
            <p:ph type="body" idx="145" sz="quarter"/>
          </p:nvPr>
        </p:nvSpPr>
        <p:spPr/>
        <p:txBody>
          <a:bodyPr/>
          <a:lstStyle/>
          <a:p/>
        </p:txBody>
      </p:sp>
      <p:sp>
        <p:nvSpPr>
          <p:cNvPr id="6" name="Rectangle 5"/>
          <p:cNvSpPr/>
          <p:nvPr/>
        </p:nvSpPr>
        <p:spPr>
          <a:xfrm>
            <a:off x="457200" y="1828800"/>
            <a:ext cx="11274552" cy="4389120"/>
          </a:xfrm>
          <a:prstGeom prst="rect">
            <a:avLst/>
          </a:prstGeom>
          <a:solidFill>
            <a:srgbClr val="F5F8FD"/>
          </a:solidFill>
          <a:ln w="19050">
            <a:solidFill>
              <a:srgbClr val="083EA7"/>
            </a:solidFill>
          </a:ln>
        </p:spPr>
        <p:style>
          <a:lnRef idx="1">
            <a:schemeClr val="accent1"/>
          </a:lnRef>
          <a:fillRef idx="3">
            <a:schemeClr val="accent1"/>
          </a:fillRef>
          <a:effectRef idx="2">
            <a:schemeClr val="accent1"/>
          </a:effectRef>
          <a:fontRef idx="minor">
            <a:schemeClr val="lt1"/>
          </a:fontRef>
        </p:style>
        <p:txBody>
          <a:bodyPr rtlCol="0" anchor="ctr" wrap="square" lIns="365760" rIns="365760" tIns="274320" bIns="274320"/>
          <a:lstStyle/>
          <a:p>
            <a:pPr algn="l"/>
            <a:r>
              <a:rPr sz="1400" b="1">
                <a:solidFill>
                  <a:srgbClr val="083EA7"/>
                </a:solidFill>
                <a:latin typeface="Arial"/>
              </a:rPr>
              <a:t>[think-cell STACKED BAR or 100% chart]</a:t>
            </a:r>
          </a:p>
          <a:p>
            <a:r>
              <a:rPr sz="1100" b="0">
                <a:solidFill>
                  <a:srgbClr val="1A1D31"/>
                </a:solidFill>
                <a:latin typeface="Arial"/>
              </a:rPr>
              <a:t>Range: Pipeline_Aging!A2:E7</a:t>
            </a:r>
          </a:p>
          <a:p>
            <a:r>
              <a:rPr sz="1100" b="0">
                <a:solidFill>
                  <a:srgbClr val="1A1D31"/>
                </a:solidFill>
                <a:latin typeface="Arial"/>
              </a:rPr>
              <a:t>  Categories  = Age bucket (col A)</a:t>
            </a:r>
          </a:p>
          <a:p>
            <a:r>
              <a:rPr sz="1100" b="0">
                <a:solidFill>
                  <a:srgbClr val="1A1D31"/>
                </a:solidFill>
                <a:latin typeface="Arial"/>
              </a:rPr>
              <a:t>  Series      = ARR EUR (col D), # Opps (col E)</a:t>
            </a:r>
          </a:p>
          <a:p>
            <a:r>
              <a:rPr sz="1100" b="0">
                <a:solidFill>
                  <a:srgbClr val="1A1D31"/>
                </a:solidFill>
                <a:latin typeface="Arial"/>
              </a:rPr>
              <a:t>Highlight zombie (&gt;730d) bar in coral (#EF3E4A)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22" sz="quarter"/>
          </p:nvPr>
        </p:nvSpPr>
        <p:spPr/>
        <p:txBody>
          <a:bodyPr/>
          <a:lstStyle/>
          <a:p/>
        </p:txBody>
      </p:sp>
      <p:sp>
        <p:nvSpPr>
          <p:cNvPr id="3" name="Text Placeholder 2"/>
          <p:cNvSpPr>
            <a:spLocks noGrp="1"/>
          </p:cNvSpPr>
          <p:nvPr>
            <p:ph type="body" idx="42" sz="quarter"/>
          </p:nvPr>
        </p:nvSpPr>
        <p:spPr/>
        <p:txBody>
          <a:bodyPr/>
          <a:lstStyle/>
          <a:p>
            <a:r>
              <a:t>Top-10 open Land deals by ARR (named accounts, owners, ages)</a:t>
            </a:r>
          </a:p>
        </p:txBody>
      </p:sp>
      <p:sp>
        <p:nvSpPr>
          <p:cNvPr id="4" name="Text Placeholder 3"/>
          <p:cNvSpPr>
            <a:spLocks noGrp="1"/>
          </p:cNvSpPr>
          <p:nvPr>
            <p:ph type="body" idx="144" sz="quarter"/>
          </p:nvPr>
        </p:nvSpPr>
        <p:spPr/>
        <p:txBody>
          <a:bodyPr/>
          <a:lstStyle/>
          <a:p>
            <a:r>
              <a:t>Top deals — Land</a:t>
            </a:r>
          </a:p>
        </p:txBody>
      </p:sp>
      <p:sp>
        <p:nvSpPr>
          <p:cNvPr id="5" name="Text Placeholder 4"/>
          <p:cNvSpPr>
            <a:spLocks noGrp="1"/>
          </p:cNvSpPr>
          <p:nvPr>
            <p:ph type="body" idx="145" sz="quarter"/>
          </p:nvPr>
        </p:nvSpPr>
        <p:spPr/>
        <p:txBody>
          <a:bodyPr/>
          <a:lstStyle/>
          <a:p/>
        </p:txBody>
      </p:sp>
      <p:sp>
        <p:nvSpPr>
          <p:cNvPr id="6" name="Rectangle 5"/>
          <p:cNvSpPr/>
          <p:nvPr/>
        </p:nvSpPr>
        <p:spPr>
          <a:xfrm>
            <a:off x="457200" y="1828800"/>
            <a:ext cx="11274552" cy="4389120"/>
          </a:xfrm>
          <a:prstGeom prst="rect">
            <a:avLst/>
          </a:prstGeom>
          <a:solidFill>
            <a:srgbClr val="F5F8FD"/>
          </a:solidFill>
          <a:ln w="19050">
            <a:solidFill>
              <a:srgbClr val="083EA7"/>
            </a:solidFill>
          </a:ln>
        </p:spPr>
        <p:style>
          <a:lnRef idx="1">
            <a:schemeClr val="accent1"/>
          </a:lnRef>
          <a:fillRef idx="3">
            <a:schemeClr val="accent1"/>
          </a:fillRef>
          <a:effectRef idx="2">
            <a:schemeClr val="accent1"/>
          </a:effectRef>
          <a:fontRef idx="minor">
            <a:schemeClr val="lt1"/>
          </a:fontRef>
        </p:style>
        <p:txBody>
          <a:bodyPr rtlCol="0" anchor="ctr" wrap="square" lIns="365760" rIns="365760" tIns="274320" bIns="274320"/>
          <a:lstStyle/>
          <a:p>
            <a:pPr algn="l"/>
            <a:r>
              <a:rPr sz="1400" b="1">
                <a:solidFill>
                  <a:srgbClr val="083EA7"/>
                </a:solidFill>
                <a:latin typeface="Arial"/>
              </a:rPr>
              <a:t>[think-cell TABLE WITH FORMATTING — datalinked]</a:t>
            </a:r>
          </a:p>
          <a:p>
            <a:r>
              <a:rPr sz="1100" b="0">
                <a:solidFill>
                  <a:srgbClr val="1A1D31"/>
                </a:solidFill>
                <a:latin typeface="Arial"/>
              </a:rPr>
              <a:t>Source: legacy land.xlsx (NOT model.xlsx)</a:t>
            </a:r>
          </a:p>
          <a:p>
            <a:r>
              <a:rPr sz="1100" b="0">
                <a:solidFill>
                  <a:srgbClr val="1A1D31"/>
                </a:solidFill>
                <a:latin typeface="Arial"/>
              </a:rPr>
              <a:t>Range: Top_Deals_Land!A1:H11</a:t>
            </a:r>
          </a:p>
          <a:p>
            <a:r>
              <a:rPr sz="1100" b="0">
                <a:solidFill>
                  <a:srgbClr val="1A1D31"/>
                </a:solidFill>
                <a:latin typeface="Arial"/>
              </a:rPr>
              <a:t>  Columns: # / Account / Opportunity / Owner / Stage /</a:t>
            </a:r>
          </a:p>
          <a:p>
            <a:r>
              <a:rPr sz="1100" b="0">
                <a:solidFill>
                  <a:srgbClr val="1A1D31"/>
                </a:solidFill>
                <a:latin typeface="Arial"/>
              </a:rPr>
              <a:t>           Close Date / Age (days) / ARR (EUR)</a:t>
            </a:r>
          </a:p>
          <a:p>
            <a:r>
              <a:rPr sz="1100" b="0">
                <a:solidFill>
                  <a:srgbClr val="1A1D31"/>
                </a:solidFill>
                <a:latin typeface="Arial"/>
              </a:rPr>
              <a:t>Highlight Stage 5+ rows in pale green; flag Age &gt; 365d in coral.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22" sz="quarter"/>
          </p:nvPr>
        </p:nvSpPr>
        <p:spPr/>
        <p:txBody>
          <a:bodyPr/>
          <a:lstStyle/>
          <a:p/>
        </p:txBody>
      </p:sp>
      <p:sp>
        <p:nvSpPr>
          <p:cNvPr id="3" name="Text Placeholder 2"/>
          <p:cNvSpPr>
            <a:spLocks noGrp="1"/>
          </p:cNvSpPr>
          <p:nvPr>
            <p:ph type="body" idx="42" sz="quarter"/>
          </p:nvPr>
        </p:nvSpPr>
        <p:spPr/>
        <p:txBody>
          <a:bodyPr/>
          <a:lstStyle/>
          <a:p>
            <a:r>
              <a:t>Top-10 open Expand deals by ARR (existing accounts being grown)</a:t>
            </a:r>
          </a:p>
        </p:txBody>
      </p:sp>
      <p:sp>
        <p:nvSpPr>
          <p:cNvPr id="4" name="Text Placeholder 3"/>
          <p:cNvSpPr>
            <a:spLocks noGrp="1"/>
          </p:cNvSpPr>
          <p:nvPr>
            <p:ph type="body" idx="144" sz="quarter"/>
          </p:nvPr>
        </p:nvSpPr>
        <p:spPr/>
        <p:txBody>
          <a:bodyPr/>
          <a:lstStyle/>
          <a:p>
            <a:r>
              <a:t>Top deals — Expand</a:t>
            </a:r>
          </a:p>
        </p:txBody>
      </p:sp>
      <p:sp>
        <p:nvSpPr>
          <p:cNvPr id="5" name="Text Placeholder 4"/>
          <p:cNvSpPr>
            <a:spLocks noGrp="1"/>
          </p:cNvSpPr>
          <p:nvPr>
            <p:ph type="body" idx="145" sz="quarter"/>
          </p:nvPr>
        </p:nvSpPr>
        <p:spPr/>
        <p:txBody>
          <a:bodyPr/>
          <a:lstStyle/>
          <a:p/>
        </p:txBody>
      </p:sp>
      <p:sp>
        <p:nvSpPr>
          <p:cNvPr id="6" name="Rectangle 5"/>
          <p:cNvSpPr/>
          <p:nvPr/>
        </p:nvSpPr>
        <p:spPr>
          <a:xfrm>
            <a:off x="457200" y="1828800"/>
            <a:ext cx="11274552" cy="4389120"/>
          </a:xfrm>
          <a:prstGeom prst="rect">
            <a:avLst/>
          </a:prstGeom>
          <a:solidFill>
            <a:srgbClr val="F5F8FD"/>
          </a:solidFill>
          <a:ln w="19050">
            <a:solidFill>
              <a:srgbClr val="083EA7"/>
            </a:solidFill>
          </a:ln>
        </p:spPr>
        <p:style>
          <a:lnRef idx="1">
            <a:schemeClr val="accent1"/>
          </a:lnRef>
          <a:fillRef idx="3">
            <a:schemeClr val="accent1"/>
          </a:fillRef>
          <a:effectRef idx="2">
            <a:schemeClr val="accent1"/>
          </a:effectRef>
          <a:fontRef idx="minor">
            <a:schemeClr val="lt1"/>
          </a:fontRef>
        </p:style>
        <p:txBody>
          <a:bodyPr rtlCol="0" anchor="ctr" wrap="square" lIns="365760" rIns="365760" tIns="274320" bIns="274320"/>
          <a:lstStyle/>
          <a:p>
            <a:pPr algn="l"/>
            <a:r>
              <a:rPr sz="1400" b="1">
                <a:solidFill>
                  <a:srgbClr val="083EA7"/>
                </a:solidFill>
                <a:latin typeface="Arial"/>
              </a:rPr>
              <a:t>[think-cell TABLE WITH FORMATTING — datalinked]</a:t>
            </a:r>
          </a:p>
          <a:p>
            <a:r>
              <a:rPr sz="1100" b="0">
                <a:solidFill>
                  <a:srgbClr val="1A1D31"/>
                </a:solidFill>
                <a:latin typeface="Arial"/>
              </a:rPr>
              <a:t>Source: legacy land.xlsx (NOT model.xlsx)</a:t>
            </a:r>
          </a:p>
          <a:p>
            <a:r>
              <a:rPr sz="1100" b="0">
                <a:solidFill>
                  <a:srgbClr val="1A1D31"/>
                </a:solidFill>
                <a:latin typeface="Arial"/>
              </a:rPr>
              <a:t>Range: Top_Deals_Expand!A1:H11</a:t>
            </a:r>
          </a:p>
          <a:p>
            <a:r>
              <a:rPr sz="1100" b="0">
                <a:solidFill>
                  <a:srgbClr val="1A1D31"/>
                </a:solidFill>
                <a:latin typeface="Arial"/>
              </a:rPr>
              <a:t>Same columns as Top deals — Land slide.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22" sz="quarter"/>
          </p:nvPr>
        </p:nvSpPr>
        <p:spPr/>
        <p:txBody>
          <a:bodyPr/>
          <a:lstStyle/>
          <a:p/>
        </p:txBody>
      </p:sp>
      <p:sp>
        <p:nvSpPr>
          <p:cNvPr id="3" name="Text Placeholder 2"/>
          <p:cNvSpPr>
            <a:spLocks noGrp="1"/>
          </p:cNvSpPr>
          <p:nvPr>
            <p:ph type="body" idx="42" sz="quarter"/>
          </p:nvPr>
        </p:nvSpPr>
        <p:spPr/>
        <p:txBody>
          <a:bodyPr/>
          <a:lstStyle/>
          <a:p>
            <a:r>
              <a:t>Stage 3+ Land/Expand deals missing the SimCorp Commercial Approval gate</a:t>
            </a:r>
          </a:p>
        </p:txBody>
      </p:sp>
      <p:sp>
        <p:nvSpPr>
          <p:cNvPr id="4" name="Text Placeholder 3"/>
          <p:cNvSpPr>
            <a:spLocks noGrp="1"/>
          </p:cNvSpPr>
          <p:nvPr>
            <p:ph type="body" idx="144" sz="quarter"/>
          </p:nvPr>
        </p:nvSpPr>
        <p:spPr/>
        <p:txBody>
          <a:bodyPr/>
          <a:lstStyle/>
          <a:p>
            <a:r>
              <a:t>Pending Commercial Approval</a:t>
            </a:r>
          </a:p>
        </p:txBody>
      </p:sp>
      <p:sp>
        <p:nvSpPr>
          <p:cNvPr id="5" name="Text Placeholder 4"/>
          <p:cNvSpPr>
            <a:spLocks noGrp="1"/>
          </p:cNvSpPr>
          <p:nvPr>
            <p:ph type="body" idx="145" sz="quarter"/>
          </p:nvPr>
        </p:nvSpPr>
        <p:spPr/>
        <p:txBody>
          <a:bodyPr/>
          <a:lstStyle/>
          <a:p/>
        </p:txBody>
      </p:sp>
      <p:sp>
        <p:nvSpPr>
          <p:cNvPr id="6" name="Rectangle 5"/>
          <p:cNvSpPr/>
          <p:nvPr/>
        </p:nvSpPr>
        <p:spPr>
          <a:xfrm>
            <a:off x="457200" y="1828800"/>
            <a:ext cx="11274552" cy="4389120"/>
          </a:xfrm>
          <a:prstGeom prst="rect">
            <a:avLst/>
          </a:prstGeom>
          <a:solidFill>
            <a:srgbClr val="F5F8FD"/>
          </a:solidFill>
          <a:ln w="19050">
            <a:solidFill>
              <a:srgbClr val="083EA7"/>
            </a:solidFill>
          </a:ln>
        </p:spPr>
        <p:style>
          <a:lnRef idx="1">
            <a:schemeClr val="accent1"/>
          </a:lnRef>
          <a:fillRef idx="3">
            <a:schemeClr val="accent1"/>
          </a:fillRef>
          <a:effectRef idx="2">
            <a:schemeClr val="accent1"/>
          </a:effectRef>
          <a:fontRef idx="minor">
            <a:schemeClr val="lt1"/>
          </a:fontRef>
        </p:style>
        <p:txBody>
          <a:bodyPr rtlCol="0" anchor="ctr" wrap="square" lIns="365760" rIns="365760" tIns="274320" bIns="274320"/>
          <a:lstStyle/>
          <a:p>
            <a:pPr algn="l"/>
            <a:r>
              <a:rPr sz="1400" b="1">
                <a:solidFill>
                  <a:srgbClr val="083EA7"/>
                </a:solidFill>
                <a:latin typeface="Arial"/>
              </a:rPr>
              <a:t>[think-cell TABLE WITH FORMATTING — datalinked]</a:t>
            </a:r>
          </a:p>
          <a:p>
            <a:r>
              <a:rPr sz="1100" b="0">
                <a:solidFill>
                  <a:srgbClr val="1A1D31"/>
                </a:solidFill>
                <a:latin typeface="Arial"/>
              </a:rPr>
              <a:t>Source: legacy land.xlsx (NOT model.xlsx)</a:t>
            </a:r>
          </a:p>
          <a:p>
            <a:r>
              <a:rPr sz="1100" b="0">
                <a:solidFill>
                  <a:srgbClr val="1A1D31"/>
                </a:solidFill>
                <a:latin typeface="Arial"/>
              </a:rPr>
              <a:t>Range: Pending_Commercial_Approval!A3:H&lt;last&gt;</a:t>
            </a:r>
          </a:p>
          <a:p>
            <a:r>
              <a:rPr sz="1100" b="0">
                <a:solidFill>
                  <a:srgbClr val="1A1D31"/>
                </a:solidFill>
                <a:latin typeface="Arial"/>
              </a:rPr>
              <a:t>  Columns: # / Account / Opportunity / Owner / Stage /</a:t>
            </a:r>
          </a:p>
          <a:p>
            <a:r>
              <a:rPr sz="1100" b="0">
                <a:solidFill>
                  <a:srgbClr val="1A1D31"/>
                </a:solidFill>
                <a:latin typeface="Arial"/>
              </a:rPr>
              <a:t>           Close Date / Type / ARR (EUR)</a:t>
            </a:r>
          </a:p>
          <a:p>
            <a:r>
              <a:rPr sz="1100" b="0">
                <a:solidFill>
                  <a:srgbClr val="1A1D31"/>
                </a:solidFill>
                <a:latin typeface="Arial"/>
              </a:rPr>
              <a:t>Per Commercial Handbook: Land = ALL deals require approval,</a:t>
            </a:r>
          </a:p>
          <a:p>
            <a:r>
              <a:rPr sz="1100" b="0">
                <a:solidFill>
                  <a:srgbClr val="1A1D31"/>
                </a:solidFill>
                <a:latin typeface="Arial"/>
              </a:rPr>
              <a:t>Expand triggers at AER &gt;= EUR 500k. Flag any rows here for the</a:t>
            </a:r>
          </a:p>
          <a:p>
            <a:r>
              <a:rPr sz="1100" b="0">
                <a:solidFill>
                  <a:srgbClr val="1A1D31"/>
                </a:solidFill>
                <a:latin typeface="Arial"/>
              </a:rPr>
              <a:t>next Commercial Approval committee.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22" sz="quarter"/>
          </p:nvPr>
        </p:nvSpPr>
        <p:spPr/>
        <p:txBody>
          <a:bodyPr/>
          <a:lstStyle/>
          <a:p/>
        </p:txBody>
      </p:sp>
      <p:sp>
        <p:nvSpPr>
          <p:cNvPr id="3" name="Text Placeholder 2"/>
          <p:cNvSpPr>
            <a:spLocks noGrp="1"/>
          </p:cNvSpPr>
          <p:nvPr>
            <p:ph type="body" idx="42" sz="quarter"/>
          </p:nvPr>
        </p:nvSpPr>
        <p:spPr/>
        <p:txBody>
          <a:bodyPr/>
          <a:lstStyle/>
          <a:p>
            <a:r>
              <a:t>Open Renewal opps in scope — risk-of-termination flagged</a:t>
            </a:r>
          </a:p>
        </p:txBody>
      </p:sp>
      <p:sp>
        <p:nvSpPr>
          <p:cNvPr id="4" name="Text Placeholder 3"/>
          <p:cNvSpPr>
            <a:spLocks noGrp="1"/>
          </p:cNvSpPr>
          <p:nvPr>
            <p:ph type="body" idx="144" sz="quarter"/>
          </p:nvPr>
        </p:nvSpPr>
        <p:spPr/>
        <p:txBody>
          <a:bodyPr/>
          <a:lstStyle/>
          <a:p>
            <a:r>
              <a:t>Renewal Pipeline</a:t>
            </a:r>
          </a:p>
        </p:txBody>
      </p:sp>
      <p:sp>
        <p:nvSpPr>
          <p:cNvPr id="5" name="Text Placeholder 4"/>
          <p:cNvSpPr>
            <a:spLocks noGrp="1"/>
          </p:cNvSpPr>
          <p:nvPr>
            <p:ph type="body" idx="145" sz="quarter"/>
          </p:nvPr>
        </p:nvSpPr>
        <p:spPr/>
        <p:txBody>
          <a:bodyPr/>
          <a:lstStyle/>
          <a:p/>
        </p:txBody>
      </p:sp>
      <p:sp>
        <p:nvSpPr>
          <p:cNvPr id="6" name="Rectangle 5"/>
          <p:cNvSpPr/>
          <p:nvPr/>
        </p:nvSpPr>
        <p:spPr>
          <a:xfrm>
            <a:off x="457200" y="1828800"/>
            <a:ext cx="11274552" cy="4389120"/>
          </a:xfrm>
          <a:prstGeom prst="rect">
            <a:avLst/>
          </a:prstGeom>
          <a:solidFill>
            <a:srgbClr val="F5F8FD"/>
          </a:solidFill>
          <a:ln w="19050">
            <a:solidFill>
              <a:srgbClr val="083EA7"/>
            </a:solidFill>
          </a:ln>
        </p:spPr>
        <p:style>
          <a:lnRef idx="1">
            <a:schemeClr val="accent1"/>
          </a:lnRef>
          <a:fillRef idx="3">
            <a:schemeClr val="accent1"/>
          </a:fillRef>
          <a:effectRef idx="2">
            <a:schemeClr val="accent1"/>
          </a:effectRef>
          <a:fontRef idx="minor">
            <a:schemeClr val="lt1"/>
          </a:fontRef>
        </p:style>
        <p:txBody>
          <a:bodyPr rtlCol="0" anchor="ctr" wrap="square" lIns="365760" rIns="365760" tIns="274320" bIns="274320"/>
          <a:lstStyle/>
          <a:p>
            <a:pPr algn="l"/>
            <a:r>
              <a:rPr sz="1400" b="1">
                <a:solidFill>
                  <a:srgbClr val="083EA7"/>
                </a:solidFill>
                <a:latin typeface="Arial"/>
              </a:rPr>
              <a:t>[think-cell TABLE WITH FORMATTING + HARVEY BALLS]</a:t>
            </a:r>
          </a:p>
          <a:p>
            <a:r>
              <a:rPr sz="1100" b="0">
                <a:solidFill>
                  <a:srgbClr val="1A1D31"/>
                </a:solidFill>
                <a:latin typeface="Arial"/>
              </a:rPr>
              <a:t>Source: legacy land.xlsx (NOT model.xlsx)</a:t>
            </a:r>
          </a:p>
          <a:p>
            <a:r>
              <a:rPr sz="1100" b="0">
                <a:solidFill>
                  <a:srgbClr val="1A1D31"/>
                </a:solidFill>
                <a:latin typeface="Arial"/>
              </a:rPr>
              <a:t>Range: At_Risk_Renewals!A1:H&lt;last&gt;</a:t>
            </a:r>
          </a:p>
          <a:p>
            <a:r>
              <a:rPr sz="1100" b="0">
                <a:solidFill>
                  <a:srgbClr val="1A1D31"/>
                </a:solidFill>
                <a:latin typeface="Arial"/>
              </a:rPr>
              <a:t>  Columns: # / Account / Owner / Stage / Close Date / ACV /</a:t>
            </a:r>
          </a:p>
          <a:p>
            <a:r>
              <a:rPr sz="1100" b="0">
                <a:solidFill>
                  <a:srgbClr val="1A1D31"/>
                </a:solidFill>
                <a:latin typeface="Arial"/>
              </a:rPr>
              <a:t>           Risk / Risk score (0-4)</a:t>
            </a:r>
          </a:p>
          <a:p>
            <a:r>
              <a:rPr sz="1100" b="0">
                <a:solidFill>
                  <a:srgbClr val="1A1D31"/>
                </a:solidFill>
                <a:latin typeface="Arial"/>
              </a:rPr>
              <a:t>Insert a think-cell HARVEY BALL (Insert &gt; think-cell &gt; Elements &gt;</a:t>
            </a:r>
          </a:p>
          <a:p>
            <a:r>
              <a:rPr sz="1100" b="0">
                <a:solidFill>
                  <a:srgbClr val="1A1D31"/>
                </a:solidFill>
                <a:latin typeface="Arial"/>
              </a:rPr>
              <a:t>Harvey ball) in a new column to the right of Risk score. Bind the</a:t>
            </a:r>
          </a:p>
          <a:p>
            <a:r>
              <a:rPr sz="1100" b="0">
                <a:solidFill>
                  <a:srgbClr val="1A1D31"/>
                </a:solidFill>
                <a:latin typeface="Arial"/>
              </a:rPr>
              <a:t>ball value to the Risk score column (0=empty, 4=full).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22" sz="quarter"/>
          </p:nvPr>
        </p:nvSpPr>
        <p:spPr/>
        <p:txBody>
          <a:bodyPr/>
          <a:lstStyle/>
          <a:p/>
        </p:txBody>
      </p:sp>
      <p:sp>
        <p:nvSpPr>
          <p:cNvPr id="3" name="Text Placeholder 2"/>
          <p:cNvSpPr>
            <a:spLocks noGrp="1"/>
          </p:cNvSpPr>
          <p:nvPr>
            <p:ph type="body" idx="42" sz="quarter"/>
          </p:nvPr>
        </p:nvSpPr>
        <p:spPr/>
        <p:txBody>
          <a:bodyPr/>
          <a:lstStyle/>
          <a:p>
            <a:r>
              <a:t>CFQ Land+Expand pipeline by SF ForecastCategoryName</a:t>
            </a:r>
          </a:p>
        </p:txBody>
      </p:sp>
      <p:sp>
        <p:nvSpPr>
          <p:cNvPr id="4" name="Text Placeholder 3"/>
          <p:cNvSpPr>
            <a:spLocks noGrp="1"/>
          </p:cNvSpPr>
          <p:nvPr>
            <p:ph type="body" idx="144" sz="quarter"/>
          </p:nvPr>
        </p:nvSpPr>
        <p:spPr/>
        <p:txBody>
          <a:bodyPr/>
          <a:lstStyle/>
          <a:p>
            <a:r>
              <a:t>Forecast Category breakdown</a:t>
            </a:r>
          </a:p>
        </p:txBody>
      </p:sp>
      <p:sp>
        <p:nvSpPr>
          <p:cNvPr id="5" name="Text Placeholder 4"/>
          <p:cNvSpPr>
            <a:spLocks noGrp="1"/>
          </p:cNvSpPr>
          <p:nvPr>
            <p:ph type="body" idx="145" sz="quarter"/>
          </p:nvPr>
        </p:nvSpPr>
        <p:spPr/>
        <p:txBody>
          <a:bodyPr/>
          <a:lstStyle/>
          <a:p/>
        </p:txBody>
      </p:sp>
      <p:sp>
        <p:nvSpPr>
          <p:cNvPr id="6" name="Rectangle 5"/>
          <p:cNvSpPr/>
          <p:nvPr/>
        </p:nvSpPr>
        <p:spPr>
          <a:xfrm>
            <a:off x="457200" y="1828800"/>
            <a:ext cx="11274552" cy="4389120"/>
          </a:xfrm>
          <a:prstGeom prst="rect">
            <a:avLst/>
          </a:prstGeom>
          <a:solidFill>
            <a:srgbClr val="F5F8FD"/>
          </a:solidFill>
          <a:ln w="19050">
            <a:solidFill>
              <a:srgbClr val="083EA7"/>
            </a:solidFill>
          </a:ln>
        </p:spPr>
        <p:style>
          <a:lnRef idx="1">
            <a:schemeClr val="accent1"/>
          </a:lnRef>
          <a:fillRef idx="3">
            <a:schemeClr val="accent1"/>
          </a:fillRef>
          <a:effectRef idx="2">
            <a:schemeClr val="accent1"/>
          </a:effectRef>
          <a:fontRef idx="minor">
            <a:schemeClr val="lt1"/>
          </a:fontRef>
        </p:style>
        <p:txBody>
          <a:bodyPr rtlCol="0" anchor="ctr" wrap="square" lIns="365760" rIns="365760" tIns="274320" bIns="274320"/>
          <a:lstStyle/>
          <a:p>
            <a:pPr algn="l"/>
            <a:r>
              <a:rPr sz="1400" b="1">
                <a:solidFill>
                  <a:srgbClr val="083EA7"/>
                </a:solidFill>
                <a:latin typeface="Arial"/>
              </a:rPr>
              <a:t>[think-cell COLUMN chart or table — datalinked]</a:t>
            </a:r>
          </a:p>
          <a:p>
            <a:r>
              <a:rPr sz="1100" b="0">
                <a:solidFill>
                  <a:srgbClr val="1A1D31"/>
                </a:solidFill>
                <a:latin typeface="Arial"/>
              </a:rPr>
              <a:t>Source: legacy land.xlsx (NOT model.xlsx)</a:t>
            </a:r>
          </a:p>
          <a:p>
            <a:r>
              <a:rPr sz="1100" b="0">
                <a:solidFill>
                  <a:srgbClr val="1A1D31"/>
                </a:solidFill>
                <a:latin typeface="Arial"/>
              </a:rPr>
              <a:t>Range: Forecast_Category!A4:C&lt;last&gt;</a:t>
            </a:r>
          </a:p>
          <a:p>
            <a:r>
              <a:rPr sz="1100" b="0">
                <a:solidFill>
                  <a:srgbClr val="1A1D31"/>
                </a:solidFill>
                <a:latin typeface="Arial"/>
              </a:rPr>
              <a:t>  Columns: Category / # Opps / ARR (EUR)</a:t>
            </a:r>
          </a:p>
          <a:p>
            <a:r>
              <a:rPr sz="1100" b="0">
                <a:solidFill>
                  <a:srgbClr val="1A1D31"/>
                </a:solidFill>
                <a:latin typeface="Arial"/>
              </a:rPr>
              <a:t>Categories: Pipeline / Best Case / Commit / Closed / Omitted.</a:t>
            </a:r>
          </a:p>
          <a:p>
            <a:r>
              <a:rPr sz="1100" b="0">
                <a:solidFill>
                  <a:srgbClr val="1A1D31"/>
                </a:solidFill>
                <a:latin typeface="Arial"/>
              </a:rPr>
              <a:t>Stakeholder framing: Commit is the floor; Best Case + Pipeline</a:t>
            </a:r>
          </a:p>
          <a:p>
            <a:r>
              <a:rPr sz="1100" b="0">
                <a:solidFill>
                  <a:srgbClr val="1A1D31"/>
                </a:solidFill>
                <a:latin typeface="Arial"/>
              </a:rPr>
              <a:t>is the upside.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22" sz="quarter"/>
          </p:nvPr>
        </p:nvSpPr>
        <p:spPr/>
        <p:txBody>
          <a:bodyPr/>
          <a:lstStyle/>
          <a:p/>
        </p:txBody>
      </p:sp>
      <p:sp>
        <p:nvSpPr>
          <p:cNvPr id="3" name="Text Placeholder 2"/>
          <p:cNvSpPr>
            <a:spLocks noGrp="1"/>
          </p:cNvSpPr>
          <p:nvPr>
            <p:ph type="body" idx="42" sz="quarter"/>
          </p:nvPr>
        </p:nvSpPr>
        <p:spPr/>
        <p:txBody>
          <a:bodyPr/>
          <a:lstStyle/>
          <a:p>
            <a:r>
              <a:t>Open Land+Expand ARR by rep within director scope</a:t>
            </a:r>
          </a:p>
        </p:txBody>
      </p:sp>
      <p:sp>
        <p:nvSpPr>
          <p:cNvPr id="4" name="Text Placeholder 3"/>
          <p:cNvSpPr>
            <a:spLocks noGrp="1"/>
          </p:cNvSpPr>
          <p:nvPr>
            <p:ph type="body" idx="144" sz="quarter"/>
          </p:nvPr>
        </p:nvSpPr>
        <p:spPr/>
        <p:txBody>
          <a:bodyPr/>
          <a:lstStyle/>
          <a:p>
            <a:r>
              <a:t>By owner</a:t>
            </a:r>
          </a:p>
        </p:txBody>
      </p:sp>
      <p:sp>
        <p:nvSpPr>
          <p:cNvPr id="5" name="Text Placeholder 4"/>
          <p:cNvSpPr>
            <a:spLocks noGrp="1"/>
          </p:cNvSpPr>
          <p:nvPr>
            <p:ph type="body" idx="145" sz="quarter"/>
          </p:nvPr>
        </p:nvSpPr>
        <p:spPr/>
        <p:txBody>
          <a:bodyPr/>
          <a:lstStyle/>
          <a:p/>
        </p:txBody>
      </p:sp>
      <p:sp>
        <p:nvSpPr>
          <p:cNvPr id="6" name="Rectangle 5"/>
          <p:cNvSpPr/>
          <p:nvPr/>
        </p:nvSpPr>
        <p:spPr>
          <a:xfrm>
            <a:off x="457200" y="1828800"/>
            <a:ext cx="11274552" cy="4389120"/>
          </a:xfrm>
          <a:prstGeom prst="rect">
            <a:avLst/>
          </a:prstGeom>
          <a:solidFill>
            <a:srgbClr val="F5F8FD"/>
          </a:solidFill>
          <a:ln w="19050">
            <a:solidFill>
              <a:srgbClr val="083EA7"/>
            </a:solidFill>
          </a:ln>
        </p:spPr>
        <p:style>
          <a:lnRef idx="1">
            <a:schemeClr val="accent1"/>
          </a:lnRef>
          <a:fillRef idx="3">
            <a:schemeClr val="accent1"/>
          </a:fillRef>
          <a:effectRef idx="2">
            <a:schemeClr val="accent1"/>
          </a:effectRef>
          <a:fontRef idx="minor">
            <a:schemeClr val="lt1"/>
          </a:fontRef>
        </p:style>
        <p:txBody>
          <a:bodyPr rtlCol="0" anchor="ctr" wrap="square" lIns="365760" rIns="365760" tIns="274320" bIns="274320"/>
          <a:lstStyle/>
          <a:p>
            <a:pPr algn="l"/>
            <a:r>
              <a:rPr sz="1400" b="1">
                <a:solidFill>
                  <a:srgbClr val="083EA7"/>
                </a:solidFill>
                <a:latin typeface="Arial"/>
              </a:rPr>
              <a:t>[think-cell horizontal BAR chart]</a:t>
            </a:r>
          </a:p>
          <a:p>
            <a:r>
              <a:rPr sz="1100" b="0">
                <a:solidFill>
                  <a:srgbClr val="1A1D31"/>
                </a:solidFill>
                <a:latin typeface="Arial"/>
              </a:rPr>
              <a:t>Range: By_Owner!A2:B&lt;last&gt;</a:t>
            </a:r>
          </a:p>
          <a:p>
            <a:r>
              <a:rPr sz="1100" b="0">
                <a:solidFill>
                  <a:srgbClr val="1A1D31"/>
                </a:solidFill>
                <a:latin typeface="Arial"/>
              </a:rPr>
              <a:t>  Y-axis  = Owner name (col A)</a:t>
            </a:r>
          </a:p>
          <a:p>
            <a:r>
              <a:rPr sz="1100" b="0">
                <a:solidFill>
                  <a:srgbClr val="1A1D31"/>
                </a:solidFill>
                <a:latin typeface="Arial"/>
              </a:rPr>
              <a:t>  X-axis  = ARR (col B)</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22" sz="quarter"/>
          </p:nvPr>
        </p:nvSpPr>
        <p:spPr/>
        <p:txBody>
          <a:bodyPr/>
          <a:lstStyle/>
          <a:p/>
        </p:txBody>
      </p:sp>
      <p:sp>
        <p:nvSpPr>
          <p:cNvPr id="3" name="Text Placeholder 2"/>
          <p:cNvSpPr>
            <a:spLocks noGrp="1"/>
          </p:cNvSpPr>
          <p:nvPr>
            <p:ph type="body" idx="42" sz="quarter"/>
          </p:nvPr>
        </p:nvSpPr>
        <p:spPr/>
        <p:txBody>
          <a:bodyPr/>
          <a:lstStyle/>
          <a:p>
            <a:r>
              <a:t>Where the pipeline lives — cross-tab heat map</a:t>
            </a:r>
          </a:p>
        </p:txBody>
      </p:sp>
      <p:sp>
        <p:nvSpPr>
          <p:cNvPr id="4" name="Text Placeholder 3"/>
          <p:cNvSpPr>
            <a:spLocks noGrp="1"/>
          </p:cNvSpPr>
          <p:nvPr>
            <p:ph type="body" idx="144" sz="quarter"/>
          </p:nvPr>
        </p:nvSpPr>
        <p:spPr/>
        <p:txBody>
          <a:bodyPr/>
          <a:lstStyle/>
          <a:p>
            <a:r>
              <a:t>Stage × Industry</a:t>
            </a:r>
          </a:p>
        </p:txBody>
      </p:sp>
      <p:sp>
        <p:nvSpPr>
          <p:cNvPr id="5" name="Text Placeholder 4"/>
          <p:cNvSpPr>
            <a:spLocks noGrp="1"/>
          </p:cNvSpPr>
          <p:nvPr>
            <p:ph type="body" idx="145" sz="quarter"/>
          </p:nvPr>
        </p:nvSpPr>
        <p:spPr/>
        <p:txBody>
          <a:bodyPr/>
          <a:lstStyle/>
          <a:p/>
        </p:txBody>
      </p:sp>
      <p:sp>
        <p:nvSpPr>
          <p:cNvPr id="6" name="Rectangle 5"/>
          <p:cNvSpPr/>
          <p:nvPr/>
        </p:nvSpPr>
        <p:spPr>
          <a:xfrm>
            <a:off x="457200" y="1828800"/>
            <a:ext cx="11274552" cy="4389120"/>
          </a:xfrm>
          <a:prstGeom prst="rect">
            <a:avLst/>
          </a:prstGeom>
          <a:solidFill>
            <a:srgbClr val="F5F8FD"/>
          </a:solidFill>
          <a:ln w="19050">
            <a:solidFill>
              <a:srgbClr val="083EA7"/>
            </a:solidFill>
          </a:ln>
        </p:spPr>
        <p:style>
          <a:lnRef idx="1">
            <a:schemeClr val="accent1"/>
          </a:lnRef>
          <a:fillRef idx="3">
            <a:schemeClr val="accent1"/>
          </a:fillRef>
          <a:effectRef idx="2">
            <a:schemeClr val="accent1"/>
          </a:effectRef>
          <a:fontRef idx="minor">
            <a:schemeClr val="lt1"/>
          </a:fontRef>
        </p:style>
        <p:txBody>
          <a:bodyPr rtlCol="0" anchor="ctr" wrap="square" lIns="365760" rIns="365760" tIns="274320" bIns="274320"/>
          <a:lstStyle/>
          <a:p>
            <a:pPr algn="l"/>
            <a:r>
              <a:rPr sz="1400" b="1">
                <a:solidFill>
                  <a:srgbClr val="083EA7"/>
                </a:solidFill>
                <a:latin typeface="Arial"/>
              </a:rPr>
              <a:t>[think-cell MEKKO chart — variable-width 100%-stacked]</a:t>
            </a:r>
          </a:p>
          <a:p>
            <a:r>
              <a:rPr sz="1100" b="0">
                <a:solidFill>
                  <a:srgbClr val="1A1D31"/>
                </a:solidFill>
                <a:latin typeface="Arial"/>
              </a:rPr>
              <a:t>Range: Pivots — find 'Stage × Industry' block on the Pivots sheet</a:t>
            </a:r>
          </a:p>
          <a:p>
            <a:r>
              <a:rPr sz="1100" b="0">
                <a:solidFill>
                  <a:srgbClr val="1A1D31"/>
                </a:solidFill>
                <a:latin typeface="Arial"/>
              </a:rPr>
              <a:t>  Bar width  = total ARR per industry (column totals)</a:t>
            </a:r>
          </a:p>
          <a:p>
            <a:r>
              <a:rPr sz="1100" b="0">
                <a:solidFill>
                  <a:srgbClr val="1A1D31"/>
                </a:solidFill>
                <a:latin typeface="Arial"/>
              </a:rPr>
              <a:t>  Bar height = stage mix % within each industry</a:t>
            </a:r>
          </a:p>
          <a:p>
            <a:r>
              <a:rPr sz="1100" b="0">
                <a:solidFill>
                  <a:srgbClr val="1A1D31"/>
                </a:solidFill>
                <a:latin typeface="Arial"/>
              </a:rPr>
              <a:t>Mekko encodes ARR weight in bar width — heavier-pipe industries</a:t>
            </a:r>
          </a:p>
          <a:p>
            <a:r>
              <a:rPr sz="1100" b="0">
                <a:solidFill>
                  <a:srgbClr val="1A1D31"/>
                </a:solidFill>
                <a:latin typeface="Arial"/>
              </a:rPr>
              <a:t>appear visually larger, replacing the heat-map workaround.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22" sz="quarter"/>
          </p:nvPr>
        </p:nvSpPr>
        <p:spPr/>
        <p:txBody>
          <a:bodyPr/>
          <a:lstStyle/>
          <a:p/>
        </p:txBody>
      </p:sp>
      <p:sp>
        <p:nvSpPr>
          <p:cNvPr id="3" name="Text Placeholder 2"/>
          <p:cNvSpPr>
            <a:spLocks noGrp="1"/>
          </p:cNvSpPr>
          <p:nvPr>
            <p:ph type="body" idx="42" sz="quarter"/>
          </p:nvPr>
        </p:nvSpPr>
        <p:spPr/>
        <p:txBody>
          <a:bodyPr/>
          <a:lstStyle/>
          <a:p>
            <a:r>
              <a:t>Stage age (proxy via CreatedDate) — caveat in cell F1</a:t>
            </a:r>
          </a:p>
        </p:txBody>
      </p:sp>
      <p:sp>
        <p:nvSpPr>
          <p:cNvPr id="4" name="Text Placeholder 3"/>
          <p:cNvSpPr>
            <a:spLocks noGrp="1"/>
          </p:cNvSpPr>
          <p:nvPr>
            <p:ph type="body" idx="144" sz="quarter"/>
          </p:nvPr>
        </p:nvSpPr>
        <p:spPr/>
        <p:txBody>
          <a:bodyPr/>
          <a:lstStyle/>
          <a:p>
            <a:r>
              <a:t>Velocity</a:t>
            </a:r>
          </a:p>
        </p:txBody>
      </p:sp>
      <p:sp>
        <p:nvSpPr>
          <p:cNvPr id="5" name="Text Placeholder 4"/>
          <p:cNvSpPr>
            <a:spLocks noGrp="1"/>
          </p:cNvSpPr>
          <p:nvPr>
            <p:ph type="body" idx="145" sz="quarter"/>
          </p:nvPr>
        </p:nvSpPr>
        <p:spPr/>
        <p:txBody>
          <a:bodyPr/>
          <a:lstStyle/>
          <a:p/>
        </p:txBody>
      </p:sp>
      <p:sp>
        <p:nvSpPr>
          <p:cNvPr id="6" name="Rectangle 5"/>
          <p:cNvSpPr/>
          <p:nvPr/>
        </p:nvSpPr>
        <p:spPr>
          <a:xfrm>
            <a:off x="457200" y="1828800"/>
            <a:ext cx="11274552" cy="4389120"/>
          </a:xfrm>
          <a:prstGeom prst="rect">
            <a:avLst/>
          </a:prstGeom>
          <a:solidFill>
            <a:srgbClr val="F5F8FD"/>
          </a:solidFill>
          <a:ln w="19050">
            <a:solidFill>
              <a:srgbClr val="083EA7"/>
            </a:solidFill>
          </a:ln>
        </p:spPr>
        <p:style>
          <a:lnRef idx="1">
            <a:schemeClr val="accent1"/>
          </a:lnRef>
          <a:fillRef idx="3">
            <a:schemeClr val="accent1"/>
          </a:fillRef>
          <a:effectRef idx="2">
            <a:schemeClr val="accent1"/>
          </a:effectRef>
          <a:fontRef idx="minor">
            <a:schemeClr val="lt1"/>
          </a:fontRef>
        </p:style>
        <p:txBody>
          <a:bodyPr rtlCol="0" anchor="ctr" wrap="square" lIns="365760" rIns="365760" tIns="274320" bIns="274320"/>
          <a:lstStyle/>
          <a:p>
            <a:pPr algn="l"/>
            <a:r>
              <a:rPr sz="1400" b="1">
                <a:solidFill>
                  <a:srgbClr val="083EA7"/>
                </a:solidFill>
                <a:latin typeface="Arial"/>
              </a:rPr>
              <a:t>[think-cell COMBO chart — bar + line]</a:t>
            </a:r>
          </a:p>
          <a:p>
            <a:r>
              <a:rPr sz="1100" b="0">
                <a:solidFill>
                  <a:srgbClr val="1A1D31"/>
                </a:solidFill>
                <a:latin typeface="Arial"/>
              </a:rPr>
              <a:t>Range: Velocity!A3:E10</a:t>
            </a:r>
          </a:p>
          <a:p>
            <a:r>
              <a:rPr sz="1100" b="0">
                <a:solidFill>
                  <a:srgbClr val="1A1D31"/>
                </a:solidFill>
                <a:latin typeface="Arial"/>
              </a:rPr>
              <a:t>  Bars (left axis)  = # Open opps (col B)</a:t>
            </a:r>
          </a:p>
          <a:p>
            <a:r>
              <a:rPr sz="1100" b="0">
                <a:solidFill>
                  <a:srgbClr val="1A1D31"/>
                </a:solidFill>
                <a:latin typeface="Arial"/>
              </a:rPr>
              <a:t>  Line (right axis) = Avg age days (col C)</a:t>
            </a:r>
          </a:p>
          <a:p>
            <a:r>
              <a:rPr sz="1100" b="0">
                <a:solidFill>
                  <a:srgbClr val="1A1D31"/>
                </a:solidFill>
                <a:latin typeface="Arial"/>
              </a:rPr>
              <a:t>  Annotate stages where &gt;180d count (col E) &gt; 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22" sz="quarter"/>
          </p:nvPr>
        </p:nvSpPr>
        <p:spPr/>
        <p:txBody>
          <a:bodyPr/>
          <a:lstStyle/>
          <a:p/>
        </p:txBody>
      </p:sp>
      <p:sp>
        <p:nvSpPr>
          <p:cNvPr id="3" name="Text Placeholder 2"/>
          <p:cNvSpPr>
            <a:spLocks noGrp="1"/>
          </p:cNvSpPr>
          <p:nvPr>
            <p:ph type="body" idx="42" sz="quarter"/>
          </p:nvPr>
        </p:nvSpPr>
        <p:spPr/>
        <p:txBody>
          <a:bodyPr/>
          <a:lstStyle/>
          <a:p>
            <a:r>
              <a:t>Top-N share of total open pipeline + single-deal flag</a:t>
            </a:r>
          </a:p>
        </p:txBody>
      </p:sp>
      <p:sp>
        <p:nvSpPr>
          <p:cNvPr id="4" name="Text Placeholder 3"/>
          <p:cNvSpPr>
            <a:spLocks noGrp="1"/>
          </p:cNvSpPr>
          <p:nvPr>
            <p:ph type="body" idx="144" sz="quarter"/>
          </p:nvPr>
        </p:nvSpPr>
        <p:spPr/>
        <p:txBody>
          <a:bodyPr/>
          <a:lstStyle/>
          <a:p>
            <a:r>
              <a:t>Concentration risk</a:t>
            </a:r>
          </a:p>
        </p:txBody>
      </p:sp>
      <p:sp>
        <p:nvSpPr>
          <p:cNvPr id="5" name="Text Placeholder 4"/>
          <p:cNvSpPr>
            <a:spLocks noGrp="1"/>
          </p:cNvSpPr>
          <p:nvPr>
            <p:ph type="body" idx="145" sz="quarter"/>
          </p:nvPr>
        </p:nvSpPr>
        <p:spPr/>
        <p:txBody>
          <a:bodyPr/>
          <a:lstStyle/>
          <a:p/>
        </p:txBody>
      </p:sp>
      <p:sp>
        <p:nvSpPr>
          <p:cNvPr id="6" name="Rectangle 5"/>
          <p:cNvSpPr/>
          <p:nvPr/>
        </p:nvSpPr>
        <p:spPr>
          <a:xfrm>
            <a:off x="457200" y="1828800"/>
            <a:ext cx="11274552" cy="4389120"/>
          </a:xfrm>
          <a:prstGeom prst="rect">
            <a:avLst/>
          </a:prstGeom>
          <a:solidFill>
            <a:srgbClr val="F5F8FD"/>
          </a:solidFill>
          <a:ln w="19050">
            <a:solidFill>
              <a:srgbClr val="083EA7"/>
            </a:solidFill>
          </a:ln>
        </p:spPr>
        <p:style>
          <a:lnRef idx="1">
            <a:schemeClr val="accent1"/>
          </a:lnRef>
          <a:fillRef idx="3">
            <a:schemeClr val="accent1"/>
          </a:fillRef>
          <a:effectRef idx="2">
            <a:schemeClr val="accent1"/>
          </a:effectRef>
          <a:fontRef idx="minor">
            <a:schemeClr val="lt1"/>
          </a:fontRef>
        </p:style>
        <p:txBody>
          <a:bodyPr rtlCol="0" anchor="ctr" wrap="square" lIns="365760" rIns="365760" tIns="274320" bIns="274320"/>
          <a:lstStyle/>
          <a:p>
            <a:pPr algn="l"/>
            <a:r>
              <a:rPr sz="1400" b="1">
                <a:solidFill>
                  <a:srgbClr val="083EA7"/>
                </a:solidFill>
                <a:latin typeface="Arial"/>
              </a:rPr>
              <a:t>[think-cell text + 100%-stacked column]</a:t>
            </a:r>
          </a:p>
          <a:p>
            <a:r>
              <a:rPr sz="1100" b="0">
                <a:solidFill>
                  <a:srgbClr val="1A1D31"/>
                </a:solidFill>
                <a:latin typeface="Arial"/>
              </a:rPr>
              <a:t>Cell binds:</a:t>
            </a:r>
          </a:p>
          <a:p>
            <a:r>
              <a:rPr sz="1100" b="0">
                <a:solidFill>
                  <a:srgbClr val="1A1D31"/>
                </a:solidFill>
                <a:latin typeface="Arial"/>
              </a:rPr>
              <a:t>  Concentration!B5  →  largest deal account</a:t>
            </a:r>
          </a:p>
          <a:p>
            <a:r>
              <a:rPr sz="1100" b="0">
                <a:solidFill>
                  <a:srgbClr val="1A1D31"/>
                </a:solidFill>
                <a:latin typeface="Arial"/>
              </a:rPr>
              <a:t>  Concentration!B6  →  largest deal ARR</a:t>
            </a:r>
          </a:p>
          <a:p>
            <a:r>
              <a:rPr sz="1100" b="0">
                <a:solidFill>
                  <a:srgbClr val="1A1D31"/>
                </a:solidFill>
                <a:latin typeface="Arial"/>
              </a:rPr>
              <a:t>  Concentration!B7  →  share of total pipeline (%)</a:t>
            </a:r>
          </a:p>
          <a:p>
            <a:r>
              <a:rPr sz="1100" b="0">
                <a:solidFill>
                  <a:srgbClr val="1A1D31"/>
                </a:solidFill>
                <a:latin typeface="Arial"/>
              </a:rPr>
              <a:t>  Concentration!B8  →  '25% threshold tripped?' flag</a:t>
            </a:r>
          </a:p>
          <a:p>
            <a:r>
              <a:rPr sz="1100" b="0">
                <a:solidFill>
                  <a:srgbClr val="1A1D31"/>
                </a:solidFill>
                <a:latin typeface="Arial"/>
              </a:rPr>
              <a:t>Top-N column: Concentration!A12:C15 (Top 1/3/5/10 account share)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22" sz="quarter"/>
          </p:nvPr>
        </p:nvSpPr>
        <p:spPr/>
        <p:txBody>
          <a:bodyPr/>
          <a:lstStyle/>
          <a:p/>
        </p:txBody>
      </p:sp>
      <p:sp>
        <p:nvSpPr>
          <p:cNvPr id="3" name="Text Placeholder 2"/>
          <p:cNvSpPr>
            <a:spLocks noGrp="1"/>
          </p:cNvSpPr>
          <p:nvPr>
            <p:ph type="body" idx="42" sz="quarter"/>
          </p:nvPr>
        </p:nvSpPr>
        <p:spPr/>
        <p:txBody>
          <a:bodyPr/>
          <a:lstStyle/>
          <a:p>
            <a:r>
              <a:t>{period} ranked actions for the director</a:t>
            </a:r>
          </a:p>
        </p:txBody>
      </p:sp>
      <p:sp>
        <p:nvSpPr>
          <p:cNvPr id="4" name="Text Placeholder 3"/>
          <p:cNvSpPr>
            <a:spLocks noGrp="1"/>
          </p:cNvSpPr>
          <p:nvPr>
            <p:ph type="body" idx="144" sz="quarter"/>
          </p:nvPr>
        </p:nvSpPr>
        <p:spPr/>
        <p:txBody>
          <a:bodyPr/>
          <a:lstStyle/>
          <a:p>
            <a:r>
              <a:t>Action items</a:t>
            </a:r>
          </a:p>
        </p:txBody>
      </p:sp>
      <p:sp>
        <p:nvSpPr>
          <p:cNvPr id="5" name="Text Placeholder 4"/>
          <p:cNvSpPr>
            <a:spLocks noGrp="1"/>
          </p:cNvSpPr>
          <p:nvPr>
            <p:ph type="body" idx="145" sz="quarter"/>
          </p:nvPr>
        </p:nvSpPr>
        <p:spPr/>
        <p:txBody>
          <a:bodyPr/>
          <a:lstStyle/>
          <a:p/>
        </p:txBody>
      </p:sp>
      <p:sp>
        <p:nvSpPr>
          <p:cNvPr id="6" name="Rectangle 5"/>
          <p:cNvSpPr/>
          <p:nvPr/>
        </p:nvSpPr>
        <p:spPr>
          <a:xfrm>
            <a:off x="457200" y="1828800"/>
            <a:ext cx="11274552" cy="4389120"/>
          </a:xfrm>
          <a:prstGeom prst="rect">
            <a:avLst/>
          </a:prstGeom>
          <a:solidFill>
            <a:srgbClr val="F5F8FD"/>
          </a:solidFill>
          <a:ln w="19050">
            <a:solidFill>
              <a:srgbClr val="083EA7"/>
            </a:solidFill>
          </a:ln>
        </p:spPr>
        <p:style>
          <a:lnRef idx="1">
            <a:schemeClr val="accent1"/>
          </a:lnRef>
          <a:fillRef idx="3">
            <a:schemeClr val="accent1"/>
          </a:fillRef>
          <a:effectRef idx="2">
            <a:schemeClr val="accent1"/>
          </a:effectRef>
          <a:fontRef idx="minor">
            <a:schemeClr val="lt1"/>
          </a:fontRef>
        </p:style>
        <p:txBody>
          <a:bodyPr rtlCol="0" anchor="ctr" wrap="square" lIns="365760" rIns="365760" tIns="274320" bIns="274320"/>
          <a:lstStyle/>
          <a:p>
            <a:pPr algn="l"/>
            <a:r>
              <a:rPr sz="1400" b="1">
                <a:solidFill>
                  <a:srgbClr val="083EA7"/>
                </a:solidFill>
                <a:latin typeface="Arial"/>
              </a:rPr>
              <a:t>[think-cell TABLE — datalinked]</a:t>
            </a:r>
          </a:p>
          <a:p>
            <a:r>
              <a:rPr sz="1100" b="0">
                <a:solidFill>
                  <a:srgbClr val="1A1D31"/>
                </a:solidFill>
                <a:latin typeface="Arial"/>
              </a:rPr>
              <a:t>Range: Action_Items!A1:G&lt;last&gt;  (in legacy land.xlsx, NOT model)</a:t>
            </a:r>
          </a:p>
          <a:p>
            <a:r>
              <a:rPr sz="1100" b="0">
                <a:solidFill>
                  <a:srgbClr val="1A1D31"/>
                </a:solidFill>
                <a:latin typeface="Arial"/>
              </a:rPr>
              <a:t>  Cols: # / Priority / Rule / Claim / Suggested action / Due / Owner</a:t>
            </a:r>
          </a:p>
          <a:p>
            <a:r>
              <a:rPr sz="1100" b="0">
                <a:solidFill>
                  <a:srgbClr val="1A1D31"/>
                </a:solidFill>
                <a:latin typeface="Arial"/>
              </a:rPr>
              <a:t>Conditional fill on Priority col (HIGH=coral, MEDIUM=orange, LOW=gray)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22" sz="quarter"/>
          </p:nvPr>
        </p:nvSpPr>
        <p:spPr/>
        <p:txBody>
          <a:bodyPr/>
          <a:lstStyle/>
          <a:p/>
        </p:txBody>
      </p:sp>
      <p:sp>
        <p:nvSpPr>
          <p:cNvPr id="3" name="Text Placeholder 2"/>
          <p:cNvSpPr>
            <a:spLocks noGrp="1"/>
          </p:cNvSpPr>
          <p:nvPr>
            <p:ph type="body" idx="42" sz="quarter"/>
          </p:nvPr>
        </p:nvSpPr>
        <p:spPr/>
        <p:txBody>
          <a:bodyPr/>
          <a:lstStyle/>
          <a:p>
            <a:r>
              <a:t>Narrative — pulled from brief.md</a:t>
            </a:r>
          </a:p>
        </p:txBody>
      </p:sp>
      <p:sp>
        <p:nvSpPr>
          <p:cNvPr id="4" name="Text Placeholder 3"/>
          <p:cNvSpPr>
            <a:spLocks noGrp="1"/>
          </p:cNvSpPr>
          <p:nvPr>
            <p:ph type="body" idx="144" sz="quarter"/>
          </p:nvPr>
        </p:nvSpPr>
        <p:spPr/>
        <p:txBody>
          <a:bodyPr/>
          <a:lstStyle/>
          <a:p>
            <a:r>
              <a:t>Risks &amp; outlook</a:t>
            </a:r>
          </a:p>
        </p:txBody>
      </p:sp>
      <p:sp>
        <p:nvSpPr>
          <p:cNvPr id="5" name="Text Placeholder 4"/>
          <p:cNvSpPr>
            <a:spLocks noGrp="1"/>
          </p:cNvSpPr>
          <p:nvPr>
            <p:ph type="body" idx="145" sz="quarter"/>
          </p:nvPr>
        </p:nvSpPr>
        <p:spPr/>
        <p:txBody>
          <a:bodyPr/>
          <a:lstStyle/>
          <a:p/>
        </p:txBody>
      </p:sp>
      <p:sp>
        <p:nvSpPr>
          <p:cNvPr id="6" name="Rectangle 5"/>
          <p:cNvSpPr/>
          <p:nvPr/>
        </p:nvSpPr>
        <p:spPr>
          <a:xfrm>
            <a:off x="457200" y="1828800"/>
            <a:ext cx="11274552" cy="4389120"/>
          </a:xfrm>
          <a:prstGeom prst="rect">
            <a:avLst/>
          </a:prstGeom>
          <a:solidFill>
            <a:srgbClr val="F5F8FD"/>
          </a:solidFill>
          <a:ln w="19050">
            <a:solidFill>
              <a:srgbClr val="083EA7"/>
            </a:solidFill>
          </a:ln>
        </p:spPr>
        <p:style>
          <a:lnRef idx="1">
            <a:schemeClr val="accent1"/>
          </a:lnRef>
          <a:fillRef idx="3">
            <a:schemeClr val="accent1"/>
          </a:fillRef>
          <a:effectRef idx="2">
            <a:schemeClr val="accent1"/>
          </a:effectRef>
          <a:fontRef idx="minor">
            <a:schemeClr val="lt1"/>
          </a:fontRef>
        </p:style>
        <p:txBody>
          <a:bodyPr rtlCol="0" anchor="ctr" wrap="square" lIns="365760" rIns="365760" tIns="274320" bIns="274320"/>
          <a:lstStyle/>
          <a:p>
            <a:pPr algn="l"/>
            <a:r>
              <a:rPr sz="1400" b="1">
                <a:solidFill>
                  <a:srgbClr val="083EA7"/>
                </a:solidFill>
                <a:latin typeface="Arial"/>
              </a:rPr>
              <a:t>[plain text — paste from brief.md '## Risks' section]</a:t>
            </a:r>
          </a:p>
          <a:p>
            <a:r>
              <a:rPr sz="1100" b="0">
                <a:solidFill>
                  <a:srgbClr val="1A1D31"/>
                </a:solidFill>
                <a:latin typeface="Arial"/>
              </a:rPr>
              <a:t>No think-cell binding here; this slide stays narrative.</a:t>
            </a:r>
          </a:p>
          <a:p>
            <a:r>
              <a:rPr sz="1100" b="0">
                <a:solidFill>
                  <a:srgbClr val="1A1D31"/>
                </a:solidFill>
                <a:latin typeface="Arial"/>
              </a:rPr>
              <a:t>Replace per director by copying brief.md ## Risks bullets.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28" sz="quarter"/>
          </p:nvPr>
        </p:nvSpPr>
        <p:spPr/>
        <p:txBody>
          <a:bodyPr/>
          <a:lstStyle/>
          <a:p>
            <a:r>
              <a:t>Thank you</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UNDODONOTDELETE" val="0"/>
</p:tagLst>
</file>

<file path=ppt/theme/theme1.xml><?xml version="1.0" encoding="utf-8"?>
<a:theme xmlns:a="http://schemas.openxmlformats.org/drawingml/2006/main" name="1_Simcorp">
  <a:themeElements>
    <a:clrScheme name="240306 Simcorp">
      <a:dk1>
        <a:sysClr val="windowText" lastClr="000000"/>
      </a:dk1>
      <a:lt1>
        <a:srgbClr val="FFFFFF"/>
      </a:lt1>
      <a:dk2>
        <a:srgbClr val="000000"/>
      </a:dk2>
      <a:lt2>
        <a:srgbClr val="E3E3E3"/>
      </a:lt2>
      <a:accent1>
        <a:srgbClr val="083EA7"/>
      </a:accent1>
      <a:accent2>
        <a:srgbClr val="1A1D31"/>
      </a:accent2>
      <a:accent3>
        <a:srgbClr val="4B17B6"/>
      </a:accent3>
      <a:accent4>
        <a:srgbClr val="EF3E4A"/>
      </a:accent4>
      <a:accent5>
        <a:srgbClr val="FB9B2A"/>
      </a:accent5>
      <a:accent6>
        <a:srgbClr val="F0CF61"/>
      </a:accent6>
      <a:hlink>
        <a:srgbClr val="0A7BD7"/>
      </a:hlink>
      <a:folHlink>
        <a:srgbClr val="E3E3E3"/>
      </a:folHlink>
    </a:clrScheme>
    <a:fontScheme name="GS2024">
      <a:majorFont>
        <a:latin typeface="Microsoft Sans Serif"/>
        <a:ea typeface=""/>
        <a:cs typeface=""/>
      </a:majorFont>
      <a:minorFont>
        <a:latin typeface="Microsoft Sans Serif"/>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noFill/>
        <a:ln>
          <a:solidFill>
            <a:schemeClr val="tx1"/>
          </a:solidFill>
        </a:ln>
      </a:spPr>
      <a:bodyPr wrap="square" lIns="72000" tIns="72000" rIns="72000" bIns="72000" rtlCol="0" anchor="t">
        <a:noAutofit/>
      </a:bodyPr>
      <a:lstStyle>
        <a:defPPr algn="l">
          <a:defRPr sz="1400" smtClean="0">
            <a:solidFill>
              <a:schemeClr val="tx1"/>
            </a:solidFill>
          </a:defRPr>
        </a:defPPr>
      </a:lstStyle>
    </a:spDef>
    <a:lnDef>
      <a:spPr>
        <a:ln w="9525">
          <a:solidFill>
            <a:schemeClr val="tx1"/>
          </a:solidFill>
        </a:ln>
      </a:spPr>
      <a:bodyPr/>
      <a:lstStyle/>
      <a:style>
        <a:lnRef idx="1">
          <a:schemeClr val="accent1"/>
        </a:lnRef>
        <a:fillRef idx="0">
          <a:schemeClr val="accent1"/>
        </a:fillRef>
        <a:effectRef idx="0">
          <a:schemeClr val="accent1"/>
        </a:effectRef>
        <a:fontRef idx="minor">
          <a:schemeClr val="tx1"/>
        </a:fontRef>
      </a:style>
    </a:lnDef>
    <a:txDef>
      <a:spPr>
        <a:noFill/>
        <a:ln>
          <a:noFill/>
        </a:ln>
      </a:spPr>
      <a:bodyPr wrap="square" lIns="0" tIns="0" rIns="0" bIns="0" rtlCol="0">
        <a:spAutoFit/>
      </a:bodyPr>
      <a:lstStyle>
        <a:defPPr algn="l">
          <a:defRPr sz="1400" smtClean="0"/>
        </a:defPPr>
      </a:lstStyle>
    </a:txDef>
  </a:objectDefaults>
  <a:extraClrSchemeLst/>
  <a:custClrLst>
    <a:custClr name="AQUA">
      <a:srgbClr val="7DE6E0"/>
    </a:custClr>
    <a:custClr name="AQUA Lighter 80%">
      <a:srgbClr val="E5FAF9"/>
    </a:custClr>
    <a:custClr name="AQUA Lighter 60%">
      <a:srgbClr val="CBF5F3"/>
    </a:custClr>
    <a:custClr name="AQUA Lighter 40%">
      <a:srgbClr val="B1F0EC"/>
    </a:custClr>
    <a:custClr name="AQUA Darker 25%">
      <a:srgbClr val="33D8CE"/>
    </a:custClr>
    <a:custClr name="AQUA Darker 50%">
      <a:srgbClr val="1D958E"/>
    </a:custClr>
    <a:custClr name="Customcolor7">
      <a:srgbClr val="FFFFFF"/>
    </a:custClr>
    <a:custClr name="Customcolor8">
      <a:srgbClr val="FFFFFF"/>
    </a:custClr>
    <a:custClr name="Customcolor9">
      <a:srgbClr val="FFFFFF"/>
    </a:custClr>
    <a:custClr name="Customcolor10">
      <a:srgbClr val="FFFFFF"/>
    </a:custClr>
    <a:custClr name="BLUE">
      <a:srgbClr val="0A7BD7"/>
    </a:custClr>
    <a:custClr name="BLUE Lighter 80%">
      <a:srgbClr val="C9E5FC"/>
    </a:custClr>
    <a:custClr name="BLUE Lighter 60%">
      <a:srgbClr val="92CBFA"/>
    </a:custClr>
    <a:custClr name="BLUE Lighter 40%">
      <a:srgbClr val="5CB1F7"/>
    </a:custClr>
    <a:custClr name="BLUE Darker 25%">
      <a:srgbClr val="085CA1"/>
    </a:custClr>
    <a:custClr name="BLUE Darker 50%">
      <a:srgbClr val="053D6C"/>
    </a:custClr>
    <a:custClr name="Customcolor17">
      <a:srgbClr val="FFFFFF"/>
    </a:custClr>
    <a:custClr name="Customcolor18">
      <a:srgbClr val="FFFFFF"/>
    </a:custClr>
    <a:custClr name="Customcolor19">
      <a:srgbClr val="FFFFFF"/>
    </a:custClr>
    <a:custClr name="Customcolor20">
      <a:srgbClr val="FFFFFF"/>
    </a:custClr>
    <a:custClr name="Customcolor21">
      <a:srgbClr val="FFFFFF"/>
    </a:custClr>
    <a:custClr name="Customcolor22">
      <a:srgbClr val="FFFFFF"/>
    </a:custClr>
    <a:custClr name="Customcolor23">
      <a:srgbClr val="FFFFFF"/>
    </a:custClr>
    <a:custClr name="Customcolor24">
      <a:srgbClr val="FFFFFF"/>
    </a:custClr>
    <a:custClr name="Customcolor25">
      <a:srgbClr val="FFFFFF"/>
    </a:custClr>
    <a:custClr name="Customcolor26">
      <a:srgbClr val="FFFFFF"/>
    </a:custClr>
    <a:custClr name="Customcolor27">
      <a:srgbClr val="FFFFFF"/>
    </a:custClr>
    <a:custClr name="Customcolor28">
      <a:srgbClr val="FFFFFF"/>
    </a:custClr>
    <a:custClr name="Customcolor29">
      <a:srgbClr val="FFFFFF"/>
    </a:custClr>
    <a:custClr name="Customcolor30">
      <a:srgbClr val="FFFFFF"/>
    </a:custClr>
    <a:custClr name="Customcolor31">
      <a:srgbClr val="FFFFFF"/>
    </a:custClr>
    <a:custClr name="Customcolor32">
      <a:srgbClr val="FFFFFF"/>
    </a:custClr>
    <a:custClr name="Customcolor33">
      <a:srgbClr val="FFFFFF"/>
    </a:custClr>
    <a:custClr name="Customcolor34">
      <a:srgbClr val="FFFFFF"/>
    </a:custClr>
    <a:custClr name="Customcolor35">
      <a:srgbClr val="FFFFFF"/>
    </a:custClr>
    <a:custClr name="Customcolor36">
      <a:srgbClr val="FFFFFF"/>
    </a:custClr>
    <a:custClr name="Customcolor37">
      <a:srgbClr val="FFFFFF"/>
    </a:custClr>
    <a:custClr name="Customcolor38">
      <a:srgbClr val="FFFFFF"/>
    </a:custClr>
    <a:custClr name="Customcolor39">
      <a:srgbClr val="FFFFFF"/>
    </a:custClr>
    <a:custClr name="Customcolor40">
      <a:srgbClr val="FFFFFF"/>
    </a:custClr>
    <a:custClr name="Customcolor41">
      <a:srgbClr val="FFFFFF"/>
    </a:custClr>
    <a:custClr name="Customcolor42">
      <a:srgbClr val="FFFFFF"/>
    </a:custClr>
    <a:custClr name="Customcolor43">
      <a:srgbClr val="FFFFFF"/>
    </a:custClr>
    <a:custClr name="Customcolor44">
      <a:srgbClr val="FFFFFF"/>
    </a:custClr>
    <a:custClr name="Customcolor45">
      <a:srgbClr val="FFFFFF"/>
    </a:custClr>
    <a:custClr name="Customcolor46">
      <a:srgbClr val="FFFFFF"/>
    </a:custClr>
    <a:custClr name="Customcolor47">
      <a:srgbClr val="FFFFFF"/>
    </a:custClr>
    <a:custClr name="Customcolor48">
      <a:srgbClr val="FFFFFF"/>
    </a:custClr>
    <a:custClr name="Customcolor49">
      <a:srgbClr val="FFFFFF"/>
    </a:custClr>
    <a:custClr name="Customcolor50">
      <a:srgbClr val="FFFFFF"/>
    </a:custClr>
  </a:custClrLst>
  <a:extLst>
    <a:ext uri="{05A4C25C-085E-4340-85A3-A5531E510DB2}">
      <thm15:themeFamily xmlns:thm15="http://schemas.microsoft.com/office/thememl/2012/main" name="240322_Simcorp template.pptx" id="{614D6A21-5BE5-43D2-9652-23DB397FED5F}" vid="{23F2C06F-EF06-453F-9B30-F945690915A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240301">
      <a:majorFont>
        <a:latin typeface="GT America Light"/>
        <a:ea typeface=""/>
        <a:cs typeface=""/>
      </a:majorFont>
      <a:minorFont>
        <a:latin typeface="GT America"/>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custClrLst>
    <a:custClr name="AQUA">
      <a:srgbClr val="7DE6E0"/>
    </a:custClr>
    <a:custClr name="AQUA Lighter 80%">
      <a:srgbClr val="E5FAF9"/>
    </a:custClr>
    <a:custClr name="AQUA Lighter 60%">
      <a:srgbClr val="CBF5F3"/>
    </a:custClr>
    <a:custClr name="AQUA Lighter 40%">
      <a:srgbClr val="B1F0EC"/>
    </a:custClr>
    <a:custClr name="AQUA Darker 25%">
      <a:srgbClr val="33D8CE"/>
    </a:custClr>
    <a:custClr name="AQUA Darker 50%">
      <a:srgbClr val="1D958E"/>
    </a:custClr>
    <a:custClr name="Customcolor7">
      <a:srgbClr val="FFFFFF"/>
    </a:custClr>
    <a:custClr name="Customcolor8">
      <a:srgbClr val="FFFFFF"/>
    </a:custClr>
    <a:custClr name="Customcolor9">
      <a:srgbClr val="FFFFFF"/>
    </a:custClr>
    <a:custClr name="Customcolor10">
      <a:srgbClr val="FFFFFF"/>
    </a:custClr>
    <a:custClr name="BLUE">
      <a:srgbClr val="0A7BD7"/>
    </a:custClr>
    <a:custClr name="BLUE Lighter 80%">
      <a:srgbClr val="C9E5FC"/>
    </a:custClr>
    <a:custClr name="BLUE Lighter 60%">
      <a:srgbClr val="92CBFA"/>
    </a:custClr>
    <a:custClr name="BLUE Lighter 40%">
      <a:srgbClr val="5CB1F7"/>
    </a:custClr>
    <a:custClr name="BLUE Darker 25%">
      <a:srgbClr val="085CA1"/>
    </a:custClr>
    <a:custClr name="BLUE Darker 50%">
      <a:srgbClr val="053D6C"/>
    </a:custClr>
    <a:custClr name="Customcolor17">
      <a:srgbClr val="FFFFFF"/>
    </a:custClr>
    <a:custClr name="Customcolor18">
      <a:srgbClr val="FFFFFF"/>
    </a:custClr>
    <a:custClr name="Customcolor19">
      <a:srgbClr val="FFFFFF"/>
    </a:custClr>
    <a:custClr name="Customcolor20">
      <a:srgbClr val="FFFFFF"/>
    </a:custClr>
    <a:custClr name="Customcolor21">
      <a:srgbClr val="FFFFFF"/>
    </a:custClr>
    <a:custClr name="Customcolor22">
      <a:srgbClr val="FFFFFF"/>
    </a:custClr>
    <a:custClr name="Customcolor23">
      <a:srgbClr val="FFFFFF"/>
    </a:custClr>
    <a:custClr name="Customcolor24">
      <a:srgbClr val="FFFFFF"/>
    </a:custClr>
    <a:custClr name="Customcolor25">
      <a:srgbClr val="FFFFFF"/>
    </a:custClr>
    <a:custClr name="Customcolor26">
      <a:srgbClr val="FFFFFF"/>
    </a:custClr>
    <a:custClr name="Customcolor27">
      <a:srgbClr val="FFFFFF"/>
    </a:custClr>
    <a:custClr name="Customcolor28">
      <a:srgbClr val="FFFFFF"/>
    </a:custClr>
    <a:custClr name="Customcolor29">
      <a:srgbClr val="FFFFFF"/>
    </a:custClr>
    <a:custClr name="Customcolor30">
      <a:srgbClr val="FFFFFF"/>
    </a:custClr>
    <a:custClr name="Customcolor31">
      <a:srgbClr val="FFFFFF"/>
    </a:custClr>
    <a:custClr name="Customcolor32">
      <a:srgbClr val="FFFFFF"/>
    </a:custClr>
    <a:custClr name="Customcolor33">
      <a:srgbClr val="FFFFFF"/>
    </a:custClr>
    <a:custClr name="Customcolor34">
      <a:srgbClr val="FFFFFF"/>
    </a:custClr>
    <a:custClr name="Customcolor35">
      <a:srgbClr val="FFFFFF"/>
    </a:custClr>
    <a:custClr name="Customcolor36">
      <a:srgbClr val="FFFFFF"/>
    </a:custClr>
    <a:custClr name="Customcolor37">
      <a:srgbClr val="FFFFFF"/>
    </a:custClr>
    <a:custClr name="Customcolor38">
      <a:srgbClr val="FFFFFF"/>
    </a:custClr>
    <a:custClr name="Customcolor39">
      <a:srgbClr val="FFFFFF"/>
    </a:custClr>
    <a:custClr name="Customcolor40">
      <a:srgbClr val="FFFFFF"/>
    </a:custClr>
    <a:custClr name="Customcolor41">
      <a:srgbClr val="FFFFFF"/>
    </a:custClr>
    <a:custClr name="Customcolor42">
      <a:srgbClr val="FFFFFF"/>
    </a:custClr>
    <a:custClr name="Customcolor43">
      <a:srgbClr val="FFFFFF"/>
    </a:custClr>
    <a:custClr name="Customcolor44">
      <a:srgbClr val="FFFFFF"/>
    </a:custClr>
    <a:custClr name="Customcolor45">
      <a:srgbClr val="FFFFFF"/>
    </a:custClr>
    <a:custClr name="Customcolor46">
      <a:srgbClr val="FFFFFF"/>
    </a:custClr>
    <a:custClr name="Customcolor47">
      <a:srgbClr val="FFFFFF"/>
    </a:custClr>
    <a:custClr name="Customcolor48">
      <a:srgbClr val="FFFFFF"/>
    </a:custClr>
    <a:custClr name="Customcolor49">
      <a:srgbClr val="FFFFFF"/>
    </a:custClr>
    <a:custClr name="Customcolor50">
      <a:srgbClr val="FFFFFF"/>
    </a:custClr>
  </a:custClr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240301">
      <a:majorFont>
        <a:latin typeface="GT America Light"/>
        <a:ea typeface=""/>
        <a:cs typeface=""/>
      </a:majorFont>
      <a:minorFont>
        <a:latin typeface="GT America"/>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custClrLst>
    <a:custClr name="AQUA">
      <a:srgbClr val="7DE6E0"/>
    </a:custClr>
    <a:custClr name="AQUA Lighter 80%">
      <a:srgbClr val="E5FAF9"/>
    </a:custClr>
    <a:custClr name="AQUA Lighter 60%">
      <a:srgbClr val="CBF5F3"/>
    </a:custClr>
    <a:custClr name="AQUA Lighter 40%">
      <a:srgbClr val="B1F0EC"/>
    </a:custClr>
    <a:custClr name="AQUA Darker 25%">
      <a:srgbClr val="33D8CE"/>
    </a:custClr>
    <a:custClr name="AQUA Darker 50%">
      <a:srgbClr val="1D958E"/>
    </a:custClr>
    <a:custClr name="Customcolor7">
      <a:srgbClr val="FFFFFF"/>
    </a:custClr>
    <a:custClr name="Customcolor8">
      <a:srgbClr val="FFFFFF"/>
    </a:custClr>
    <a:custClr name="Customcolor9">
      <a:srgbClr val="FFFFFF"/>
    </a:custClr>
    <a:custClr name="Customcolor10">
      <a:srgbClr val="FFFFFF"/>
    </a:custClr>
    <a:custClr name="BLUE">
      <a:srgbClr val="0A7BD7"/>
    </a:custClr>
    <a:custClr name="BLUE Lighter 80%">
      <a:srgbClr val="C9E5FC"/>
    </a:custClr>
    <a:custClr name="BLUE Lighter 60%">
      <a:srgbClr val="92CBFA"/>
    </a:custClr>
    <a:custClr name="BLUE Lighter 40%">
      <a:srgbClr val="5CB1F7"/>
    </a:custClr>
    <a:custClr name="BLUE Darker 25%">
      <a:srgbClr val="085CA1"/>
    </a:custClr>
    <a:custClr name="BLUE Darker 50%">
      <a:srgbClr val="053D6C"/>
    </a:custClr>
    <a:custClr name="Customcolor17">
      <a:srgbClr val="FFFFFF"/>
    </a:custClr>
    <a:custClr name="Customcolor18">
      <a:srgbClr val="FFFFFF"/>
    </a:custClr>
    <a:custClr name="Customcolor19">
      <a:srgbClr val="FFFFFF"/>
    </a:custClr>
    <a:custClr name="Customcolor20">
      <a:srgbClr val="FFFFFF"/>
    </a:custClr>
    <a:custClr name="Customcolor21">
      <a:srgbClr val="FFFFFF"/>
    </a:custClr>
    <a:custClr name="Customcolor22">
      <a:srgbClr val="FFFFFF"/>
    </a:custClr>
    <a:custClr name="Customcolor23">
      <a:srgbClr val="FFFFFF"/>
    </a:custClr>
    <a:custClr name="Customcolor24">
      <a:srgbClr val="FFFFFF"/>
    </a:custClr>
    <a:custClr name="Customcolor25">
      <a:srgbClr val="FFFFFF"/>
    </a:custClr>
    <a:custClr name="Customcolor26">
      <a:srgbClr val="FFFFFF"/>
    </a:custClr>
    <a:custClr name="Customcolor27">
      <a:srgbClr val="FFFFFF"/>
    </a:custClr>
    <a:custClr name="Customcolor28">
      <a:srgbClr val="FFFFFF"/>
    </a:custClr>
    <a:custClr name="Customcolor29">
      <a:srgbClr val="FFFFFF"/>
    </a:custClr>
    <a:custClr name="Customcolor30">
      <a:srgbClr val="FFFFFF"/>
    </a:custClr>
    <a:custClr name="Customcolor31">
      <a:srgbClr val="FFFFFF"/>
    </a:custClr>
    <a:custClr name="Customcolor32">
      <a:srgbClr val="FFFFFF"/>
    </a:custClr>
    <a:custClr name="Customcolor33">
      <a:srgbClr val="FFFFFF"/>
    </a:custClr>
    <a:custClr name="Customcolor34">
      <a:srgbClr val="FFFFFF"/>
    </a:custClr>
    <a:custClr name="Customcolor35">
      <a:srgbClr val="FFFFFF"/>
    </a:custClr>
    <a:custClr name="Customcolor36">
      <a:srgbClr val="FFFFFF"/>
    </a:custClr>
    <a:custClr name="Customcolor37">
      <a:srgbClr val="FFFFFF"/>
    </a:custClr>
    <a:custClr name="Customcolor38">
      <a:srgbClr val="FFFFFF"/>
    </a:custClr>
    <a:custClr name="Customcolor39">
      <a:srgbClr val="FFFFFF"/>
    </a:custClr>
    <a:custClr name="Customcolor40">
      <a:srgbClr val="FFFFFF"/>
    </a:custClr>
    <a:custClr name="Customcolor41">
      <a:srgbClr val="FFFFFF"/>
    </a:custClr>
    <a:custClr name="Customcolor42">
      <a:srgbClr val="FFFFFF"/>
    </a:custClr>
    <a:custClr name="Customcolor43">
      <a:srgbClr val="FFFFFF"/>
    </a:custClr>
    <a:custClr name="Customcolor44">
      <a:srgbClr val="FFFFFF"/>
    </a:custClr>
    <a:custClr name="Customcolor45">
      <a:srgbClr val="FFFFFF"/>
    </a:custClr>
    <a:custClr name="Customcolor46">
      <a:srgbClr val="FFFFFF"/>
    </a:custClr>
    <a:custClr name="Customcolor47">
      <a:srgbClr val="FFFFFF"/>
    </a:custClr>
    <a:custClr name="Customcolor48">
      <a:srgbClr val="FFFFFF"/>
    </a:custClr>
    <a:custClr name="Customcolor49">
      <a:srgbClr val="FFFFFF"/>
    </a:custClr>
    <a:custClr name="Customcolor50">
      <a:srgbClr val="FFFFFF"/>
    </a:custClr>
  </a:custClr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9AA9CF1BD7AEC4428038192B45E774E8" ma:contentTypeVersion="20" ma:contentTypeDescription="Create a new document." ma:contentTypeScope="" ma:versionID="5acf7a73752997569d40d771d02716de">
  <xsd:schema xmlns:xsd="http://www.w3.org/2001/XMLSchema" xmlns:xs="http://www.w3.org/2001/XMLSchema" xmlns:p="http://schemas.microsoft.com/office/2006/metadata/properties" xmlns:ns2="6da775cf-d1f5-4eae-929f-a72b3114fcbe" xmlns:ns3="3c9e1ff2-808f-4178-9638-05e4d28a9b67" targetNamespace="http://schemas.microsoft.com/office/2006/metadata/properties" ma:root="true" ma:fieldsID="55583e675e4a983720f512c5d65d7baf" ns2:_="" ns3:_="">
    <xsd:import namespace="6da775cf-d1f5-4eae-929f-a72b3114fcbe"/>
    <xsd:import namespace="3c9e1ff2-808f-4178-9638-05e4d28a9b67"/>
    <xsd:element name="properties">
      <xsd:complexType>
        <xsd:sequence>
          <xsd:element name="documentManagement">
            <xsd:complexType>
              <xsd:all>
                <xsd:element ref="ns2:SharedWithUsers" minOccurs="0"/>
                <xsd:element ref="ns2:SharedWithDetails" minOccurs="0"/>
                <xsd:element ref="ns3:lcf76f155ced4ddcb4097134ff3c332f" minOccurs="0"/>
                <xsd:element ref="ns2:TaxCatchAll" minOccurs="0"/>
                <xsd:element ref="ns3:MediaServiceMetadata" minOccurs="0"/>
                <xsd:element ref="ns3:MediaServiceFastMetadata" minOccurs="0"/>
                <xsd:element ref="ns3:MediaServiceSearchProperties" minOccurs="0"/>
                <xsd:element ref="ns3:MediaServiceDateTaken" minOccurs="0"/>
                <xsd:element ref="ns3:MediaServiceObjectDetectorVersions"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da775cf-d1f5-4eae-929f-a72b3114fcbe" elementFormDefault="qualified">
    <xsd:import namespace="http://schemas.microsoft.com/office/2006/documentManagement/types"/>
    <xsd:import namespace="http://schemas.microsoft.com/office/infopath/2007/PartnerControls"/>
    <xsd:element name="SharedWithUsers" ma:index="8"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Shared With Details" ma:internalName="SharedWithDetails" ma:readOnly="true">
      <xsd:simpleType>
        <xsd:restriction base="dms:Note">
          <xsd:maxLength value="255"/>
        </xsd:restriction>
      </xsd:simpleType>
    </xsd:element>
    <xsd:element name="TaxCatchAll" ma:index="12" nillable="true" ma:displayName="Taxonomy Catch All Column" ma:hidden="true" ma:list="{79887e05-2253-48ac-976d-d22a002877a9}" ma:internalName="TaxCatchAll" ma:showField="CatchAllData" ma:web="6da775cf-d1f5-4eae-929f-a72b3114fcbe">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3c9e1ff2-808f-4178-9638-05e4d28a9b67" elementFormDefault="qualified">
    <xsd:import namespace="http://schemas.microsoft.com/office/2006/documentManagement/types"/>
    <xsd:import namespace="http://schemas.microsoft.com/office/infopath/2007/PartnerControls"/>
    <xsd:element name="lcf76f155ced4ddcb4097134ff3c332f" ma:index="11" nillable="true" ma:taxonomy="true" ma:internalName="lcf76f155ced4ddcb4097134ff3c332f" ma:taxonomyFieldName="MediaServiceImageTags" ma:displayName="Image Tags" ma:readOnly="false" ma:fieldId="{5cf76f15-5ced-4ddc-b409-7134ff3c332f}" ma:taxonomyMulti="true" ma:sspId="89d5cb5c-2c06-4b03-a7a5-e31b4af0ef7e" ma:termSetId="09814cd3-568e-fe90-9814-8d621ff8fb84" ma:anchorId="fba54fb3-c3e1-fe81-a776-ca4b69148c4d" ma:open="true" ma:isKeyword="false">
      <xsd:complexType>
        <xsd:sequence>
          <xsd:element ref="pc:Terms" minOccurs="0" maxOccurs="1"/>
        </xsd:sequence>
      </xsd:complexType>
    </xsd:element>
    <xsd:element name="MediaServiceMetadata" ma:index="13" nillable="true" ma:displayName="MediaServiceMetadata" ma:hidden="true" ma:internalName="MediaServiceMetadata" ma:readOnly="true">
      <xsd:simpleType>
        <xsd:restriction base="dms:Note"/>
      </xsd:simpleType>
    </xsd:element>
    <xsd:element name="MediaServiceFastMetadata" ma:index="14" nillable="true" ma:displayName="MediaServiceFastMetadata" ma:hidden="true" ma:internalName="MediaServiceFastMetadata" ma:readOnly="true">
      <xsd:simpleType>
        <xsd:restriction base="dms:Note"/>
      </xsd:simpleType>
    </xsd:element>
    <xsd:element name="MediaServiceSearchProperties" ma:index="15" nillable="true" ma:displayName="MediaServiceSearchProperties" ma:hidden="true" ma:internalName="MediaServiceSearchProperties" ma:readOnly="true">
      <xsd:simpleType>
        <xsd:restriction base="dms:Note"/>
      </xsd:simpleType>
    </xsd:element>
    <xsd:element name="MediaServiceDateTaken" ma:index="16" nillable="true" ma:displayName="MediaServiceDateTaken" ma:hidden="true" ma:indexed="true" ma:internalName="MediaServiceDateTaken" ma:readOnly="true">
      <xsd:simpleType>
        <xsd:restriction base="dms:Text"/>
      </xsd:simpleType>
    </xsd:element>
    <xsd:element name="MediaServiceObjectDetectorVersions" ma:index="17" nillable="true" ma:displayName="MediaServiceObjectDetectorVersions" ma:hidden="true" ma:indexed="true" ma:internalName="MediaServiceObjectDetectorVersions" ma:readOnly="true">
      <xsd:simpleType>
        <xsd:restriction base="dms:Text"/>
      </xsd:simpleType>
    </xsd:element>
    <xsd:element name="MediaServiceOCR" ma:index="18" nillable="true" ma:displayName="Extracted Text" ma:internalName="MediaServiceOCR" ma:readOnly="true">
      <xsd:simpleType>
        <xsd:restriction base="dms:Note">
          <xsd:maxLength value="255"/>
        </xsd:restriction>
      </xsd:simple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EventHashCode" ma:index="20" nillable="true" ma:displayName="MediaServiceEventHashCode" ma:hidden="true" ma:internalName="MediaServiceEventHashCode"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4" ma:displayName="Content Type"/>
        <xsd:element ref="dc:title" minOccurs="0" maxOccurs="1" ma:index="3"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3c9e1ff2-808f-4178-9638-05e4d28a9b67">
      <Terms xmlns="http://schemas.microsoft.com/office/infopath/2007/PartnerControls"/>
    </lcf76f155ced4ddcb4097134ff3c332f>
    <TaxCatchAll xmlns="6da775cf-d1f5-4eae-929f-a72b3114fcbe" xsi:nil="true"/>
  </documentManagement>
</p:properties>
</file>

<file path=customXml/itemProps1.xml><?xml version="1.0" encoding="utf-8"?>
<ds:datastoreItem xmlns:ds="http://schemas.openxmlformats.org/officeDocument/2006/customXml" ds:itemID="{A8E5017B-E149-4287-BF71-2B76ACBD058E}">
  <ds:schemaRefs>
    <ds:schemaRef ds:uri="http://schemas.microsoft.com/sharepoint/v3/contenttype/forms"/>
  </ds:schemaRefs>
</ds:datastoreItem>
</file>

<file path=customXml/itemProps2.xml><?xml version="1.0" encoding="utf-8"?>
<ds:datastoreItem xmlns:ds="http://schemas.openxmlformats.org/officeDocument/2006/customXml" ds:itemID="{A0069F94-D1E1-4860-BAFE-10FE744055CE}">
  <ds:schemaRefs>
    <ds:schemaRef ds:uri="3c9e1ff2-808f-4178-9638-05e4d28a9b67"/>
    <ds:schemaRef ds:uri="6da775cf-d1f5-4eae-929f-a72b3114fcbe"/>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1B44F83A-07EB-48D2-9842-5998DA6117F3}">
  <ds:schemaRefs>
    <ds:schemaRef ds:uri="http://schemas.microsoft.com/office/2006/documentManagement/types"/>
    <ds:schemaRef ds:uri="http://purl.org/dc/elements/1.1/"/>
    <ds:schemaRef ds:uri="http://purl.org/dc/terms/"/>
    <ds:schemaRef ds:uri="http://purl.org/dc/dcmitype/"/>
    <ds:schemaRef ds:uri="http://schemas.microsoft.com/office/infopath/2007/PartnerControls"/>
    <ds:schemaRef ds:uri="3c9e1ff2-808f-4178-9638-05e4d28a9b67"/>
    <ds:schemaRef ds:uri="http://schemas.microsoft.com/office/2006/metadata/properties"/>
    <ds:schemaRef ds:uri="http://schemas.openxmlformats.org/package/2006/metadata/core-properties"/>
    <ds:schemaRef ds:uri="6da775cf-d1f5-4eae-929f-a72b3114fcbe"/>
    <ds:schemaRef ds:uri="http://www.w3.org/XML/1998/namespace"/>
  </ds:schemaRefs>
</ds:datastoreItem>
</file>

<file path=docProps/app.xml><?xml version="1.0" encoding="utf-8"?>
<Properties xmlns="http://schemas.openxmlformats.org/officeDocument/2006/extended-properties" xmlns:vt="http://schemas.openxmlformats.org/officeDocument/2006/docPropsVTypes">
  <Template>240322_Simcorp template - GS2024</Template>
  <TotalTime>158</TotalTime>
  <Words>740</Words>
  <Application>Microsoft Office PowerPoint</Application>
  <PresentationFormat>Widescreen</PresentationFormat>
  <Paragraphs>223</Paragraphs>
  <Slides>14</Slides>
  <Notes>4</Notes>
  <HiddenSlides>0</HiddenSlides>
  <MMClips>0</MMClips>
  <ScaleCrop>false</ScaleCrop>
  <HeadingPairs>
    <vt:vector size="4" baseType="variant">
      <vt:variant>
        <vt:lpstr>Theme</vt:lpstr>
      </vt:variant>
      <vt:variant>
        <vt:i4>1</vt:i4>
      </vt:variant>
      <vt:variant>
        <vt:lpstr>Slide Titles</vt:lpstr>
      </vt:variant>
      <vt:variant>
        <vt:i4>14</vt:i4>
      </vt:variant>
    </vt:vector>
  </HeadingPairs>
  <TitlesOfParts>
    <vt:vector size="15" baseType="lpstr">
      <vt:lpstr>1_Simcorp</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John Paulo De Leon Diaz</dc:creator>
  <cp:lastModifiedBy>Oleksandr Sharapov</cp:lastModifiedBy>
  <cp:revision>3</cp:revision>
  <dcterms:created xsi:type="dcterms:W3CDTF">2024-04-03T01:15:23Z</dcterms:created>
  <dcterms:modified xsi:type="dcterms:W3CDTF">2025-12-04T13:21:13Z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0x0101009AA9CF1BD7AEC4428038192B45E774E8</vt:lpwstr>
  </property>
  <property fmtid="{D5CDD505-2E9C-101B-9397-08002B2CF9AE}" pid="3" name="MediaServiceImageTags">
    <vt:lpwstr/>
  </property>
  <property fmtid="{D5CDD505-2E9C-101B-9397-08002B2CF9AE}" pid="4" name="MSIP_Label_de25a6c2-9b83-489b-8989-e5857e8e62e7_Enabled">
    <vt:lpwstr>true</vt:lpwstr>
  </property>
  <property fmtid="{D5CDD505-2E9C-101B-9397-08002B2CF9AE}" pid="5" name="MSIP_Label_de25a6c2-9b83-489b-8989-e5857e8e62e7_SetDate">
    <vt:lpwstr>2025-11-24T08:19:51Z</vt:lpwstr>
  </property>
  <property fmtid="{D5CDD505-2E9C-101B-9397-08002B2CF9AE}" pid="6" name="MSIP_Label_de25a6c2-9b83-489b-8989-e5857e8e62e7_Method">
    <vt:lpwstr>Standard</vt:lpwstr>
  </property>
  <property fmtid="{D5CDD505-2E9C-101B-9397-08002B2CF9AE}" pid="7" name="MSIP_Label_de25a6c2-9b83-489b-8989-e5857e8e62e7_Name">
    <vt:lpwstr>Internal</vt:lpwstr>
  </property>
  <property fmtid="{D5CDD505-2E9C-101B-9397-08002B2CF9AE}" pid="8" name="MSIP_Label_de25a6c2-9b83-489b-8989-e5857e8e62e7_SiteId">
    <vt:lpwstr>aa81b43f-3969-4fd4-80c9-84c411508d82</vt:lpwstr>
  </property>
  <property fmtid="{D5CDD505-2E9C-101B-9397-08002B2CF9AE}" pid="9" name="MSIP_Label_de25a6c2-9b83-489b-8989-e5857e8e62e7_ActionId">
    <vt:lpwstr>fa8ef2fa-5f83-4f78-8923-63b09d839146</vt:lpwstr>
  </property>
  <property fmtid="{D5CDD505-2E9C-101B-9397-08002B2CF9AE}" pid="10" name="MSIP_Label_de25a6c2-9b83-489b-8989-e5857e8e62e7_ContentBits">
    <vt:lpwstr>0</vt:lpwstr>
  </property>
  <property fmtid="{D5CDD505-2E9C-101B-9397-08002B2CF9AE}" pid="11" name="MSIP_Label_de25a6c2-9b83-489b-8989-e5857e8e62e7_Tag">
    <vt:lpwstr>10, 3, 0, 1</vt:lpwstr>
  </property>
</Properties>
</file>